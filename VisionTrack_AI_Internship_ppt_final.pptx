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Ex1.xml" ContentType="application/vnd.ms-office.chartex+xml"/>
  <Override PartName="/ppt/charts/style4.xml" ContentType="application/vnd.ms-office.chartstyle+xml"/>
  <Override PartName="/ppt/charts/colors4.xml" ContentType="application/vnd.ms-office.chartcolorstyl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4.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5.xml" ContentType="application/vnd.openxmlformats-officedocument.theme+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6.xml" ContentType="application/vnd.openxmlformats-officedocument.them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ppt/charts/chartEx2.xml" ContentType="application/vnd.ms-office.chartex+xml"/>
  <Override PartName="/ppt/charts/style8.xml" ContentType="application/vnd.ms-office.chartstyle+xml"/>
  <Override PartName="/ppt/charts/colors8.xml" ContentType="application/vnd.ms-office.chartcolorstyl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8.xml" ContentType="application/vnd.openxmlformats-officedocument.theme+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theme/theme9.xml" ContentType="application/vnd.openxmlformats-officedocument.theme+xml"/>
  <Override PartName="/ppt/charts/chart7.xml" ContentType="application/vnd.openxmlformats-officedocument.drawingml.chart+xml"/>
  <Override PartName="/ppt/charts/style9.xml" ContentType="application/vnd.ms-office.chartstyle+xml"/>
  <Override PartName="/ppt/charts/colors9.xml" ContentType="application/vnd.ms-office.chartcolorstyle+xml"/>
  <Override PartName="/ppt/charts/chart8.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9.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Ex3.xml" ContentType="application/vnd.ms-office.chartex+xml"/>
  <Override PartName="/ppt/charts/style12.xml" ContentType="application/vnd.ms-office.chartstyle+xml"/>
  <Override PartName="/ppt/charts/colors12.xml" ContentType="application/vnd.ms-office.chartcolorstyle+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theme/theme10.xml" ContentType="application/vnd.openxmlformats-officedocument.theme+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theme/theme11.xml" ContentType="application/vnd.openxmlformats-officedocument.theme+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theme/theme12.xml" ContentType="application/vnd.openxmlformats-officedocument.theme+xml"/>
  <Override PartName="/ppt/charts/chart10.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1.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2.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Ex4.xml" ContentType="application/vnd.ms-office.chartex+xml"/>
  <Override PartName="/ppt/charts/style16.xml" ContentType="application/vnd.ms-office.chartstyle+xml"/>
  <Override PartName="/ppt/charts/colors16.xml" ContentType="application/vnd.ms-office.chartcolorstyl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86" r:id="rId2"/>
    <p:sldMasterId id="2147483691" r:id="rId3"/>
    <p:sldMasterId id="2147483708" r:id="rId4"/>
    <p:sldMasterId id="2147483744" r:id="rId5"/>
    <p:sldMasterId id="2147483749" r:id="rId6"/>
    <p:sldMasterId id="2147483766" r:id="rId7"/>
    <p:sldMasterId id="2147483802" r:id="rId8"/>
    <p:sldMasterId id="2147483807" r:id="rId9"/>
    <p:sldMasterId id="2147483824" r:id="rId10"/>
    <p:sldMasterId id="2147483860" r:id="rId11"/>
    <p:sldMasterId id="2147483865" r:id="rId12"/>
  </p:sldMasterIdLst>
  <p:notesMasterIdLst>
    <p:notesMasterId r:id="rId36"/>
  </p:notesMasterIdLst>
  <p:sldIdLst>
    <p:sldId id="256" r:id="rId13"/>
    <p:sldId id="322"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9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theme" Target="theme/theme1.xml"/><Relationship Id="rId21" Type="http://schemas.openxmlformats.org/officeDocument/2006/relationships/slide" Target="slides/slide9.xml"/><Relationship Id="rId34" Type="http://schemas.openxmlformats.org/officeDocument/2006/relationships/slide" Target="slides/slide22.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notesMaster" Target="notesMasters/notesMaster1.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slide" Target="slides/slide19.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Ex1.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package" Target="../embeddings/Microsoft_Excel_Worksheet3.xlsx"/></Relationships>
</file>

<file path=ppt/charts/_rels/chartEx2.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package" Target="../embeddings/Microsoft_Excel_Worksheet7.xlsx"/></Relationships>
</file>

<file path=ppt/charts/_rels/chartEx3.xml.rels><?xml version="1.0" encoding="UTF-8" standalone="yes"?>
<Relationships xmlns="http://schemas.openxmlformats.org/package/2006/relationships"><Relationship Id="rId3" Type="http://schemas.microsoft.com/office/2011/relationships/chartColorStyle" Target="colors12.xml"/><Relationship Id="rId2" Type="http://schemas.microsoft.com/office/2011/relationships/chartStyle" Target="style12.xml"/><Relationship Id="rId1" Type="http://schemas.openxmlformats.org/officeDocument/2006/relationships/package" Target="../embeddings/Microsoft_Excel_Worksheet11.xlsx"/></Relationships>
</file>

<file path=ppt/charts/_rels/chartEx4.xml.rels><?xml version="1.0" encoding="UTF-8" standalone="yes"?>
<Relationships xmlns="http://schemas.openxmlformats.org/package/2006/relationships"><Relationship Id="rId3" Type="http://schemas.microsoft.com/office/2011/relationships/chartColorStyle" Target="colors16.xml"/><Relationship Id="rId2" Type="http://schemas.microsoft.com/office/2011/relationships/chartStyle" Target="style16.xml"/><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1</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3C2-4EC1-BA44-36BD30F825EF}"/>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3C2-4EC1-BA44-36BD30F825EF}"/>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3C2-4EC1-BA44-36BD30F825EF}"/>
            </c:ext>
          </c:extLst>
        </c:ser>
        <c:dLbls>
          <c:showLegendKey val="0"/>
          <c:showVal val="0"/>
          <c:showCatName val="0"/>
          <c:showSerName val="0"/>
          <c:showPercent val="0"/>
          <c:showBubbleSize val="0"/>
        </c:dLbls>
        <c:gapWidth val="219"/>
        <c:axId val="662182223"/>
        <c:axId val="662181391"/>
      </c:barChart>
      <c:catAx>
        <c:axId val="662182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1391"/>
        <c:crosses val="autoZero"/>
        <c:auto val="1"/>
        <c:lblAlgn val="ctr"/>
        <c:lblOffset val="100"/>
        <c:noMultiLvlLbl val="0"/>
      </c:catAx>
      <c:valAx>
        <c:axId val="66218139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2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2</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pieChart>
        <c:varyColors val="1"/>
        <c:ser>
          <c:idx val="0"/>
          <c:order val="0"/>
          <c:tx>
            <c:strRef>
              <c:f>Sheet1!$B$1</c:f>
              <c:strCache>
                <c:ptCount val="1"/>
                <c:pt idx="0">
                  <c:v>Series 1</c:v>
                </c:pt>
              </c:strCache>
            </c:strRef>
          </c:tx>
          <c:dPt>
            <c:idx val="0"/>
            <c:bubble3D val="0"/>
            <c:spPr>
              <a:solidFill>
                <a:schemeClr val="accent1"/>
              </a:solidFill>
              <a:ln>
                <a:noFill/>
              </a:ln>
              <a:effectLst/>
            </c:spPr>
            <c:extLst>
              <c:ext xmlns:c16="http://schemas.microsoft.com/office/drawing/2014/chart" uri="{C3380CC4-5D6E-409C-BE32-E72D297353CC}">
                <c16:uniqueId val="{00000001-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03-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05-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07-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2A17-4624-8381-D37F9DAC70E5}"/>
            </c:ext>
          </c:extLst>
        </c:ser>
        <c:ser>
          <c:idx val="1"/>
          <c:order val="1"/>
          <c:tx>
            <c:strRef>
              <c:f>Sheet1!$C$1</c:f>
              <c:strCache>
                <c:ptCount val="1"/>
                <c:pt idx="0">
                  <c:v>Series 2</c:v>
                </c:pt>
              </c:strCache>
            </c:strRef>
          </c:tx>
          <c:dPt>
            <c:idx val="0"/>
            <c:bubble3D val="0"/>
            <c:spPr>
              <a:solidFill>
                <a:schemeClr val="accent1"/>
              </a:solidFill>
              <a:ln>
                <a:noFill/>
              </a:ln>
              <a:effectLst/>
            </c:spPr>
            <c:extLst>
              <c:ext xmlns:c16="http://schemas.microsoft.com/office/drawing/2014/chart" uri="{C3380CC4-5D6E-409C-BE32-E72D297353CC}">
                <c16:uniqueId val="{0000000A-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0C-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0E-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10-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11-2A17-4624-8381-D37F9DAC70E5}"/>
            </c:ext>
          </c:extLst>
        </c:ser>
        <c:ser>
          <c:idx val="2"/>
          <c:order val="2"/>
          <c:tx>
            <c:strRef>
              <c:f>Sheet1!$D$1</c:f>
              <c:strCache>
                <c:ptCount val="1"/>
                <c:pt idx="0">
                  <c:v>Series 3</c:v>
                </c:pt>
              </c:strCache>
            </c:strRef>
          </c:tx>
          <c:dPt>
            <c:idx val="0"/>
            <c:bubble3D val="0"/>
            <c:spPr>
              <a:solidFill>
                <a:schemeClr val="accent1"/>
              </a:solidFill>
              <a:ln>
                <a:noFill/>
              </a:ln>
              <a:effectLst/>
            </c:spPr>
            <c:extLst>
              <c:ext xmlns:c16="http://schemas.microsoft.com/office/drawing/2014/chart" uri="{C3380CC4-5D6E-409C-BE32-E72D297353CC}">
                <c16:uniqueId val="{00000013-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15-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17-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19-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1A-2A17-4624-8381-D37F9DAC70E5}"/>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3</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3C2-4EC1-BA44-36BD30F825EF}"/>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3C2-4EC1-BA44-36BD30F825EF}"/>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3C2-4EC1-BA44-36BD30F825EF}"/>
            </c:ext>
          </c:extLst>
        </c:ser>
        <c:dLbls>
          <c:showLegendKey val="0"/>
          <c:showVal val="0"/>
          <c:showCatName val="0"/>
          <c:showSerName val="0"/>
          <c:showPercent val="0"/>
          <c:showBubbleSize val="0"/>
        </c:dLbls>
        <c:gapWidth val="219"/>
        <c:axId val="662182223"/>
        <c:axId val="662181391"/>
      </c:barChart>
      <c:catAx>
        <c:axId val="66218222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1391"/>
        <c:crosses val="autoZero"/>
        <c:auto val="1"/>
        <c:lblAlgn val="ctr"/>
        <c:lblOffset val="100"/>
        <c:noMultiLvlLbl val="0"/>
      </c:catAx>
      <c:valAx>
        <c:axId val="66218139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2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1</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3C2-4EC1-BA44-36BD30F825EF}"/>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3C2-4EC1-BA44-36BD30F825EF}"/>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3C2-4EC1-BA44-36BD30F825EF}"/>
            </c:ext>
          </c:extLst>
        </c:ser>
        <c:dLbls>
          <c:showLegendKey val="0"/>
          <c:showVal val="0"/>
          <c:showCatName val="0"/>
          <c:showSerName val="0"/>
          <c:showPercent val="0"/>
          <c:showBubbleSize val="0"/>
        </c:dLbls>
        <c:gapWidth val="219"/>
        <c:axId val="662182223"/>
        <c:axId val="662181391"/>
      </c:barChart>
      <c:catAx>
        <c:axId val="662182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1391"/>
        <c:crosses val="autoZero"/>
        <c:auto val="1"/>
        <c:lblAlgn val="ctr"/>
        <c:lblOffset val="100"/>
        <c:noMultiLvlLbl val="0"/>
      </c:catAx>
      <c:valAx>
        <c:axId val="66218139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2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2</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pieChart>
        <c:varyColors val="1"/>
        <c:ser>
          <c:idx val="0"/>
          <c:order val="0"/>
          <c:tx>
            <c:strRef>
              <c:f>Sheet1!$B$1</c:f>
              <c:strCache>
                <c:ptCount val="1"/>
                <c:pt idx="0">
                  <c:v>Series 1</c:v>
                </c:pt>
              </c:strCache>
            </c:strRef>
          </c:tx>
          <c:dPt>
            <c:idx val="0"/>
            <c:bubble3D val="0"/>
            <c:spPr>
              <a:solidFill>
                <a:schemeClr val="accent1"/>
              </a:solidFill>
              <a:ln>
                <a:noFill/>
              </a:ln>
              <a:effectLst/>
            </c:spPr>
            <c:extLst>
              <c:ext xmlns:c16="http://schemas.microsoft.com/office/drawing/2014/chart" uri="{C3380CC4-5D6E-409C-BE32-E72D297353CC}">
                <c16:uniqueId val="{00000001-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03-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05-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07-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2A17-4624-8381-D37F9DAC70E5}"/>
            </c:ext>
          </c:extLst>
        </c:ser>
        <c:ser>
          <c:idx val="1"/>
          <c:order val="1"/>
          <c:tx>
            <c:strRef>
              <c:f>Sheet1!$C$1</c:f>
              <c:strCache>
                <c:ptCount val="1"/>
                <c:pt idx="0">
                  <c:v>Series 2</c:v>
                </c:pt>
              </c:strCache>
            </c:strRef>
          </c:tx>
          <c:dPt>
            <c:idx val="0"/>
            <c:bubble3D val="0"/>
            <c:spPr>
              <a:solidFill>
                <a:schemeClr val="accent1"/>
              </a:solidFill>
              <a:ln>
                <a:noFill/>
              </a:ln>
              <a:effectLst/>
            </c:spPr>
            <c:extLst>
              <c:ext xmlns:c16="http://schemas.microsoft.com/office/drawing/2014/chart" uri="{C3380CC4-5D6E-409C-BE32-E72D297353CC}">
                <c16:uniqueId val="{0000000A-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0C-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0E-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10-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11-2A17-4624-8381-D37F9DAC70E5}"/>
            </c:ext>
          </c:extLst>
        </c:ser>
        <c:ser>
          <c:idx val="2"/>
          <c:order val="2"/>
          <c:tx>
            <c:strRef>
              <c:f>Sheet1!$D$1</c:f>
              <c:strCache>
                <c:ptCount val="1"/>
                <c:pt idx="0">
                  <c:v>Series 3</c:v>
                </c:pt>
              </c:strCache>
            </c:strRef>
          </c:tx>
          <c:dPt>
            <c:idx val="0"/>
            <c:bubble3D val="0"/>
            <c:spPr>
              <a:solidFill>
                <a:schemeClr val="accent1"/>
              </a:solidFill>
              <a:ln>
                <a:noFill/>
              </a:ln>
              <a:effectLst/>
            </c:spPr>
            <c:extLst>
              <c:ext xmlns:c16="http://schemas.microsoft.com/office/drawing/2014/chart" uri="{C3380CC4-5D6E-409C-BE32-E72D297353CC}">
                <c16:uniqueId val="{00000013-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15-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17-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19-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1A-2A17-4624-8381-D37F9DAC70E5}"/>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3</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3C2-4EC1-BA44-36BD30F825EF}"/>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3C2-4EC1-BA44-36BD30F825EF}"/>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3C2-4EC1-BA44-36BD30F825EF}"/>
            </c:ext>
          </c:extLst>
        </c:ser>
        <c:dLbls>
          <c:showLegendKey val="0"/>
          <c:showVal val="0"/>
          <c:showCatName val="0"/>
          <c:showSerName val="0"/>
          <c:showPercent val="0"/>
          <c:showBubbleSize val="0"/>
        </c:dLbls>
        <c:gapWidth val="219"/>
        <c:axId val="662182223"/>
        <c:axId val="662181391"/>
      </c:barChart>
      <c:catAx>
        <c:axId val="66218222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1391"/>
        <c:crosses val="autoZero"/>
        <c:auto val="1"/>
        <c:lblAlgn val="ctr"/>
        <c:lblOffset val="100"/>
        <c:noMultiLvlLbl val="0"/>
      </c:catAx>
      <c:valAx>
        <c:axId val="66218139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2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1</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3C2-4EC1-BA44-36BD30F825EF}"/>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3C2-4EC1-BA44-36BD30F825EF}"/>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3C2-4EC1-BA44-36BD30F825EF}"/>
            </c:ext>
          </c:extLst>
        </c:ser>
        <c:dLbls>
          <c:showLegendKey val="0"/>
          <c:showVal val="0"/>
          <c:showCatName val="0"/>
          <c:showSerName val="0"/>
          <c:showPercent val="0"/>
          <c:showBubbleSize val="0"/>
        </c:dLbls>
        <c:gapWidth val="219"/>
        <c:axId val="662182223"/>
        <c:axId val="662181391"/>
      </c:barChart>
      <c:catAx>
        <c:axId val="662182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1391"/>
        <c:crosses val="autoZero"/>
        <c:auto val="1"/>
        <c:lblAlgn val="ctr"/>
        <c:lblOffset val="100"/>
        <c:noMultiLvlLbl val="0"/>
      </c:catAx>
      <c:valAx>
        <c:axId val="66218139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2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2</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pieChart>
        <c:varyColors val="1"/>
        <c:ser>
          <c:idx val="0"/>
          <c:order val="0"/>
          <c:tx>
            <c:strRef>
              <c:f>Sheet1!$B$1</c:f>
              <c:strCache>
                <c:ptCount val="1"/>
                <c:pt idx="0">
                  <c:v>Series 1</c:v>
                </c:pt>
              </c:strCache>
            </c:strRef>
          </c:tx>
          <c:dPt>
            <c:idx val="0"/>
            <c:bubble3D val="0"/>
            <c:spPr>
              <a:solidFill>
                <a:schemeClr val="accent1"/>
              </a:solidFill>
              <a:ln>
                <a:noFill/>
              </a:ln>
              <a:effectLst/>
            </c:spPr>
            <c:extLst>
              <c:ext xmlns:c16="http://schemas.microsoft.com/office/drawing/2014/chart" uri="{C3380CC4-5D6E-409C-BE32-E72D297353CC}">
                <c16:uniqueId val="{00000001-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03-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05-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07-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2A17-4624-8381-D37F9DAC70E5}"/>
            </c:ext>
          </c:extLst>
        </c:ser>
        <c:ser>
          <c:idx val="1"/>
          <c:order val="1"/>
          <c:tx>
            <c:strRef>
              <c:f>Sheet1!$C$1</c:f>
              <c:strCache>
                <c:ptCount val="1"/>
                <c:pt idx="0">
                  <c:v>Series 2</c:v>
                </c:pt>
              </c:strCache>
            </c:strRef>
          </c:tx>
          <c:dPt>
            <c:idx val="0"/>
            <c:bubble3D val="0"/>
            <c:spPr>
              <a:solidFill>
                <a:schemeClr val="accent1"/>
              </a:solidFill>
              <a:ln>
                <a:noFill/>
              </a:ln>
              <a:effectLst/>
            </c:spPr>
            <c:extLst>
              <c:ext xmlns:c16="http://schemas.microsoft.com/office/drawing/2014/chart" uri="{C3380CC4-5D6E-409C-BE32-E72D297353CC}">
                <c16:uniqueId val="{0000000A-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0C-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0E-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10-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11-2A17-4624-8381-D37F9DAC70E5}"/>
            </c:ext>
          </c:extLst>
        </c:ser>
        <c:ser>
          <c:idx val="2"/>
          <c:order val="2"/>
          <c:tx>
            <c:strRef>
              <c:f>Sheet1!$D$1</c:f>
              <c:strCache>
                <c:ptCount val="1"/>
                <c:pt idx="0">
                  <c:v>Series 3</c:v>
                </c:pt>
              </c:strCache>
            </c:strRef>
          </c:tx>
          <c:dPt>
            <c:idx val="0"/>
            <c:bubble3D val="0"/>
            <c:spPr>
              <a:solidFill>
                <a:schemeClr val="accent1"/>
              </a:solidFill>
              <a:ln>
                <a:noFill/>
              </a:ln>
              <a:effectLst/>
            </c:spPr>
            <c:extLst>
              <c:ext xmlns:c16="http://schemas.microsoft.com/office/drawing/2014/chart" uri="{C3380CC4-5D6E-409C-BE32-E72D297353CC}">
                <c16:uniqueId val="{00000013-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15-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17-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19-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1A-2A17-4624-8381-D37F9DAC70E5}"/>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3</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3C2-4EC1-BA44-36BD30F825EF}"/>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3C2-4EC1-BA44-36BD30F825EF}"/>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3C2-4EC1-BA44-36BD30F825EF}"/>
            </c:ext>
          </c:extLst>
        </c:ser>
        <c:dLbls>
          <c:showLegendKey val="0"/>
          <c:showVal val="0"/>
          <c:showCatName val="0"/>
          <c:showSerName val="0"/>
          <c:showPercent val="0"/>
          <c:showBubbleSize val="0"/>
        </c:dLbls>
        <c:gapWidth val="219"/>
        <c:axId val="662182223"/>
        <c:axId val="662181391"/>
      </c:barChart>
      <c:catAx>
        <c:axId val="66218222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1391"/>
        <c:crosses val="autoZero"/>
        <c:auto val="1"/>
        <c:lblAlgn val="ctr"/>
        <c:lblOffset val="100"/>
        <c:noMultiLvlLbl val="0"/>
      </c:catAx>
      <c:valAx>
        <c:axId val="66218139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2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1</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3C2-4EC1-BA44-36BD30F825EF}"/>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3C2-4EC1-BA44-36BD30F825EF}"/>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3C2-4EC1-BA44-36BD30F825EF}"/>
            </c:ext>
          </c:extLst>
        </c:ser>
        <c:dLbls>
          <c:showLegendKey val="0"/>
          <c:showVal val="0"/>
          <c:showCatName val="0"/>
          <c:showSerName val="0"/>
          <c:showPercent val="0"/>
          <c:showBubbleSize val="0"/>
        </c:dLbls>
        <c:gapWidth val="219"/>
        <c:axId val="662182223"/>
        <c:axId val="662181391"/>
      </c:barChart>
      <c:catAx>
        <c:axId val="662182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1391"/>
        <c:crosses val="autoZero"/>
        <c:auto val="1"/>
        <c:lblAlgn val="ctr"/>
        <c:lblOffset val="100"/>
        <c:noMultiLvlLbl val="0"/>
      </c:catAx>
      <c:valAx>
        <c:axId val="66218139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2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2</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pieChart>
        <c:varyColors val="1"/>
        <c:ser>
          <c:idx val="0"/>
          <c:order val="0"/>
          <c:tx>
            <c:strRef>
              <c:f>Sheet1!$B$1</c:f>
              <c:strCache>
                <c:ptCount val="1"/>
                <c:pt idx="0">
                  <c:v>Series 1</c:v>
                </c:pt>
              </c:strCache>
            </c:strRef>
          </c:tx>
          <c:dPt>
            <c:idx val="0"/>
            <c:bubble3D val="0"/>
            <c:spPr>
              <a:solidFill>
                <a:schemeClr val="accent1"/>
              </a:solidFill>
              <a:ln>
                <a:noFill/>
              </a:ln>
              <a:effectLst/>
            </c:spPr>
            <c:extLst>
              <c:ext xmlns:c16="http://schemas.microsoft.com/office/drawing/2014/chart" uri="{C3380CC4-5D6E-409C-BE32-E72D297353CC}">
                <c16:uniqueId val="{00000001-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03-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05-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07-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2A17-4624-8381-D37F9DAC70E5}"/>
            </c:ext>
          </c:extLst>
        </c:ser>
        <c:ser>
          <c:idx val="1"/>
          <c:order val="1"/>
          <c:tx>
            <c:strRef>
              <c:f>Sheet1!$C$1</c:f>
              <c:strCache>
                <c:ptCount val="1"/>
                <c:pt idx="0">
                  <c:v>Series 2</c:v>
                </c:pt>
              </c:strCache>
            </c:strRef>
          </c:tx>
          <c:dPt>
            <c:idx val="0"/>
            <c:bubble3D val="0"/>
            <c:spPr>
              <a:solidFill>
                <a:schemeClr val="accent1"/>
              </a:solidFill>
              <a:ln>
                <a:noFill/>
              </a:ln>
              <a:effectLst/>
            </c:spPr>
            <c:extLst>
              <c:ext xmlns:c16="http://schemas.microsoft.com/office/drawing/2014/chart" uri="{C3380CC4-5D6E-409C-BE32-E72D297353CC}">
                <c16:uniqueId val="{0000000A-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0C-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0E-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10-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11-2A17-4624-8381-D37F9DAC70E5}"/>
            </c:ext>
          </c:extLst>
        </c:ser>
        <c:ser>
          <c:idx val="2"/>
          <c:order val="2"/>
          <c:tx>
            <c:strRef>
              <c:f>Sheet1!$D$1</c:f>
              <c:strCache>
                <c:ptCount val="1"/>
                <c:pt idx="0">
                  <c:v>Series 3</c:v>
                </c:pt>
              </c:strCache>
            </c:strRef>
          </c:tx>
          <c:dPt>
            <c:idx val="0"/>
            <c:bubble3D val="0"/>
            <c:spPr>
              <a:solidFill>
                <a:schemeClr val="accent1"/>
              </a:solidFill>
              <a:ln>
                <a:noFill/>
              </a:ln>
              <a:effectLst/>
            </c:spPr>
            <c:extLst>
              <c:ext xmlns:c16="http://schemas.microsoft.com/office/drawing/2014/chart" uri="{C3380CC4-5D6E-409C-BE32-E72D297353CC}">
                <c16:uniqueId val="{00000013-2A17-4624-8381-D37F9DAC70E5}"/>
              </c:ext>
            </c:extLst>
          </c:dPt>
          <c:dPt>
            <c:idx val="1"/>
            <c:bubble3D val="0"/>
            <c:spPr>
              <a:solidFill>
                <a:schemeClr val="accent2"/>
              </a:solidFill>
              <a:ln>
                <a:noFill/>
              </a:ln>
              <a:effectLst/>
            </c:spPr>
            <c:extLst>
              <c:ext xmlns:c16="http://schemas.microsoft.com/office/drawing/2014/chart" uri="{C3380CC4-5D6E-409C-BE32-E72D297353CC}">
                <c16:uniqueId val="{00000015-2A17-4624-8381-D37F9DAC70E5}"/>
              </c:ext>
            </c:extLst>
          </c:dPt>
          <c:dPt>
            <c:idx val="2"/>
            <c:bubble3D val="0"/>
            <c:spPr>
              <a:solidFill>
                <a:schemeClr val="accent3"/>
              </a:solidFill>
              <a:ln>
                <a:noFill/>
              </a:ln>
              <a:effectLst/>
            </c:spPr>
            <c:extLst>
              <c:ext xmlns:c16="http://schemas.microsoft.com/office/drawing/2014/chart" uri="{C3380CC4-5D6E-409C-BE32-E72D297353CC}">
                <c16:uniqueId val="{00000017-2A17-4624-8381-D37F9DAC70E5}"/>
              </c:ext>
            </c:extLst>
          </c:dPt>
          <c:dPt>
            <c:idx val="3"/>
            <c:bubble3D val="0"/>
            <c:spPr>
              <a:solidFill>
                <a:schemeClr val="accent4"/>
              </a:solidFill>
              <a:ln>
                <a:noFill/>
              </a:ln>
              <a:effectLst/>
            </c:spPr>
            <c:extLst>
              <c:ext xmlns:c16="http://schemas.microsoft.com/office/drawing/2014/chart" uri="{C3380CC4-5D6E-409C-BE32-E72D297353CC}">
                <c16:uniqueId val="{00000019-2A17-4624-8381-D37F9DAC70E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1A-2A17-4624-8381-D37F9DAC70E5}"/>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Example 3</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3C2-4EC1-BA44-36BD30F825EF}"/>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3C2-4EC1-BA44-36BD30F825EF}"/>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3C2-4EC1-BA44-36BD30F825EF}"/>
            </c:ext>
          </c:extLst>
        </c:ser>
        <c:dLbls>
          <c:showLegendKey val="0"/>
          <c:showVal val="0"/>
          <c:showCatName val="0"/>
          <c:showSerName val="0"/>
          <c:showPercent val="0"/>
          <c:showBubbleSize val="0"/>
        </c:dLbls>
        <c:gapWidth val="219"/>
        <c:axId val="662182223"/>
        <c:axId val="662181391"/>
      </c:barChart>
      <c:catAx>
        <c:axId val="66218222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1391"/>
        <c:crosses val="autoZero"/>
        <c:auto val="1"/>
        <c:lblAlgn val="ctr"/>
        <c:lblOffset val="100"/>
        <c:noMultiLvlLbl val="0"/>
      </c:catAx>
      <c:valAx>
        <c:axId val="66218139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62182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Sheet1!$A$2:$A$5</cx:f>
        <cx:lvl ptCount="4">
          <cx:pt idx="0">Category 1</cx:pt>
          <cx:pt idx="1">Category 2</cx:pt>
          <cx:pt idx="2">Category 3</cx:pt>
          <cx:pt idx="3">Category 4</cx:pt>
        </cx:lvl>
      </cx:strDim>
      <cx:numDim type="size">
        <cx:f dir="row">Sheet1!$D$2:$D$5</cx:f>
        <cx:lvl ptCount="4" formatCode="General">
          <cx:pt idx="0">2</cx:pt>
          <cx:pt idx="1">2</cx:pt>
          <cx:pt idx="2">3</cx:pt>
          <cx:pt idx="3">5</cx:pt>
        </cx:lvl>
      </cx:numDim>
    </cx:data>
  </cx:chartData>
  <cx:chart>
    <cx:title pos="t" align="ctr" overlay="0">
      <cx:tx>
        <cx:rich>
          <a:bodyPr rot="0" spcFirstLastPara="1" vertOverflow="ellipsis" vert="horz" wrap="square" lIns="38100" tIns="19050" rIns="38100" bIns="19050" anchor="ctr" anchorCtr="1" compatLnSpc="0"/>
          <a:lstStyle/>
          <a:p>
            <a:pPr algn="ctr" rtl="0">
              <a:defRPr sz="1862" b="0" i="0" u="none" strike="noStrike" kern="1200" spc="0" baseline="0">
                <a:solidFill>
                  <a:prstClr val="black">
                    <a:lumMod val="65000"/>
                    <a:lumOff val="35000"/>
                  </a:prstClr>
                </a:solidFill>
                <a:latin typeface="+mn-lt"/>
                <a:ea typeface="+mn-ea"/>
                <a:cs typeface="+mn-cs"/>
              </a:defRPr>
            </a:pPr>
            <a:r>
              <a:rPr kumimoji="0" lang="en-US" sz="1862" b="0" i="0" u="none" strike="noStrike" kern="1200" cap="none" spc="0" normalizeH="0" baseline="0" noProof="0">
                <a:ln>
                  <a:noFill/>
                </a:ln>
                <a:solidFill>
                  <a:prstClr val="black">
                    <a:lumMod val="65000"/>
                    <a:lumOff val="35000"/>
                  </a:prstClr>
                </a:solidFill>
                <a:effectLst/>
                <a:uLnTx/>
                <a:uFillTx/>
                <a:latin typeface="Calibri" panose="020F0502020204030204"/>
              </a:rPr>
              <a:t>Example 4</a:t>
            </a:r>
            <a:endParaRPr lang="en-IN"/>
          </a:p>
        </cx:rich>
      </cx:tx>
    </cx:title>
    <cx:plotArea>
      <cx:plotAreaRegion>
        <cx:series layoutId="sunburst" uniqueId="{805C83BB-10CE-4313-92A8-6C2842DC131C}">
          <cx:tx>
            <cx:txData>
              <cx:f>Sheet1!$D$1</cx:f>
              <cx:v>Series 3</cx:v>
            </cx:txData>
          </cx:tx>
          <cx:dataId val="0"/>
        </cx:series>
      </cx:plotAreaRegion>
    </cx:plotArea>
    <cx:legend pos="t" align="ctr" overlay="0"/>
  </cx:chart>
  <cx:clrMapOvr bg1="lt1" tx1="dk1" bg2="lt2" tx2="dk2" accent1="accent1" accent2="accent2" accent3="accent3" accent4="accent4" accent5="accent5" accent6="accent6" hlink="hlink" folHlink="folHlink"/>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Sheet1!$A$2:$A$5</cx:f>
        <cx:lvl ptCount="4">
          <cx:pt idx="0">Category 1</cx:pt>
          <cx:pt idx="1">Category 2</cx:pt>
          <cx:pt idx="2">Category 3</cx:pt>
          <cx:pt idx="3">Category 4</cx:pt>
        </cx:lvl>
      </cx:strDim>
      <cx:numDim type="size">
        <cx:f dir="row">Sheet1!$D$2:$D$5</cx:f>
        <cx:lvl ptCount="4" formatCode="General">
          <cx:pt idx="0">2</cx:pt>
          <cx:pt idx="1">2</cx:pt>
          <cx:pt idx="2">3</cx:pt>
          <cx:pt idx="3">5</cx:pt>
        </cx:lvl>
      </cx:numDim>
    </cx:data>
  </cx:chartData>
  <cx:chart>
    <cx:title pos="t" align="ctr" overlay="0">
      <cx:tx>
        <cx:rich>
          <a:bodyPr rot="0" spcFirstLastPara="1" vertOverflow="ellipsis" vert="horz" wrap="square" lIns="38100" tIns="19050" rIns="38100" bIns="19050" anchor="ctr" anchorCtr="1" compatLnSpc="0"/>
          <a:lstStyle/>
          <a:p>
            <a:pPr algn="ctr" rtl="0">
              <a:defRPr sz="1862" b="0" i="0" u="none" strike="noStrike" kern="1200" spc="0" baseline="0">
                <a:solidFill>
                  <a:prstClr val="black">
                    <a:lumMod val="65000"/>
                    <a:lumOff val="35000"/>
                  </a:prstClr>
                </a:solidFill>
                <a:latin typeface="+mn-lt"/>
                <a:ea typeface="+mn-ea"/>
                <a:cs typeface="+mn-cs"/>
              </a:defRPr>
            </a:pPr>
            <a:r>
              <a:rPr kumimoji="0" lang="en-US" sz="1862" b="0" i="0" u="none" strike="noStrike" kern="1200" cap="none" spc="0" normalizeH="0" baseline="0" noProof="0">
                <a:ln>
                  <a:noFill/>
                </a:ln>
                <a:solidFill>
                  <a:prstClr val="black">
                    <a:lumMod val="65000"/>
                    <a:lumOff val="35000"/>
                  </a:prstClr>
                </a:solidFill>
                <a:effectLst/>
                <a:uLnTx/>
                <a:uFillTx/>
                <a:latin typeface="Calibri" panose="020F0502020204030204"/>
              </a:rPr>
              <a:t>Example 4</a:t>
            </a:r>
            <a:endParaRPr lang="en-IN"/>
          </a:p>
        </cx:rich>
      </cx:tx>
    </cx:title>
    <cx:plotArea>
      <cx:plotAreaRegion>
        <cx:series layoutId="sunburst" uniqueId="{805C83BB-10CE-4313-92A8-6C2842DC131C}">
          <cx:tx>
            <cx:txData>
              <cx:f>Sheet1!$D$1</cx:f>
              <cx:v>Series 3</cx:v>
            </cx:txData>
          </cx:tx>
          <cx:dataId val="0"/>
        </cx:series>
      </cx:plotAreaRegion>
    </cx:plotArea>
    <cx:legend pos="t" align="ctr" overlay="0"/>
  </cx:chart>
  <cx:clrMapOvr bg1="lt1" tx1="dk1" bg2="lt2" tx2="dk2" accent1="accent1" accent2="accent2" accent3="accent3" accent4="accent4" accent5="accent5" accent6="accent6" hlink="hlink" folHlink="folHlink"/>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Sheet1!$A$2:$A$5</cx:f>
        <cx:lvl ptCount="4">
          <cx:pt idx="0">Category 1</cx:pt>
          <cx:pt idx="1">Category 2</cx:pt>
          <cx:pt idx="2">Category 3</cx:pt>
          <cx:pt idx="3">Category 4</cx:pt>
        </cx:lvl>
      </cx:strDim>
      <cx:numDim type="size">
        <cx:f dir="row">Sheet1!$D$2:$D$5</cx:f>
        <cx:lvl ptCount="4" formatCode="General">
          <cx:pt idx="0">2</cx:pt>
          <cx:pt idx="1">2</cx:pt>
          <cx:pt idx="2">3</cx:pt>
          <cx:pt idx="3">5</cx:pt>
        </cx:lvl>
      </cx:numDim>
    </cx:data>
  </cx:chartData>
  <cx:chart>
    <cx:title pos="t" align="ctr" overlay="0">
      <cx:tx>
        <cx:rich>
          <a:bodyPr rot="0" spcFirstLastPara="1" vertOverflow="ellipsis" vert="horz" wrap="square" lIns="38100" tIns="19050" rIns="38100" bIns="19050" anchor="ctr" anchorCtr="1" compatLnSpc="0"/>
          <a:lstStyle/>
          <a:p>
            <a:pPr algn="ctr" rtl="0">
              <a:defRPr sz="1862" b="0" i="0" u="none" strike="noStrike" kern="1200" spc="0" baseline="0">
                <a:solidFill>
                  <a:prstClr val="black">
                    <a:lumMod val="65000"/>
                    <a:lumOff val="35000"/>
                  </a:prstClr>
                </a:solidFill>
                <a:latin typeface="+mn-lt"/>
                <a:ea typeface="+mn-ea"/>
                <a:cs typeface="+mn-cs"/>
              </a:defRPr>
            </a:pPr>
            <a:r>
              <a:rPr kumimoji="0" lang="en-US" sz="1862" b="0" i="0" u="none" strike="noStrike" kern="1200" cap="none" spc="0" normalizeH="0" baseline="0" noProof="0">
                <a:ln>
                  <a:noFill/>
                </a:ln>
                <a:solidFill>
                  <a:prstClr val="black">
                    <a:lumMod val="65000"/>
                    <a:lumOff val="35000"/>
                  </a:prstClr>
                </a:solidFill>
                <a:effectLst/>
                <a:uLnTx/>
                <a:uFillTx/>
                <a:latin typeface="Calibri" panose="020F0502020204030204"/>
              </a:rPr>
              <a:t>Example 4</a:t>
            </a:r>
            <a:endParaRPr lang="en-IN"/>
          </a:p>
        </cx:rich>
      </cx:tx>
    </cx:title>
    <cx:plotArea>
      <cx:plotAreaRegion>
        <cx:series layoutId="sunburst" uniqueId="{805C83BB-10CE-4313-92A8-6C2842DC131C}">
          <cx:tx>
            <cx:txData>
              <cx:f>Sheet1!$D$1</cx:f>
              <cx:v>Series 3</cx:v>
            </cx:txData>
          </cx:tx>
          <cx:dataId val="0"/>
        </cx:series>
      </cx:plotAreaRegion>
    </cx:plotArea>
    <cx:legend pos="t" align="ctr" overlay="0"/>
  </cx:chart>
  <cx:clrMapOvr bg1="lt1" tx1="dk1" bg2="lt2" tx2="dk2" accent1="accent1" accent2="accent2" accent3="accent3" accent4="accent4" accent5="accent5" accent6="accent6" hlink="hlink" folHlink="folHlink"/>
</cx:chartSpace>
</file>

<file path=ppt/charts/chartEx4.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Sheet1!$A$2:$A$5</cx:f>
        <cx:lvl ptCount="4">
          <cx:pt idx="0">Category 1</cx:pt>
          <cx:pt idx="1">Category 2</cx:pt>
          <cx:pt idx="2">Category 3</cx:pt>
          <cx:pt idx="3">Category 4</cx:pt>
        </cx:lvl>
      </cx:strDim>
      <cx:numDim type="size">
        <cx:f dir="row">Sheet1!$D$2:$D$5</cx:f>
        <cx:lvl ptCount="4" formatCode="General">
          <cx:pt idx="0">2</cx:pt>
          <cx:pt idx="1">2</cx:pt>
          <cx:pt idx="2">3</cx:pt>
          <cx:pt idx="3">5</cx:pt>
        </cx:lvl>
      </cx:numDim>
    </cx:data>
  </cx:chartData>
  <cx:chart>
    <cx:title pos="t" align="ctr" overlay="0">
      <cx:tx>
        <cx:rich>
          <a:bodyPr rot="0" spcFirstLastPara="1" vertOverflow="ellipsis" vert="horz" wrap="square" lIns="38100" tIns="19050" rIns="38100" bIns="19050" anchor="ctr" anchorCtr="1" compatLnSpc="0"/>
          <a:lstStyle/>
          <a:p>
            <a:pPr algn="ctr" rtl="0">
              <a:defRPr sz="1862" b="0" i="0" u="none" strike="noStrike" kern="1200" spc="0" baseline="0">
                <a:solidFill>
                  <a:prstClr val="black">
                    <a:lumMod val="65000"/>
                    <a:lumOff val="35000"/>
                  </a:prstClr>
                </a:solidFill>
                <a:latin typeface="+mn-lt"/>
                <a:ea typeface="+mn-ea"/>
                <a:cs typeface="+mn-cs"/>
              </a:defRPr>
            </a:pPr>
            <a:r>
              <a:rPr kumimoji="0" lang="en-US" sz="1862" b="0" i="0" u="none" strike="noStrike" kern="1200" cap="none" spc="0" normalizeH="0" baseline="0" noProof="0">
                <a:ln>
                  <a:noFill/>
                </a:ln>
                <a:solidFill>
                  <a:prstClr val="black">
                    <a:lumMod val="65000"/>
                    <a:lumOff val="35000"/>
                  </a:prstClr>
                </a:solidFill>
                <a:effectLst/>
                <a:uLnTx/>
                <a:uFillTx/>
                <a:latin typeface="Calibri" panose="020F0502020204030204"/>
              </a:rPr>
              <a:t>Example 4</a:t>
            </a:r>
            <a:endParaRPr lang="en-IN"/>
          </a:p>
        </cx:rich>
      </cx:tx>
    </cx:title>
    <cx:plotArea>
      <cx:plotAreaRegion>
        <cx:series layoutId="sunburst" uniqueId="{805C83BB-10CE-4313-92A8-6C2842DC131C}">
          <cx:tx>
            <cx:txData>
              <cx:f>Sheet1!$D$1</cx:f>
              <cx:v>Series 3</cx:v>
            </cx:txData>
          </cx:tx>
          <cx:dataId val="0"/>
        </cx:series>
      </cx:plotAreaRegion>
    </cx:plotArea>
    <cx:legend pos="t" align="ctr" overlay="0"/>
  </cx:chart>
  <cx:clrMapOvr bg1="lt1" tx1="dk1" bg2="lt2" tx2="dk2" accent1="accent1" accent2="accent2" accent3="accent3" accent4="accent4" accent5="accent5" accent6="accent6" hlink="hlink" folHlink="folHlink"/>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8AA28F81-3194-A742-8464-20FDC695DFAC}" type="datetimeFigureOut">
              <a:rPr lang="en-US" smtClean="0"/>
              <a:t>8/5/2026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42A4A2D6-9343-EA48-9CF8-7D855C478023}" type="slidenum">
              <a:rPr lang="en-US" smtClean="0"/>
              <a:t>‹#›</a:t>
            </a:fld>
            <a:endParaRPr lang="en-US"/>
          </a:p>
        </p:txBody>
      </p:sp>
    </p:spTree>
    <p:extLst>
      <p:ext uri="{BB962C8B-B14F-4D97-AF65-F5344CB8AC3E}">
        <p14:creationId xmlns:p14="http://schemas.microsoft.com/office/powerpoint/2010/main" val="4290113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chart" Target="../charts/chart3.xml"/><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3.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4.xml"/><Relationship Id="rId4" Type="http://schemas.openxmlformats.org/officeDocument/2006/relationships/hyperlink" Target="http://bit.ly/2TtBDfr" TargetMode="Externa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3" Type="http://schemas.microsoft.com/office/2014/relationships/chartEx" Target="../charts/chartEx2.xml"/><Relationship Id="rId2" Type="http://schemas.openxmlformats.org/officeDocument/2006/relationships/chart" Target="../charts/chart6.xml"/><Relationship Id="rId1" Type="http://schemas.openxmlformats.org/officeDocument/2006/relationships/slideMaster" Target="../slideMasters/slideMaster6.xml"/><Relationship Id="rId4" Type="http://schemas.openxmlformats.org/officeDocument/2006/relationships/image" Target="../media/image4.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6.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7.xml"/><Relationship Id="rId4" Type="http://schemas.openxmlformats.org/officeDocument/2006/relationships/hyperlink" Target="http://bit.ly/2TtBDfr" TargetMode="Externa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9.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15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Master" Target="../slideMasters/slideMaster9.xml"/></Relationships>
</file>

<file path=ppt/slideLayouts/_rels/slideLayout159.xml.rels><?xml version="1.0" encoding="UTF-8" standalone="yes"?>
<Relationships xmlns="http://schemas.openxmlformats.org/package/2006/relationships"><Relationship Id="rId3" Type="http://schemas.microsoft.com/office/2014/relationships/chartEx" Target="../charts/chartEx3.xml"/><Relationship Id="rId2" Type="http://schemas.openxmlformats.org/officeDocument/2006/relationships/chart" Target="../charts/chart9.xml"/><Relationship Id="rId1" Type="http://schemas.openxmlformats.org/officeDocument/2006/relationships/slideMaster" Target="../slideMasters/slideMaster9.xml"/><Relationship Id="rId4" Type="http://schemas.openxmlformats.org/officeDocument/2006/relationships/image" Target="../media/image4.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9.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0.xml"/><Relationship Id="rId4" Type="http://schemas.openxmlformats.org/officeDocument/2006/relationships/hyperlink" Target="http://bit.ly/2TtBDfr" TargetMode="Externa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0.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2.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2.xml"/></Relationships>
</file>

<file path=ppt/slideLayouts/_rels/slideLayout213.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Master" Target="../slideMasters/slideMaster12.xml"/></Relationships>
</file>

<file path=ppt/slideLayouts/_rels/slideLayout214.xml.rels><?xml version="1.0" encoding="UTF-8" standalone="yes"?>
<Relationships xmlns="http://schemas.openxmlformats.org/package/2006/relationships"><Relationship Id="rId3" Type="http://schemas.microsoft.com/office/2014/relationships/chartEx" Target="../charts/chartEx4.xml"/><Relationship Id="rId2" Type="http://schemas.openxmlformats.org/officeDocument/2006/relationships/chart" Target="../charts/chart12.xml"/><Relationship Id="rId1" Type="http://schemas.openxmlformats.org/officeDocument/2006/relationships/slideMaster" Target="../slideMasters/slideMaster12.xml"/><Relationship Id="rId4" Type="http://schemas.openxmlformats.org/officeDocument/2006/relationships/image" Target="../media/image4.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2.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14" y="0"/>
            <a:ext cx="12191948" cy="6858000"/>
            <a:chOff x="-11" y="0"/>
            <a:chExt cx="9143961" cy="5143500"/>
          </a:xfrm>
        </p:grpSpPr>
        <p:sp>
          <p:nvSpPr>
            <p:cNvPr id="10" name="Google Shape;10;p2"/>
            <p:cNvSpPr/>
            <p:nvPr/>
          </p:nvSpPr>
          <p:spPr>
            <a:xfrm>
              <a:off x="7854550" y="202020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 name="Google Shape;11;p2"/>
            <p:cNvSpPr/>
            <p:nvPr/>
          </p:nvSpPr>
          <p:spPr>
            <a:xfrm>
              <a:off x="6780400" y="1853711"/>
              <a:ext cx="2010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 name="Google Shape;12;p2"/>
            <p:cNvSpPr/>
            <p:nvPr/>
          </p:nvSpPr>
          <p:spPr>
            <a:xfrm>
              <a:off x="8325550" y="1608144"/>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 name="Google Shape;13;p2"/>
            <p:cNvSpPr/>
            <p:nvPr/>
          </p:nvSpPr>
          <p:spPr>
            <a:xfrm>
              <a:off x="8064500" y="2099322"/>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 name="Google Shape;14;p2"/>
            <p:cNvSpPr/>
            <p:nvPr/>
          </p:nvSpPr>
          <p:spPr>
            <a:xfrm>
              <a:off x="0" y="0"/>
              <a:ext cx="352500" cy="1976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 name="Google Shape;15;p2"/>
            <p:cNvSpPr/>
            <p:nvPr/>
          </p:nvSpPr>
          <p:spPr>
            <a:xfrm rot="10800000">
              <a:off x="352600" y="4409825"/>
              <a:ext cx="1889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 name="Google Shape;16;p2"/>
            <p:cNvSpPr/>
            <p:nvPr/>
          </p:nvSpPr>
          <p:spPr>
            <a:xfrm rot="10800000">
              <a:off x="-11" y="4655393"/>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7" name="Google Shape;17;p2"/>
          <p:cNvSpPr txBox="1">
            <a:spLocks noGrp="1"/>
          </p:cNvSpPr>
          <p:nvPr>
            <p:ph type="ctrTitle"/>
          </p:nvPr>
        </p:nvSpPr>
        <p:spPr>
          <a:xfrm>
            <a:off x="1205833" y="1448733"/>
            <a:ext cx="7418800" cy="33324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4500" b="0">
                <a:latin typeface="Inter ExtraBold"/>
                <a:ea typeface="Inter ExtraBold"/>
                <a:cs typeface="Inter ExtraBold"/>
                <a:sym typeface="Inter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8" name="Google Shape;18;p2"/>
          <p:cNvSpPr txBox="1">
            <a:spLocks noGrp="1"/>
          </p:cNvSpPr>
          <p:nvPr>
            <p:ph type="subTitle" idx="1"/>
          </p:nvPr>
        </p:nvSpPr>
        <p:spPr>
          <a:xfrm>
            <a:off x="1205833" y="4665833"/>
            <a:ext cx="7418800" cy="696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None/>
              <a:defRPr sz="1800">
                <a:latin typeface="Inter"/>
                <a:ea typeface="Inter"/>
                <a:cs typeface="Inter"/>
                <a:sym typeface="Inter"/>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377856877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
        <p:cNvGrpSpPr/>
        <p:nvPr/>
      </p:nvGrpSpPr>
      <p:grpSpPr>
        <a:xfrm>
          <a:off x="0" y="0"/>
          <a:ext cx="0" cy="0"/>
          <a:chOff x="0" y="0"/>
          <a:chExt cx="0" cy="0"/>
        </a:xfrm>
      </p:grpSpPr>
      <p:grpSp>
        <p:nvGrpSpPr>
          <p:cNvPr id="20" name="Google Shape;20;p3"/>
          <p:cNvGrpSpPr/>
          <p:nvPr/>
        </p:nvGrpSpPr>
        <p:grpSpPr>
          <a:xfrm>
            <a:off x="0" y="-3299"/>
            <a:ext cx="10813867" cy="6861300"/>
            <a:chOff x="0" y="-2475"/>
            <a:chExt cx="8110400" cy="5145975"/>
          </a:xfrm>
        </p:grpSpPr>
        <p:sp>
          <p:nvSpPr>
            <p:cNvPr id="21" name="Google Shape;21;p3"/>
            <p:cNvSpPr/>
            <p:nvPr/>
          </p:nvSpPr>
          <p:spPr>
            <a:xfrm>
              <a:off x="6821000" y="202020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 name="Google Shape;22;p3"/>
            <p:cNvSpPr/>
            <p:nvPr/>
          </p:nvSpPr>
          <p:spPr>
            <a:xfrm rot="10800000">
              <a:off x="0" y="-2475"/>
              <a:ext cx="565200" cy="539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 name="Google Shape;23;p3"/>
            <p:cNvSpPr/>
            <p:nvPr/>
          </p:nvSpPr>
          <p:spPr>
            <a:xfrm>
              <a:off x="0" y="507600"/>
              <a:ext cx="229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 name="Google Shape;24;p3"/>
            <p:cNvSpPr/>
            <p:nvPr/>
          </p:nvSpPr>
          <p:spPr>
            <a:xfrm>
              <a:off x="6964375" y="175576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 name="Google Shape;25;p3"/>
            <p:cNvSpPr/>
            <p:nvPr/>
          </p:nvSpPr>
          <p:spPr>
            <a:xfrm>
              <a:off x="6703325" y="2246947"/>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 name="Google Shape;26;p3"/>
            <p:cNvSpPr/>
            <p:nvPr/>
          </p:nvSpPr>
          <p:spPr>
            <a:xfrm>
              <a:off x="5504875" y="2001350"/>
              <a:ext cx="1925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7" name="Google Shape;27;p3"/>
          <p:cNvSpPr txBox="1">
            <a:spLocks noGrp="1"/>
          </p:cNvSpPr>
          <p:nvPr>
            <p:ph type="title"/>
          </p:nvPr>
        </p:nvSpPr>
        <p:spPr>
          <a:xfrm>
            <a:off x="1277033" y="2341033"/>
            <a:ext cx="5977200" cy="2594800"/>
          </a:xfrm>
          <a:prstGeom prst="rect">
            <a:avLst/>
          </a:prstGeom>
        </p:spPr>
        <p:txBody>
          <a:bodyPr spcFirstLastPara="1" wrap="square" lIns="91425" tIns="91425" rIns="91425" bIns="91425" anchor="ctr" anchorCtr="0">
            <a:noAutofit/>
          </a:bodyPr>
          <a:lstStyle>
            <a:lvl1pPr lvl="0" algn="l">
              <a:spcBef>
                <a:spcPts val="0"/>
              </a:spcBef>
              <a:spcAft>
                <a:spcPts val="0"/>
              </a:spcAft>
              <a:buSzPts val="3600"/>
              <a:buNone/>
              <a:defRPr sz="5000" b="1"/>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28" name="Google Shape;28;p3"/>
          <p:cNvSpPr txBox="1">
            <a:spLocks noGrp="1"/>
          </p:cNvSpPr>
          <p:nvPr>
            <p:ph type="subTitle" idx="1"/>
          </p:nvPr>
        </p:nvSpPr>
        <p:spPr>
          <a:xfrm>
            <a:off x="1277033" y="4816200"/>
            <a:ext cx="4533200" cy="8444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29" name="Google Shape;29;p3"/>
          <p:cNvSpPr txBox="1">
            <a:spLocks noGrp="1"/>
          </p:cNvSpPr>
          <p:nvPr>
            <p:ph type="title" idx="2" hasCustomPrompt="1"/>
          </p:nvPr>
        </p:nvSpPr>
        <p:spPr>
          <a:xfrm>
            <a:off x="1243167" y="1237533"/>
            <a:ext cx="1954400" cy="1243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65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5749924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0"/>
        <p:cNvGrpSpPr/>
        <p:nvPr/>
      </p:nvGrpSpPr>
      <p:grpSpPr>
        <a:xfrm>
          <a:off x="0" y="0"/>
          <a:ext cx="0" cy="0"/>
          <a:chOff x="0" y="0"/>
          <a:chExt cx="0" cy="0"/>
        </a:xfrm>
      </p:grpSpPr>
      <p:grpSp>
        <p:nvGrpSpPr>
          <p:cNvPr id="31" name="Google Shape;31;p4"/>
          <p:cNvGrpSpPr/>
          <p:nvPr/>
        </p:nvGrpSpPr>
        <p:grpSpPr>
          <a:xfrm>
            <a:off x="0" y="0"/>
            <a:ext cx="12192000" cy="6858000"/>
            <a:chOff x="0" y="0"/>
            <a:chExt cx="9144000" cy="5143500"/>
          </a:xfrm>
        </p:grpSpPr>
        <p:sp>
          <p:nvSpPr>
            <p:cNvPr id="32" name="Google Shape;32;p4"/>
            <p:cNvSpPr/>
            <p:nvPr/>
          </p:nvSpPr>
          <p:spPr>
            <a:xfrm>
              <a:off x="8925600" y="0"/>
              <a:ext cx="218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3" name="Google Shape;33;p4"/>
            <p:cNvSpPr/>
            <p:nvPr/>
          </p:nvSpPr>
          <p:spPr>
            <a:xfrm>
              <a:off x="0" y="2020200"/>
              <a:ext cx="218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 name="Google Shape;34;p4"/>
            <p:cNvSpPr/>
            <p:nvPr/>
          </p:nvSpPr>
          <p:spPr>
            <a:xfrm>
              <a:off x="0" y="1608150"/>
              <a:ext cx="358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5" name="Google Shape;35;p4"/>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36" name="Google Shape;36;p4"/>
          <p:cNvSpPr txBox="1">
            <a:spLocks noGrp="1"/>
          </p:cNvSpPr>
          <p:nvPr>
            <p:ph type="body" idx="1"/>
          </p:nvPr>
        </p:nvSpPr>
        <p:spPr>
          <a:xfrm>
            <a:off x="951200" y="1394253"/>
            <a:ext cx="10289600" cy="47540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rgbClr val="434343"/>
              </a:buClr>
              <a:buSzPts val="1200"/>
              <a:buFont typeface="Inter"/>
              <a:buAutoNum type="arabicPeriod"/>
              <a:defRPr sz="1100">
                <a:latin typeface="Inter"/>
                <a:ea typeface="Inter"/>
                <a:cs typeface="Inter"/>
                <a:sym typeface="Inter"/>
              </a:defRPr>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pPr lvl="0"/>
            <a:r>
              <a:rPr lang="en-US"/>
              <a:t>Click to edit Master text styles</a:t>
            </a:r>
          </a:p>
        </p:txBody>
      </p:sp>
    </p:spTree>
    <p:extLst>
      <p:ext uri="{BB962C8B-B14F-4D97-AF65-F5344CB8AC3E}">
        <p14:creationId xmlns:p14="http://schemas.microsoft.com/office/powerpoint/2010/main" val="37638103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7"/>
        <p:cNvGrpSpPr/>
        <p:nvPr/>
      </p:nvGrpSpPr>
      <p:grpSpPr>
        <a:xfrm>
          <a:off x="0" y="0"/>
          <a:ext cx="0" cy="0"/>
          <a:chOff x="0" y="0"/>
          <a:chExt cx="0" cy="0"/>
        </a:xfrm>
      </p:grpSpPr>
      <p:grpSp>
        <p:nvGrpSpPr>
          <p:cNvPr id="38" name="Google Shape;38;p5"/>
          <p:cNvGrpSpPr/>
          <p:nvPr/>
        </p:nvGrpSpPr>
        <p:grpSpPr>
          <a:xfrm>
            <a:off x="-166" y="0"/>
            <a:ext cx="12192167" cy="6858000"/>
            <a:chOff x="-125" y="0"/>
            <a:chExt cx="9144125" cy="5143500"/>
          </a:xfrm>
        </p:grpSpPr>
        <p:sp>
          <p:nvSpPr>
            <p:cNvPr id="39" name="Google Shape;39;p5"/>
            <p:cNvSpPr/>
            <p:nvPr/>
          </p:nvSpPr>
          <p:spPr>
            <a:xfrm rot="10800000">
              <a:off x="-100" y="4804200"/>
              <a:ext cx="430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 name="Google Shape;40;p5"/>
            <p:cNvSpPr/>
            <p:nvPr/>
          </p:nvSpPr>
          <p:spPr>
            <a:xfrm rot="10800000">
              <a:off x="7711500"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 name="Google Shape;41;p5"/>
            <p:cNvSpPr/>
            <p:nvPr/>
          </p:nvSpPr>
          <p:spPr>
            <a:xfrm rot="10800000">
              <a:off x="-125" y="4766475"/>
              <a:ext cx="1041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 name="Google Shape;42;p5"/>
            <p:cNvSpPr/>
            <p:nvPr/>
          </p:nvSpPr>
          <p:spPr>
            <a:xfrm rot="10800000">
              <a:off x="8394000" y="310875"/>
              <a:ext cx="750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3" name="Google Shape;43;p5"/>
          <p:cNvSpPr txBox="1">
            <a:spLocks noGrp="1"/>
          </p:cNvSpPr>
          <p:nvPr>
            <p:ph type="title"/>
          </p:nvPr>
        </p:nvSpPr>
        <p:spPr>
          <a:xfrm>
            <a:off x="951200" y="500087"/>
            <a:ext cx="102896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44" name="Google Shape;44;p5"/>
          <p:cNvSpPr txBox="1">
            <a:spLocks noGrp="1"/>
          </p:cNvSpPr>
          <p:nvPr>
            <p:ph type="body" idx="1"/>
          </p:nvPr>
        </p:nvSpPr>
        <p:spPr>
          <a:xfrm>
            <a:off x="1611600" y="3633949"/>
            <a:ext cx="4128800" cy="1139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45" name="Google Shape;45;p5"/>
          <p:cNvSpPr txBox="1">
            <a:spLocks noGrp="1"/>
          </p:cNvSpPr>
          <p:nvPr>
            <p:ph type="body" idx="2"/>
          </p:nvPr>
        </p:nvSpPr>
        <p:spPr>
          <a:xfrm>
            <a:off x="6451600" y="3633949"/>
            <a:ext cx="4128800" cy="1139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46" name="Google Shape;46;p5"/>
          <p:cNvSpPr txBox="1">
            <a:spLocks noGrp="1"/>
          </p:cNvSpPr>
          <p:nvPr>
            <p:ph type="title" idx="3"/>
          </p:nvPr>
        </p:nvSpPr>
        <p:spPr>
          <a:xfrm>
            <a:off x="1611600" y="3146984"/>
            <a:ext cx="4128800" cy="558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7" name="Google Shape;47;p5"/>
          <p:cNvSpPr txBox="1">
            <a:spLocks noGrp="1"/>
          </p:cNvSpPr>
          <p:nvPr>
            <p:ph type="title" idx="4"/>
          </p:nvPr>
        </p:nvSpPr>
        <p:spPr>
          <a:xfrm>
            <a:off x="6451600" y="3146984"/>
            <a:ext cx="4128800" cy="558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Tree>
    <p:extLst>
      <p:ext uri="{BB962C8B-B14F-4D97-AF65-F5344CB8AC3E}">
        <p14:creationId xmlns:p14="http://schemas.microsoft.com/office/powerpoint/2010/main" val="286675190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8"/>
        <p:cNvGrpSpPr/>
        <p:nvPr/>
      </p:nvGrpSpPr>
      <p:grpSpPr>
        <a:xfrm>
          <a:off x="0" y="0"/>
          <a:ext cx="0" cy="0"/>
          <a:chOff x="0" y="0"/>
          <a:chExt cx="0" cy="0"/>
        </a:xfrm>
      </p:grpSpPr>
      <p:sp>
        <p:nvSpPr>
          <p:cNvPr id="49" name="Google Shape;49;p6"/>
          <p:cNvSpPr/>
          <p:nvPr/>
        </p:nvSpPr>
        <p:spPr>
          <a:xfrm rot="10800000" flipH="1">
            <a:off x="-1401" y="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0" name="Google Shape;50;p6"/>
          <p:cNvSpPr/>
          <p:nvPr/>
        </p:nvSpPr>
        <p:spPr>
          <a:xfrm flipH="1">
            <a:off x="10282000" y="640560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1" name="Google Shape;51;p6"/>
          <p:cNvSpPr/>
          <p:nvPr/>
        </p:nvSpPr>
        <p:spPr>
          <a:xfrm rot="10800000">
            <a:off x="100" y="4145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2" name="Google Shape;52;p6"/>
          <p:cNvSpPr/>
          <p:nvPr/>
        </p:nvSpPr>
        <p:spPr>
          <a:xfrm>
            <a:off x="11691794" y="5892644"/>
            <a:ext cx="497805"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3" name="Google Shape;53;p6"/>
          <p:cNvSpPr/>
          <p:nvPr/>
        </p:nvSpPr>
        <p:spPr>
          <a:xfrm>
            <a:off x="11533007" y="6547548"/>
            <a:ext cx="545068"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4" name="Google Shape;54;p6"/>
          <p:cNvSpPr txBox="1">
            <a:spLocks noGrp="1"/>
          </p:cNvSpPr>
          <p:nvPr>
            <p:ph type="title"/>
          </p:nvPr>
        </p:nvSpPr>
        <p:spPr>
          <a:xfrm>
            <a:off x="641933" y="500167"/>
            <a:ext cx="10907600" cy="76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5"/>
              </a:buClr>
              <a:buSzPts val="2800"/>
              <a:buNone/>
              <a:defRPr/>
            </a:lvl1pPr>
            <a:lvl2pPr lvl="1">
              <a:spcBef>
                <a:spcPts val="0"/>
              </a:spcBef>
              <a:spcAft>
                <a:spcPts val="0"/>
              </a:spcAft>
              <a:buClr>
                <a:schemeClr val="accent5"/>
              </a:buClr>
              <a:buSzPts val="2800"/>
              <a:buNone/>
              <a:defRPr>
                <a:solidFill>
                  <a:schemeClr val="accent5"/>
                </a:solidFill>
              </a:defRPr>
            </a:lvl2pPr>
            <a:lvl3pPr lvl="2">
              <a:spcBef>
                <a:spcPts val="0"/>
              </a:spcBef>
              <a:spcAft>
                <a:spcPts val="0"/>
              </a:spcAft>
              <a:buClr>
                <a:schemeClr val="accent5"/>
              </a:buClr>
              <a:buSzPts val="2800"/>
              <a:buNone/>
              <a:defRPr>
                <a:solidFill>
                  <a:schemeClr val="accent5"/>
                </a:solidFill>
              </a:defRPr>
            </a:lvl3pPr>
            <a:lvl4pPr lvl="3">
              <a:spcBef>
                <a:spcPts val="0"/>
              </a:spcBef>
              <a:spcAft>
                <a:spcPts val="0"/>
              </a:spcAft>
              <a:buClr>
                <a:schemeClr val="accent5"/>
              </a:buClr>
              <a:buSzPts val="2800"/>
              <a:buNone/>
              <a:defRPr>
                <a:solidFill>
                  <a:schemeClr val="accent5"/>
                </a:solidFill>
              </a:defRPr>
            </a:lvl4pPr>
            <a:lvl5pPr lvl="4">
              <a:spcBef>
                <a:spcPts val="0"/>
              </a:spcBef>
              <a:spcAft>
                <a:spcPts val="0"/>
              </a:spcAft>
              <a:buClr>
                <a:schemeClr val="accent5"/>
              </a:buClr>
              <a:buSzPts val="2800"/>
              <a:buNone/>
              <a:defRPr>
                <a:solidFill>
                  <a:schemeClr val="accent5"/>
                </a:solidFill>
              </a:defRPr>
            </a:lvl5pPr>
            <a:lvl6pPr lvl="5">
              <a:spcBef>
                <a:spcPts val="0"/>
              </a:spcBef>
              <a:spcAft>
                <a:spcPts val="0"/>
              </a:spcAft>
              <a:buClr>
                <a:schemeClr val="accent5"/>
              </a:buClr>
              <a:buSzPts val="2800"/>
              <a:buNone/>
              <a:defRPr>
                <a:solidFill>
                  <a:schemeClr val="accent5"/>
                </a:solidFill>
              </a:defRPr>
            </a:lvl6pPr>
            <a:lvl7pPr lvl="6">
              <a:spcBef>
                <a:spcPts val="0"/>
              </a:spcBef>
              <a:spcAft>
                <a:spcPts val="0"/>
              </a:spcAft>
              <a:buClr>
                <a:schemeClr val="accent5"/>
              </a:buClr>
              <a:buSzPts val="2800"/>
              <a:buNone/>
              <a:defRPr>
                <a:solidFill>
                  <a:schemeClr val="accent5"/>
                </a:solidFill>
              </a:defRPr>
            </a:lvl7pPr>
            <a:lvl8pPr lvl="7">
              <a:spcBef>
                <a:spcPts val="0"/>
              </a:spcBef>
              <a:spcAft>
                <a:spcPts val="0"/>
              </a:spcAft>
              <a:buClr>
                <a:schemeClr val="accent5"/>
              </a:buClr>
              <a:buSzPts val="2800"/>
              <a:buNone/>
              <a:defRPr>
                <a:solidFill>
                  <a:schemeClr val="accent5"/>
                </a:solidFill>
              </a:defRPr>
            </a:lvl8pPr>
            <a:lvl9pPr lvl="8">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
        <p:nvSpPr>
          <p:cNvPr id="55" name="Google Shape;55;p6"/>
          <p:cNvSpPr/>
          <p:nvPr/>
        </p:nvSpPr>
        <p:spPr>
          <a:xfrm>
            <a:off x="10682777" y="6220100"/>
            <a:ext cx="129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289140864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6"/>
        <p:cNvGrpSpPr/>
        <p:nvPr/>
      </p:nvGrpSpPr>
      <p:grpSpPr>
        <a:xfrm>
          <a:off x="0" y="0"/>
          <a:ext cx="0" cy="0"/>
          <a:chOff x="0" y="0"/>
          <a:chExt cx="0" cy="0"/>
        </a:xfrm>
      </p:grpSpPr>
      <p:grpSp>
        <p:nvGrpSpPr>
          <p:cNvPr id="57" name="Google Shape;57;p7"/>
          <p:cNvGrpSpPr/>
          <p:nvPr/>
        </p:nvGrpSpPr>
        <p:grpSpPr>
          <a:xfrm>
            <a:off x="286502" y="0"/>
            <a:ext cx="11905500" cy="6858000"/>
            <a:chOff x="214875" y="0"/>
            <a:chExt cx="8929125" cy="5143500"/>
          </a:xfrm>
        </p:grpSpPr>
        <p:sp>
          <p:nvSpPr>
            <p:cNvPr id="58" name="Google Shape;58;p7"/>
            <p:cNvSpPr/>
            <p:nvPr/>
          </p:nvSpPr>
          <p:spPr>
            <a:xfrm>
              <a:off x="713950" y="4297800"/>
              <a:ext cx="1289400" cy="845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9" name="Google Shape;59;p7"/>
            <p:cNvSpPr/>
            <p:nvPr/>
          </p:nvSpPr>
          <p:spPr>
            <a:xfrm>
              <a:off x="713950" y="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 name="Google Shape;60;p7"/>
            <p:cNvSpPr/>
            <p:nvPr/>
          </p:nvSpPr>
          <p:spPr>
            <a:xfrm rot="10800000">
              <a:off x="8315700" y="4804200"/>
              <a:ext cx="828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 name="Google Shape;61;p7"/>
            <p:cNvSpPr/>
            <p:nvPr/>
          </p:nvSpPr>
          <p:spPr>
            <a:xfrm rot="10800000">
              <a:off x="214875" y="920672"/>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 name="Google Shape;62;p7"/>
            <p:cNvSpPr/>
            <p:nvPr/>
          </p:nvSpPr>
          <p:spPr>
            <a:xfrm rot="10800000">
              <a:off x="398225" y="429494"/>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 name="Google Shape;63;p7"/>
            <p:cNvSpPr/>
            <p:nvPr/>
          </p:nvSpPr>
          <p:spPr>
            <a:xfrm rot="10800000">
              <a:off x="8690850" y="4766475"/>
              <a:ext cx="448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 name="Google Shape;64;p7"/>
            <p:cNvSpPr/>
            <p:nvPr/>
          </p:nvSpPr>
          <p:spPr>
            <a:xfrm rot="10800000">
              <a:off x="567550" y="675075"/>
              <a:ext cx="18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65" name="Google Shape;65;p7"/>
          <p:cNvSpPr txBox="1">
            <a:spLocks noGrp="1"/>
          </p:cNvSpPr>
          <p:nvPr>
            <p:ph type="title"/>
          </p:nvPr>
        </p:nvSpPr>
        <p:spPr>
          <a:xfrm>
            <a:off x="3861200" y="1249000"/>
            <a:ext cx="7379600" cy="1319200"/>
          </a:xfrm>
          <a:prstGeom prst="rect">
            <a:avLst/>
          </a:prstGeom>
        </p:spPr>
        <p:txBody>
          <a:bodyPr spcFirstLastPara="1" wrap="square" lIns="91425" tIns="91425" rIns="91425" bIns="91425" anchor="ctr" anchorCtr="0">
            <a:noAutofit/>
          </a:bodyPr>
          <a:lstStyle>
            <a:lvl1pPr lvl="0" algn="l">
              <a:spcBef>
                <a:spcPts val="0"/>
              </a:spcBef>
              <a:spcAft>
                <a:spcPts val="0"/>
              </a:spcAft>
              <a:buSzPts val="2400"/>
              <a:buNone/>
              <a:defRPr sz="3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US"/>
              <a:t>Click to edit Master title style</a:t>
            </a:r>
            <a:endParaRPr/>
          </a:p>
        </p:txBody>
      </p:sp>
      <p:sp>
        <p:nvSpPr>
          <p:cNvPr id="66" name="Google Shape;66;p7"/>
          <p:cNvSpPr txBox="1">
            <a:spLocks noGrp="1"/>
          </p:cNvSpPr>
          <p:nvPr>
            <p:ph type="body" idx="1"/>
          </p:nvPr>
        </p:nvSpPr>
        <p:spPr>
          <a:xfrm>
            <a:off x="3861200" y="2516200"/>
            <a:ext cx="6898400" cy="30928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rgbClr val="595959"/>
              </a:buClr>
              <a:buSzPts val="1400"/>
              <a:buFont typeface="Anaheim"/>
              <a:buChar char="●"/>
              <a:defRPr/>
            </a:lvl1pPr>
            <a:lvl2pPr marL="914400" lvl="1" indent="-317500">
              <a:spcBef>
                <a:spcPts val="1000"/>
              </a:spcBef>
              <a:spcAft>
                <a:spcPts val="0"/>
              </a:spcAft>
              <a:buClr>
                <a:srgbClr val="595959"/>
              </a:buClr>
              <a:buSzPts val="1400"/>
              <a:buFont typeface="Anaheim"/>
              <a:buChar char="○"/>
              <a:defRPr sz="1200"/>
            </a:lvl2pPr>
            <a:lvl3pPr marL="1371600" lvl="2" indent="-317500">
              <a:spcBef>
                <a:spcPts val="0"/>
              </a:spcBef>
              <a:spcAft>
                <a:spcPts val="0"/>
              </a:spcAft>
              <a:buClr>
                <a:srgbClr val="595959"/>
              </a:buClr>
              <a:buSzPts val="1400"/>
              <a:buFont typeface="Anaheim"/>
              <a:buChar char="■"/>
              <a:defRPr sz="1200"/>
            </a:lvl3pPr>
            <a:lvl4pPr marL="1828800" lvl="3" indent="-317500">
              <a:spcBef>
                <a:spcPts val="0"/>
              </a:spcBef>
              <a:spcAft>
                <a:spcPts val="0"/>
              </a:spcAft>
              <a:buClr>
                <a:srgbClr val="595959"/>
              </a:buClr>
              <a:buSzPts val="1400"/>
              <a:buFont typeface="Anaheim"/>
              <a:buChar char="●"/>
              <a:defRPr sz="1200"/>
            </a:lvl4pPr>
            <a:lvl5pPr marL="2286000" lvl="4" indent="-317500">
              <a:spcBef>
                <a:spcPts val="0"/>
              </a:spcBef>
              <a:spcAft>
                <a:spcPts val="0"/>
              </a:spcAft>
              <a:buClr>
                <a:srgbClr val="595959"/>
              </a:buClr>
              <a:buSzPts val="1400"/>
              <a:buFont typeface="Anaheim"/>
              <a:buChar char="○"/>
              <a:defRPr sz="1200"/>
            </a:lvl5pPr>
            <a:lvl6pPr marL="2743200" lvl="5" indent="-317500">
              <a:spcBef>
                <a:spcPts val="0"/>
              </a:spcBef>
              <a:spcAft>
                <a:spcPts val="0"/>
              </a:spcAft>
              <a:buClr>
                <a:srgbClr val="595959"/>
              </a:buClr>
              <a:buSzPts val="1400"/>
              <a:buFont typeface="Anaheim"/>
              <a:buChar char="■"/>
              <a:defRPr sz="1200"/>
            </a:lvl6pPr>
            <a:lvl7pPr marL="3200400" lvl="6" indent="-317500">
              <a:spcBef>
                <a:spcPts val="0"/>
              </a:spcBef>
              <a:spcAft>
                <a:spcPts val="0"/>
              </a:spcAft>
              <a:buClr>
                <a:srgbClr val="595959"/>
              </a:buClr>
              <a:buSzPts val="1400"/>
              <a:buFont typeface="Anaheim"/>
              <a:buChar char="●"/>
              <a:defRPr sz="1200"/>
            </a:lvl7pPr>
            <a:lvl8pPr marL="3657600" lvl="7" indent="-317500">
              <a:spcBef>
                <a:spcPts val="0"/>
              </a:spcBef>
              <a:spcAft>
                <a:spcPts val="0"/>
              </a:spcAft>
              <a:buClr>
                <a:srgbClr val="595959"/>
              </a:buClr>
              <a:buSzPts val="1400"/>
              <a:buFont typeface="Anaheim"/>
              <a:buChar char="○"/>
              <a:defRPr sz="1200"/>
            </a:lvl8pPr>
            <a:lvl9pPr marL="4114800" lvl="8" indent="-317500">
              <a:spcBef>
                <a:spcPts val="0"/>
              </a:spcBef>
              <a:spcAft>
                <a:spcPts val="0"/>
              </a:spcAft>
              <a:buClr>
                <a:srgbClr val="595959"/>
              </a:buClr>
              <a:buSzPts val="1400"/>
              <a:buFont typeface="Anaheim"/>
              <a:buChar char="■"/>
              <a:defRPr sz="1200"/>
            </a:lvl9pPr>
          </a:lstStyle>
          <a:p>
            <a:pPr lvl="0"/>
            <a:r>
              <a:rPr lang="en-US"/>
              <a:t>Click to edit Master text styles</a:t>
            </a:r>
          </a:p>
        </p:txBody>
      </p:sp>
    </p:spTree>
    <p:extLst>
      <p:ext uri="{BB962C8B-B14F-4D97-AF65-F5344CB8AC3E}">
        <p14:creationId xmlns:p14="http://schemas.microsoft.com/office/powerpoint/2010/main" val="339939800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7"/>
        <p:cNvGrpSpPr/>
        <p:nvPr/>
      </p:nvGrpSpPr>
      <p:grpSpPr>
        <a:xfrm>
          <a:off x="0" y="0"/>
          <a:ext cx="0" cy="0"/>
          <a:chOff x="0" y="0"/>
          <a:chExt cx="0" cy="0"/>
        </a:xfrm>
      </p:grpSpPr>
      <p:grpSp>
        <p:nvGrpSpPr>
          <p:cNvPr id="68" name="Google Shape;68;p8"/>
          <p:cNvGrpSpPr/>
          <p:nvPr/>
        </p:nvGrpSpPr>
        <p:grpSpPr>
          <a:xfrm>
            <a:off x="2" y="2"/>
            <a:ext cx="12191993" cy="6858167"/>
            <a:chOff x="0" y="0"/>
            <a:chExt cx="9143995" cy="5143625"/>
          </a:xfrm>
        </p:grpSpPr>
        <p:grpSp>
          <p:nvGrpSpPr>
            <p:cNvPr id="69" name="Google Shape;69;p8"/>
            <p:cNvGrpSpPr/>
            <p:nvPr/>
          </p:nvGrpSpPr>
          <p:grpSpPr>
            <a:xfrm>
              <a:off x="0" y="0"/>
              <a:ext cx="9143995" cy="5143625"/>
              <a:chOff x="0" y="0"/>
              <a:chExt cx="9143995" cy="5143625"/>
            </a:xfrm>
          </p:grpSpPr>
          <p:sp>
            <p:nvSpPr>
              <p:cNvPr id="70" name="Google Shape;70;p8"/>
              <p:cNvSpPr/>
              <p:nvPr/>
            </p:nvSpPr>
            <p:spPr>
              <a:xfrm flipH="1">
                <a:off x="0" y="4188125"/>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 name="Google Shape;71;p8"/>
              <p:cNvSpPr/>
              <p:nvPr/>
            </p:nvSpPr>
            <p:spPr>
              <a:xfrm flipH="1">
                <a:off x="1751145" y="4419475"/>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 name="Google Shape;72;p8"/>
              <p:cNvSpPr/>
              <p:nvPr/>
            </p:nvSpPr>
            <p:spPr>
              <a:xfrm flipH="1">
                <a:off x="2151456" y="4665075"/>
                <a:ext cx="215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 name="Google Shape;73;p8"/>
              <p:cNvSpPr/>
              <p:nvPr/>
            </p:nvSpPr>
            <p:spPr>
              <a:xfrm>
                <a:off x="6416695" y="0"/>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 name="Google Shape;74;p8"/>
              <p:cNvSpPr/>
              <p:nvPr/>
            </p:nvSpPr>
            <p:spPr>
              <a:xfrm>
                <a:off x="4726699" y="231350"/>
                <a:ext cx="2694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 name="Google Shape;75;p8"/>
              <p:cNvSpPr/>
              <p:nvPr/>
            </p:nvSpPr>
            <p:spPr>
              <a:xfrm>
                <a:off x="6279349" y="722525"/>
                <a:ext cx="111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 name="Google Shape;76;p8"/>
              <p:cNvSpPr/>
              <p:nvPr/>
            </p:nvSpPr>
            <p:spPr>
              <a:xfrm>
                <a:off x="6858825" y="476950"/>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77" name="Google Shape;77;p8"/>
            <p:cNvSpPr/>
            <p:nvPr/>
          </p:nvSpPr>
          <p:spPr>
            <a:xfrm flipH="1">
              <a:off x="2074151" y="4910650"/>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78" name="Google Shape;78;p8"/>
          <p:cNvSpPr txBox="1">
            <a:spLocks noGrp="1"/>
          </p:cNvSpPr>
          <p:nvPr>
            <p:ph type="title"/>
          </p:nvPr>
        </p:nvSpPr>
        <p:spPr>
          <a:xfrm>
            <a:off x="1880300" y="1720700"/>
            <a:ext cx="8431600" cy="3506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5"/>
              </a:buClr>
              <a:buSzPts val="4800"/>
              <a:buNone/>
              <a:defRPr sz="9000"/>
            </a:lvl1pPr>
            <a:lvl2pPr lvl="1">
              <a:spcBef>
                <a:spcPts val="0"/>
              </a:spcBef>
              <a:spcAft>
                <a:spcPts val="0"/>
              </a:spcAft>
              <a:buClr>
                <a:schemeClr val="accent5"/>
              </a:buClr>
              <a:buSzPts val="4800"/>
              <a:buNone/>
              <a:defRPr sz="4800">
                <a:solidFill>
                  <a:schemeClr val="accent5"/>
                </a:solidFill>
              </a:defRPr>
            </a:lvl2pPr>
            <a:lvl3pPr lvl="2">
              <a:spcBef>
                <a:spcPts val="0"/>
              </a:spcBef>
              <a:spcAft>
                <a:spcPts val="0"/>
              </a:spcAft>
              <a:buClr>
                <a:schemeClr val="accent5"/>
              </a:buClr>
              <a:buSzPts val="4800"/>
              <a:buNone/>
              <a:defRPr sz="4800">
                <a:solidFill>
                  <a:schemeClr val="accent5"/>
                </a:solidFill>
              </a:defRPr>
            </a:lvl3pPr>
            <a:lvl4pPr lvl="3">
              <a:spcBef>
                <a:spcPts val="0"/>
              </a:spcBef>
              <a:spcAft>
                <a:spcPts val="0"/>
              </a:spcAft>
              <a:buClr>
                <a:schemeClr val="accent5"/>
              </a:buClr>
              <a:buSzPts val="4800"/>
              <a:buNone/>
              <a:defRPr sz="4800">
                <a:solidFill>
                  <a:schemeClr val="accent5"/>
                </a:solidFill>
              </a:defRPr>
            </a:lvl4pPr>
            <a:lvl5pPr lvl="4">
              <a:spcBef>
                <a:spcPts val="0"/>
              </a:spcBef>
              <a:spcAft>
                <a:spcPts val="0"/>
              </a:spcAft>
              <a:buClr>
                <a:schemeClr val="accent5"/>
              </a:buClr>
              <a:buSzPts val="4800"/>
              <a:buNone/>
              <a:defRPr sz="4800">
                <a:solidFill>
                  <a:schemeClr val="accent5"/>
                </a:solidFill>
              </a:defRPr>
            </a:lvl5pPr>
            <a:lvl6pPr lvl="5">
              <a:spcBef>
                <a:spcPts val="0"/>
              </a:spcBef>
              <a:spcAft>
                <a:spcPts val="0"/>
              </a:spcAft>
              <a:buClr>
                <a:schemeClr val="accent5"/>
              </a:buClr>
              <a:buSzPts val="4800"/>
              <a:buNone/>
              <a:defRPr sz="4800">
                <a:solidFill>
                  <a:schemeClr val="accent5"/>
                </a:solidFill>
              </a:defRPr>
            </a:lvl6pPr>
            <a:lvl7pPr lvl="6">
              <a:spcBef>
                <a:spcPts val="0"/>
              </a:spcBef>
              <a:spcAft>
                <a:spcPts val="0"/>
              </a:spcAft>
              <a:buClr>
                <a:schemeClr val="accent5"/>
              </a:buClr>
              <a:buSzPts val="4800"/>
              <a:buNone/>
              <a:defRPr sz="4800">
                <a:solidFill>
                  <a:schemeClr val="accent5"/>
                </a:solidFill>
              </a:defRPr>
            </a:lvl7pPr>
            <a:lvl8pPr lvl="7">
              <a:spcBef>
                <a:spcPts val="0"/>
              </a:spcBef>
              <a:spcAft>
                <a:spcPts val="0"/>
              </a:spcAft>
              <a:buClr>
                <a:schemeClr val="accent5"/>
              </a:buClr>
              <a:buSzPts val="4800"/>
              <a:buNone/>
              <a:defRPr sz="4800">
                <a:solidFill>
                  <a:schemeClr val="accent5"/>
                </a:solidFill>
              </a:defRPr>
            </a:lvl8pPr>
            <a:lvl9pPr lvl="8">
              <a:spcBef>
                <a:spcPts val="0"/>
              </a:spcBef>
              <a:spcAft>
                <a:spcPts val="0"/>
              </a:spcAft>
              <a:buClr>
                <a:schemeClr val="accent5"/>
              </a:buClr>
              <a:buSzPts val="4800"/>
              <a:buNone/>
              <a:defRPr sz="4800">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357271233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9"/>
        <p:cNvGrpSpPr/>
        <p:nvPr/>
      </p:nvGrpSpPr>
      <p:grpSpPr>
        <a:xfrm>
          <a:off x="0" y="0"/>
          <a:ext cx="0" cy="0"/>
          <a:chOff x="0" y="0"/>
          <a:chExt cx="0" cy="0"/>
        </a:xfrm>
      </p:grpSpPr>
      <p:grpSp>
        <p:nvGrpSpPr>
          <p:cNvPr id="80" name="Google Shape;80;p9"/>
          <p:cNvGrpSpPr/>
          <p:nvPr/>
        </p:nvGrpSpPr>
        <p:grpSpPr>
          <a:xfrm>
            <a:off x="-6" y="4600235"/>
            <a:ext cx="12191939" cy="2257767"/>
            <a:chOff x="-4" y="3450175"/>
            <a:chExt cx="9143954" cy="1693325"/>
          </a:xfrm>
        </p:grpSpPr>
        <p:sp>
          <p:nvSpPr>
            <p:cNvPr id="81" name="Google Shape;81;p9"/>
            <p:cNvSpPr/>
            <p:nvPr/>
          </p:nvSpPr>
          <p:spPr>
            <a:xfrm>
              <a:off x="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 name="Google Shape;82;p9"/>
            <p:cNvSpPr/>
            <p:nvPr/>
          </p:nvSpPr>
          <p:spPr>
            <a:xfrm rot="10800000">
              <a:off x="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 name="Google Shape;83;p9"/>
            <p:cNvSpPr/>
            <p:nvPr/>
          </p:nvSpPr>
          <p:spPr>
            <a:xfrm rot="10800000">
              <a:off x="-4"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 name="Google Shape;84;p9"/>
            <p:cNvSpPr/>
            <p:nvPr/>
          </p:nvSpPr>
          <p:spPr>
            <a:xfrm>
              <a:off x="8591950" y="3450175"/>
              <a:ext cx="552000" cy="16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85" name="Google Shape;85;p9"/>
          <p:cNvSpPr txBox="1">
            <a:spLocks noGrp="1"/>
          </p:cNvSpPr>
          <p:nvPr>
            <p:ph type="title"/>
          </p:nvPr>
        </p:nvSpPr>
        <p:spPr>
          <a:xfrm>
            <a:off x="1296433" y="2138100"/>
            <a:ext cx="5393600" cy="1548800"/>
          </a:xfrm>
          <a:prstGeom prst="rect">
            <a:avLst/>
          </a:prstGeom>
        </p:spPr>
        <p:txBody>
          <a:bodyPr spcFirstLastPara="1" wrap="square" lIns="91425" tIns="91425" rIns="91425" bIns="91425" anchor="b" anchorCtr="0">
            <a:noAutofit/>
          </a:bodyPr>
          <a:lstStyle>
            <a:lvl1pPr lvl="0" algn="l">
              <a:spcBef>
                <a:spcPts val="0"/>
              </a:spcBef>
              <a:spcAft>
                <a:spcPts val="0"/>
              </a:spcAft>
              <a:buSzPts val="4200"/>
              <a:buNone/>
              <a:defRPr sz="3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86" name="Google Shape;86;p9"/>
          <p:cNvSpPr txBox="1">
            <a:spLocks noGrp="1"/>
          </p:cNvSpPr>
          <p:nvPr>
            <p:ph type="subTitle" idx="1"/>
          </p:nvPr>
        </p:nvSpPr>
        <p:spPr>
          <a:xfrm>
            <a:off x="1296433" y="3596300"/>
            <a:ext cx="4853200" cy="1123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grpSp>
        <p:nvGrpSpPr>
          <p:cNvPr id="87" name="Google Shape;87;p9"/>
          <p:cNvGrpSpPr/>
          <p:nvPr/>
        </p:nvGrpSpPr>
        <p:grpSpPr>
          <a:xfrm>
            <a:off x="8" y="1560800"/>
            <a:ext cx="548401" cy="452400"/>
            <a:chOff x="8732704" y="1170600"/>
            <a:chExt cx="411301" cy="339300"/>
          </a:xfrm>
        </p:grpSpPr>
        <p:sp>
          <p:nvSpPr>
            <p:cNvPr id="88" name="Google Shape;88;p9"/>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 name="Google Shape;89;p9"/>
            <p:cNvSpPr/>
            <p:nvPr/>
          </p:nvSpPr>
          <p:spPr>
            <a:xfrm rot="10800000">
              <a:off x="87327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301857325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0"/>
        <p:cNvGrpSpPr/>
        <p:nvPr/>
      </p:nvGrpSpPr>
      <p:grpSpPr>
        <a:xfrm>
          <a:off x="0" y="0"/>
          <a:ext cx="0" cy="0"/>
          <a:chOff x="0" y="0"/>
          <a:chExt cx="0" cy="0"/>
        </a:xfrm>
      </p:grpSpPr>
      <p:grpSp>
        <p:nvGrpSpPr>
          <p:cNvPr id="91" name="Google Shape;91;p10"/>
          <p:cNvGrpSpPr/>
          <p:nvPr/>
        </p:nvGrpSpPr>
        <p:grpSpPr>
          <a:xfrm>
            <a:off x="-1402" y="0"/>
            <a:ext cx="12191195" cy="6858000"/>
            <a:chOff x="-1051" y="0"/>
            <a:chExt cx="9143396" cy="5143500"/>
          </a:xfrm>
        </p:grpSpPr>
        <p:sp>
          <p:nvSpPr>
            <p:cNvPr id="92" name="Google Shape;92;p10"/>
            <p:cNvSpPr/>
            <p:nvPr/>
          </p:nvSpPr>
          <p:spPr>
            <a:xfrm rot="10800000" flipH="1">
              <a:off x="-1051"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 name="Google Shape;93;p10"/>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 name="Google Shape;94;p10"/>
            <p:cNvSpPr/>
            <p:nvPr/>
          </p:nvSpPr>
          <p:spPr>
            <a:xfrm rot="10800000">
              <a:off x="75" y="31087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 name="Google Shape;95;p10"/>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 name="Google Shape;96;p10"/>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 name="Google Shape;97;p10"/>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98" name="Google Shape;98;p10"/>
          <p:cNvSpPr txBox="1">
            <a:spLocks noGrp="1"/>
          </p:cNvSpPr>
          <p:nvPr>
            <p:ph type="title"/>
          </p:nvPr>
        </p:nvSpPr>
        <p:spPr>
          <a:xfrm>
            <a:off x="6513959" y="581633"/>
            <a:ext cx="4853200" cy="14260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accent5"/>
              </a:buClr>
              <a:buSzPts val="2800"/>
              <a:buNone/>
              <a:defRPr sz="2600"/>
            </a:lvl1pPr>
            <a:lvl2pPr lvl="1">
              <a:spcBef>
                <a:spcPts val="0"/>
              </a:spcBef>
              <a:spcAft>
                <a:spcPts val="0"/>
              </a:spcAft>
              <a:buClr>
                <a:schemeClr val="accent5"/>
              </a:buClr>
              <a:buSzPts val="2800"/>
              <a:buNone/>
              <a:defRPr>
                <a:solidFill>
                  <a:schemeClr val="accent5"/>
                </a:solidFill>
                <a:latin typeface="Nunito"/>
                <a:ea typeface="Nunito"/>
                <a:cs typeface="Nunito"/>
                <a:sym typeface="Nunito"/>
              </a:defRPr>
            </a:lvl2pPr>
            <a:lvl3pPr lvl="2">
              <a:spcBef>
                <a:spcPts val="0"/>
              </a:spcBef>
              <a:spcAft>
                <a:spcPts val="0"/>
              </a:spcAft>
              <a:buClr>
                <a:schemeClr val="accent5"/>
              </a:buClr>
              <a:buSzPts val="2800"/>
              <a:buNone/>
              <a:defRPr>
                <a:solidFill>
                  <a:schemeClr val="accent5"/>
                </a:solidFill>
                <a:latin typeface="Nunito"/>
                <a:ea typeface="Nunito"/>
                <a:cs typeface="Nunito"/>
                <a:sym typeface="Nunito"/>
              </a:defRPr>
            </a:lvl3pPr>
            <a:lvl4pPr lvl="3">
              <a:spcBef>
                <a:spcPts val="0"/>
              </a:spcBef>
              <a:spcAft>
                <a:spcPts val="0"/>
              </a:spcAft>
              <a:buClr>
                <a:schemeClr val="accent5"/>
              </a:buClr>
              <a:buSzPts val="2800"/>
              <a:buNone/>
              <a:defRPr>
                <a:solidFill>
                  <a:schemeClr val="accent5"/>
                </a:solidFill>
                <a:latin typeface="Nunito"/>
                <a:ea typeface="Nunito"/>
                <a:cs typeface="Nunito"/>
                <a:sym typeface="Nunito"/>
              </a:defRPr>
            </a:lvl4pPr>
            <a:lvl5pPr lvl="4">
              <a:spcBef>
                <a:spcPts val="0"/>
              </a:spcBef>
              <a:spcAft>
                <a:spcPts val="0"/>
              </a:spcAft>
              <a:buClr>
                <a:schemeClr val="accent5"/>
              </a:buClr>
              <a:buSzPts val="2800"/>
              <a:buNone/>
              <a:defRPr>
                <a:solidFill>
                  <a:schemeClr val="accent5"/>
                </a:solidFill>
                <a:latin typeface="Nunito"/>
                <a:ea typeface="Nunito"/>
                <a:cs typeface="Nunito"/>
                <a:sym typeface="Nunito"/>
              </a:defRPr>
            </a:lvl5pPr>
            <a:lvl6pPr lvl="5">
              <a:spcBef>
                <a:spcPts val="0"/>
              </a:spcBef>
              <a:spcAft>
                <a:spcPts val="0"/>
              </a:spcAft>
              <a:buClr>
                <a:schemeClr val="accent5"/>
              </a:buClr>
              <a:buSzPts val="2800"/>
              <a:buNone/>
              <a:defRPr>
                <a:solidFill>
                  <a:schemeClr val="accent5"/>
                </a:solidFill>
                <a:latin typeface="Nunito"/>
                <a:ea typeface="Nunito"/>
                <a:cs typeface="Nunito"/>
                <a:sym typeface="Nunito"/>
              </a:defRPr>
            </a:lvl6pPr>
            <a:lvl7pPr lvl="6">
              <a:spcBef>
                <a:spcPts val="0"/>
              </a:spcBef>
              <a:spcAft>
                <a:spcPts val="0"/>
              </a:spcAft>
              <a:buClr>
                <a:schemeClr val="accent5"/>
              </a:buClr>
              <a:buSzPts val="2800"/>
              <a:buNone/>
              <a:defRPr>
                <a:solidFill>
                  <a:schemeClr val="accent5"/>
                </a:solidFill>
                <a:latin typeface="Nunito"/>
                <a:ea typeface="Nunito"/>
                <a:cs typeface="Nunito"/>
                <a:sym typeface="Nunito"/>
              </a:defRPr>
            </a:lvl7pPr>
            <a:lvl8pPr lvl="7">
              <a:spcBef>
                <a:spcPts val="0"/>
              </a:spcBef>
              <a:spcAft>
                <a:spcPts val="0"/>
              </a:spcAft>
              <a:buClr>
                <a:schemeClr val="accent5"/>
              </a:buClr>
              <a:buSzPts val="2800"/>
              <a:buNone/>
              <a:defRPr>
                <a:solidFill>
                  <a:schemeClr val="accent5"/>
                </a:solidFill>
                <a:latin typeface="Nunito"/>
                <a:ea typeface="Nunito"/>
                <a:cs typeface="Nunito"/>
                <a:sym typeface="Nunito"/>
              </a:defRPr>
            </a:lvl8pPr>
            <a:lvl9pPr lvl="8">
              <a:spcBef>
                <a:spcPts val="0"/>
              </a:spcBef>
              <a:spcAft>
                <a:spcPts val="0"/>
              </a:spcAft>
              <a:buClr>
                <a:schemeClr val="accent5"/>
              </a:buClr>
              <a:buSzPts val="2800"/>
              <a:buNone/>
              <a:defRPr>
                <a:solidFill>
                  <a:schemeClr val="accent5"/>
                </a:solidFill>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410159919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9"/>
        <p:cNvGrpSpPr/>
        <p:nvPr/>
      </p:nvGrpSpPr>
      <p:grpSpPr>
        <a:xfrm>
          <a:off x="0" y="0"/>
          <a:ext cx="0" cy="0"/>
          <a:chOff x="0" y="0"/>
          <a:chExt cx="0" cy="0"/>
        </a:xfrm>
      </p:grpSpPr>
      <p:grpSp>
        <p:nvGrpSpPr>
          <p:cNvPr id="100" name="Google Shape;100;p11"/>
          <p:cNvGrpSpPr/>
          <p:nvPr/>
        </p:nvGrpSpPr>
        <p:grpSpPr>
          <a:xfrm>
            <a:off x="13" y="67"/>
            <a:ext cx="12194556" cy="6857933"/>
            <a:chOff x="8" y="50"/>
            <a:chExt cx="9145917" cy="5143450"/>
          </a:xfrm>
        </p:grpSpPr>
        <p:sp>
          <p:nvSpPr>
            <p:cNvPr id="101" name="Google Shape;101;p11"/>
            <p:cNvSpPr/>
            <p:nvPr/>
          </p:nvSpPr>
          <p:spPr>
            <a:xfrm rot="10800000">
              <a:off x="150" y="50"/>
              <a:ext cx="3101400" cy="1155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 name="Google Shape;102;p11"/>
            <p:cNvSpPr/>
            <p:nvPr/>
          </p:nvSpPr>
          <p:spPr>
            <a:xfrm>
              <a:off x="6166025" y="4090075"/>
              <a:ext cx="2979900" cy="105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3" name="Google Shape;103;p11"/>
            <p:cNvSpPr/>
            <p:nvPr/>
          </p:nvSpPr>
          <p:spPr>
            <a:xfrm rot="10800000" flipH="1">
              <a:off x="77"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 name="Google Shape;104;p11"/>
            <p:cNvSpPr/>
            <p:nvPr/>
          </p:nvSpPr>
          <p:spPr>
            <a:xfrm rot="10800000">
              <a:off x="5646927" y="4910650"/>
              <a:ext cx="15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 name="Google Shape;105;p11"/>
            <p:cNvSpPr/>
            <p:nvPr/>
          </p:nvSpPr>
          <p:spPr>
            <a:xfrm rot="10800000">
              <a:off x="4541894" y="4419483"/>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 name="Google Shape;106;p11"/>
            <p:cNvSpPr/>
            <p:nvPr/>
          </p:nvSpPr>
          <p:spPr>
            <a:xfrm rot="10800000">
              <a:off x="6431591" y="4665050"/>
              <a:ext cx="1200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 name="Google Shape;107;p11"/>
            <p:cNvSpPr/>
            <p:nvPr/>
          </p:nvSpPr>
          <p:spPr>
            <a:xfrm rot="10800000" flipH="1">
              <a:off x="77"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 name="Google Shape;108;p11"/>
            <p:cNvSpPr/>
            <p:nvPr/>
          </p:nvSpPr>
          <p:spPr>
            <a:xfrm>
              <a:off x="2017" y="4804200"/>
              <a:ext cx="1715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 name="Google Shape;109;p11"/>
            <p:cNvSpPr/>
            <p:nvPr/>
          </p:nvSpPr>
          <p:spPr>
            <a:xfrm flipH="1">
              <a:off x="34" y="4910650"/>
              <a:ext cx="127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 name="Google Shape;110;p11"/>
            <p:cNvSpPr/>
            <p:nvPr/>
          </p:nvSpPr>
          <p:spPr>
            <a:xfrm flipH="1">
              <a:off x="8" y="4665075"/>
              <a:ext cx="713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11" name="Google Shape;111;p11"/>
            <p:cNvGrpSpPr/>
            <p:nvPr/>
          </p:nvGrpSpPr>
          <p:grpSpPr>
            <a:xfrm flipH="1">
              <a:off x="2021" y="178472"/>
              <a:ext cx="897900" cy="302453"/>
              <a:chOff x="8246106" y="178472"/>
              <a:chExt cx="897900" cy="302453"/>
            </a:xfrm>
          </p:grpSpPr>
          <p:sp>
            <p:nvSpPr>
              <p:cNvPr id="112" name="Google Shape;112;p11"/>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 name="Google Shape;113;p11"/>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14" name="Google Shape;114;p11"/>
          <p:cNvSpPr txBox="1">
            <a:spLocks noGrp="1"/>
          </p:cNvSpPr>
          <p:nvPr>
            <p:ph type="title" hasCustomPrompt="1"/>
          </p:nvPr>
        </p:nvSpPr>
        <p:spPr>
          <a:xfrm>
            <a:off x="1373467" y="1854584"/>
            <a:ext cx="9445200" cy="2365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2000"/>
              <a:buNone/>
              <a:defRPr sz="9000"/>
            </a:lvl1pPr>
            <a:lvl2pPr lvl="1" algn="ctr">
              <a:spcBef>
                <a:spcPts val="0"/>
              </a:spcBef>
              <a:spcAft>
                <a:spcPts val="0"/>
              </a:spcAft>
              <a:buClr>
                <a:schemeClr val="accent5"/>
              </a:buClr>
              <a:buSzPts val="12000"/>
              <a:buNone/>
              <a:defRPr sz="12000">
                <a:solidFill>
                  <a:schemeClr val="accent5"/>
                </a:solidFill>
              </a:defRPr>
            </a:lvl2pPr>
            <a:lvl3pPr lvl="2" algn="ctr">
              <a:spcBef>
                <a:spcPts val="0"/>
              </a:spcBef>
              <a:spcAft>
                <a:spcPts val="0"/>
              </a:spcAft>
              <a:buClr>
                <a:schemeClr val="accent5"/>
              </a:buClr>
              <a:buSzPts val="12000"/>
              <a:buNone/>
              <a:defRPr sz="12000">
                <a:solidFill>
                  <a:schemeClr val="accent5"/>
                </a:solidFill>
              </a:defRPr>
            </a:lvl3pPr>
            <a:lvl4pPr lvl="3" algn="ctr">
              <a:spcBef>
                <a:spcPts val="0"/>
              </a:spcBef>
              <a:spcAft>
                <a:spcPts val="0"/>
              </a:spcAft>
              <a:buClr>
                <a:schemeClr val="accent5"/>
              </a:buClr>
              <a:buSzPts val="12000"/>
              <a:buNone/>
              <a:defRPr sz="12000">
                <a:solidFill>
                  <a:schemeClr val="accent5"/>
                </a:solidFill>
              </a:defRPr>
            </a:lvl4pPr>
            <a:lvl5pPr lvl="4" algn="ctr">
              <a:spcBef>
                <a:spcPts val="0"/>
              </a:spcBef>
              <a:spcAft>
                <a:spcPts val="0"/>
              </a:spcAft>
              <a:buClr>
                <a:schemeClr val="accent5"/>
              </a:buClr>
              <a:buSzPts val="12000"/>
              <a:buNone/>
              <a:defRPr sz="12000">
                <a:solidFill>
                  <a:schemeClr val="accent5"/>
                </a:solidFill>
              </a:defRPr>
            </a:lvl5pPr>
            <a:lvl6pPr lvl="5" algn="ctr">
              <a:spcBef>
                <a:spcPts val="0"/>
              </a:spcBef>
              <a:spcAft>
                <a:spcPts val="0"/>
              </a:spcAft>
              <a:buClr>
                <a:schemeClr val="accent5"/>
              </a:buClr>
              <a:buSzPts val="12000"/>
              <a:buNone/>
              <a:defRPr sz="12000">
                <a:solidFill>
                  <a:schemeClr val="accent5"/>
                </a:solidFill>
              </a:defRPr>
            </a:lvl6pPr>
            <a:lvl7pPr lvl="6" algn="ctr">
              <a:spcBef>
                <a:spcPts val="0"/>
              </a:spcBef>
              <a:spcAft>
                <a:spcPts val="0"/>
              </a:spcAft>
              <a:buClr>
                <a:schemeClr val="accent5"/>
              </a:buClr>
              <a:buSzPts val="12000"/>
              <a:buNone/>
              <a:defRPr sz="12000">
                <a:solidFill>
                  <a:schemeClr val="accent5"/>
                </a:solidFill>
              </a:defRPr>
            </a:lvl7pPr>
            <a:lvl8pPr lvl="7" algn="ctr">
              <a:spcBef>
                <a:spcPts val="0"/>
              </a:spcBef>
              <a:spcAft>
                <a:spcPts val="0"/>
              </a:spcAft>
              <a:buClr>
                <a:schemeClr val="accent5"/>
              </a:buClr>
              <a:buSzPts val="12000"/>
              <a:buNone/>
              <a:defRPr sz="12000">
                <a:solidFill>
                  <a:schemeClr val="accent5"/>
                </a:solidFill>
              </a:defRPr>
            </a:lvl8pPr>
            <a:lvl9pPr lvl="8" algn="ctr">
              <a:spcBef>
                <a:spcPts val="0"/>
              </a:spcBef>
              <a:spcAft>
                <a:spcPts val="0"/>
              </a:spcAft>
              <a:buClr>
                <a:schemeClr val="accent5"/>
              </a:buClr>
              <a:buSzPts val="12000"/>
              <a:buNone/>
              <a:defRPr sz="12000">
                <a:solidFill>
                  <a:schemeClr val="accent5"/>
                </a:solidFill>
              </a:defRPr>
            </a:lvl9pPr>
          </a:lstStyle>
          <a:p>
            <a:r>
              <a:t>xx%</a:t>
            </a:r>
          </a:p>
        </p:txBody>
      </p:sp>
      <p:sp>
        <p:nvSpPr>
          <p:cNvPr id="115" name="Google Shape;115;p11"/>
          <p:cNvSpPr txBox="1">
            <a:spLocks noGrp="1"/>
          </p:cNvSpPr>
          <p:nvPr>
            <p:ph type="body" idx="1"/>
          </p:nvPr>
        </p:nvSpPr>
        <p:spPr>
          <a:xfrm>
            <a:off x="3242933" y="4109317"/>
            <a:ext cx="5706000" cy="10300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sz="1600"/>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en-US"/>
              <a:t>Click to edit Master text styles</a:t>
            </a:r>
          </a:p>
        </p:txBody>
      </p:sp>
    </p:spTree>
    <p:extLst>
      <p:ext uri="{BB962C8B-B14F-4D97-AF65-F5344CB8AC3E}">
        <p14:creationId xmlns:p14="http://schemas.microsoft.com/office/powerpoint/2010/main" val="116851777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6"/>
        <p:cNvGrpSpPr/>
        <p:nvPr/>
      </p:nvGrpSpPr>
      <p:grpSpPr>
        <a:xfrm>
          <a:off x="0" y="0"/>
          <a:ext cx="0" cy="0"/>
          <a:chOff x="0" y="0"/>
          <a:chExt cx="0" cy="0"/>
        </a:xfrm>
      </p:grpSpPr>
    </p:spTree>
    <p:extLst>
      <p:ext uri="{BB962C8B-B14F-4D97-AF65-F5344CB8AC3E}">
        <p14:creationId xmlns:p14="http://schemas.microsoft.com/office/powerpoint/2010/main" val="186109821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17"/>
        <p:cNvGrpSpPr/>
        <p:nvPr/>
      </p:nvGrpSpPr>
      <p:grpSpPr>
        <a:xfrm>
          <a:off x="0" y="0"/>
          <a:ext cx="0" cy="0"/>
          <a:chOff x="0" y="0"/>
          <a:chExt cx="0" cy="0"/>
        </a:xfrm>
      </p:grpSpPr>
      <p:grpSp>
        <p:nvGrpSpPr>
          <p:cNvPr id="118" name="Google Shape;118;p13"/>
          <p:cNvGrpSpPr/>
          <p:nvPr/>
        </p:nvGrpSpPr>
        <p:grpSpPr>
          <a:xfrm>
            <a:off x="0" y="0"/>
            <a:ext cx="12192133" cy="6857800"/>
            <a:chOff x="0" y="0"/>
            <a:chExt cx="9144100" cy="5143350"/>
          </a:xfrm>
        </p:grpSpPr>
        <p:sp>
          <p:nvSpPr>
            <p:cNvPr id="119" name="Google Shape;119;p13"/>
            <p:cNvSpPr/>
            <p:nvPr/>
          </p:nvSpPr>
          <p:spPr>
            <a:xfrm>
              <a:off x="0" y="0"/>
              <a:ext cx="482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 name="Google Shape;120;p13"/>
            <p:cNvSpPr/>
            <p:nvPr/>
          </p:nvSpPr>
          <p:spPr>
            <a:xfrm>
              <a:off x="8703400" y="4875750"/>
              <a:ext cx="440700" cy="267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 name="Google Shape;121;p13"/>
            <p:cNvSpPr/>
            <p:nvPr/>
          </p:nvSpPr>
          <p:spPr>
            <a:xfrm rot="10800000">
              <a:off x="233825" y="631123"/>
              <a:ext cx="898200" cy="60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 name="Google Shape;122;p13"/>
            <p:cNvSpPr/>
            <p:nvPr/>
          </p:nvSpPr>
          <p:spPr>
            <a:xfrm rot="10800000">
              <a:off x="76107" y="874967"/>
              <a:ext cx="365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 name="Google Shape;123;p13"/>
            <p:cNvSpPr/>
            <p:nvPr/>
          </p:nvSpPr>
          <p:spPr>
            <a:xfrm rot="10800000">
              <a:off x="158218" y="383789"/>
              <a:ext cx="400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 name="Google Shape;124;p13"/>
            <p:cNvSpPr/>
            <p:nvPr/>
          </p:nvSpPr>
          <p:spPr>
            <a:xfrm rot="10800000">
              <a:off x="8869898" y="4839525"/>
              <a:ext cx="274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25" name="Google Shape;125;p13"/>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26" name="Google Shape;126;p13"/>
          <p:cNvSpPr txBox="1">
            <a:spLocks noGrp="1"/>
          </p:cNvSpPr>
          <p:nvPr>
            <p:ph type="title" idx="2" hasCustomPrompt="1"/>
          </p:nvPr>
        </p:nvSpPr>
        <p:spPr>
          <a:xfrm>
            <a:off x="1945321" y="1621608"/>
            <a:ext cx="137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7" name="Google Shape;127;p13"/>
          <p:cNvSpPr txBox="1">
            <a:spLocks noGrp="1"/>
          </p:cNvSpPr>
          <p:nvPr>
            <p:ph type="title" idx="3"/>
          </p:nvPr>
        </p:nvSpPr>
        <p:spPr>
          <a:xfrm>
            <a:off x="1960600" y="2244200"/>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28" name="Google Shape;128;p13"/>
          <p:cNvSpPr txBox="1">
            <a:spLocks noGrp="1"/>
          </p:cNvSpPr>
          <p:nvPr>
            <p:ph type="title" idx="4"/>
          </p:nvPr>
        </p:nvSpPr>
        <p:spPr>
          <a:xfrm>
            <a:off x="1960600" y="2836116"/>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29" name="Google Shape;129;p13"/>
          <p:cNvSpPr txBox="1">
            <a:spLocks noGrp="1"/>
          </p:cNvSpPr>
          <p:nvPr>
            <p:ph type="title" idx="5" hasCustomPrompt="1"/>
          </p:nvPr>
        </p:nvSpPr>
        <p:spPr>
          <a:xfrm>
            <a:off x="6907821" y="1621608"/>
            <a:ext cx="140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0" name="Google Shape;130;p13"/>
          <p:cNvSpPr txBox="1">
            <a:spLocks noGrp="1"/>
          </p:cNvSpPr>
          <p:nvPr>
            <p:ph type="title" idx="6"/>
          </p:nvPr>
        </p:nvSpPr>
        <p:spPr>
          <a:xfrm>
            <a:off x="6923100" y="2244200"/>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1" name="Google Shape;131;p13"/>
          <p:cNvSpPr txBox="1">
            <a:spLocks noGrp="1"/>
          </p:cNvSpPr>
          <p:nvPr>
            <p:ph type="title" idx="7"/>
          </p:nvPr>
        </p:nvSpPr>
        <p:spPr>
          <a:xfrm>
            <a:off x="6923100" y="2836116"/>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32" name="Google Shape;132;p13"/>
          <p:cNvSpPr txBox="1">
            <a:spLocks noGrp="1"/>
          </p:cNvSpPr>
          <p:nvPr>
            <p:ph type="title" idx="8" hasCustomPrompt="1"/>
          </p:nvPr>
        </p:nvSpPr>
        <p:spPr>
          <a:xfrm>
            <a:off x="1945321" y="4061285"/>
            <a:ext cx="137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3" name="Google Shape;133;p13"/>
          <p:cNvSpPr txBox="1">
            <a:spLocks noGrp="1"/>
          </p:cNvSpPr>
          <p:nvPr>
            <p:ph type="title" idx="9"/>
          </p:nvPr>
        </p:nvSpPr>
        <p:spPr>
          <a:xfrm>
            <a:off x="1960600" y="4683869"/>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4" name="Google Shape;134;p13"/>
          <p:cNvSpPr txBox="1">
            <a:spLocks noGrp="1"/>
          </p:cNvSpPr>
          <p:nvPr>
            <p:ph type="title" idx="13"/>
          </p:nvPr>
        </p:nvSpPr>
        <p:spPr>
          <a:xfrm>
            <a:off x="1960600" y="5275795"/>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35" name="Google Shape;135;p13"/>
          <p:cNvSpPr txBox="1">
            <a:spLocks noGrp="1"/>
          </p:cNvSpPr>
          <p:nvPr>
            <p:ph type="title" idx="14" hasCustomPrompt="1"/>
          </p:nvPr>
        </p:nvSpPr>
        <p:spPr>
          <a:xfrm>
            <a:off x="6907821" y="4061285"/>
            <a:ext cx="140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6" name="Google Shape;136;p13"/>
          <p:cNvSpPr txBox="1">
            <a:spLocks noGrp="1"/>
          </p:cNvSpPr>
          <p:nvPr>
            <p:ph type="title" idx="15"/>
          </p:nvPr>
        </p:nvSpPr>
        <p:spPr>
          <a:xfrm>
            <a:off x="6923100" y="4683869"/>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7" name="Google Shape;137;p13"/>
          <p:cNvSpPr txBox="1">
            <a:spLocks noGrp="1"/>
          </p:cNvSpPr>
          <p:nvPr>
            <p:ph type="title" idx="16"/>
          </p:nvPr>
        </p:nvSpPr>
        <p:spPr>
          <a:xfrm>
            <a:off x="6923100" y="5275795"/>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379879589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38"/>
        <p:cNvGrpSpPr/>
        <p:nvPr/>
      </p:nvGrpSpPr>
      <p:grpSpPr>
        <a:xfrm>
          <a:off x="0" y="0"/>
          <a:ext cx="0" cy="0"/>
          <a:chOff x="0" y="0"/>
          <a:chExt cx="0" cy="0"/>
        </a:xfrm>
      </p:grpSpPr>
      <p:grpSp>
        <p:nvGrpSpPr>
          <p:cNvPr id="139" name="Google Shape;139;p14"/>
          <p:cNvGrpSpPr/>
          <p:nvPr/>
        </p:nvGrpSpPr>
        <p:grpSpPr>
          <a:xfrm>
            <a:off x="2" y="2"/>
            <a:ext cx="12191993" cy="6858167"/>
            <a:chOff x="0" y="0"/>
            <a:chExt cx="9143995" cy="5143625"/>
          </a:xfrm>
        </p:grpSpPr>
        <p:sp>
          <p:nvSpPr>
            <p:cNvPr id="140" name="Google Shape;140;p14"/>
            <p:cNvSpPr/>
            <p:nvPr/>
          </p:nvSpPr>
          <p:spPr>
            <a:xfrm flipH="1">
              <a:off x="0" y="4188125"/>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 name="Google Shape;141;p14"/>
            <p:cNvSpPr/>
            <p:nvPr/>
          </p:nvSpPr>
          <p:spPr>
            <a:xfrm flipH="1">
              <a:off x="1751145" y="4419475"/>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 name="Google Shape;142;p14"/>
            <p:cNvSpPr/>
            <p:nvPr/>
          </p:nvSpPr>
          <p:spPr>
            <a:xfrm flipH="1">
              <a:off x="2074151" y="4910650"/>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 name="Google Shape;143;p14"/>
            <p:cNvSpPr/>
            <p:nvPr/>
          </p:nvSpPr>
          <p:spPr>
            <a:xfrm flipH="1">
              <a:off x="2151456" y="4665075"/>
              <a:ext cx="215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 name="Google Shape;144;p14"/>
            <p:cNvSpPr/>
            <p:nvPr/>
          </p:nvSpPr>
          <p:spPr>
            <a:xfrm>
              <a:off x="6416695" y="0"/>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 name="Google Shape;145;p14"/>
            <p:cNvSpPr/>
            <p:nvPr/>
          </p:nvSpPr>
          <p:spPr>
            <a:xfrm>
              <a:off x="4726699" y="231350"/>
              <a:ext cx="2694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 name="Google Shape;146;p14"/>
            <p:cNvSpPr/>
            <p:nvPr/>
          </p:nvSpPr>
          <p:spPr>
            <a:xfrm>
              <a:off x="6279349" y="722525"/>
              <a:ext cx="111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7" name="Google Shape;147;p14"/>
            <p:cNvSpPr/>
            <p:nvPr/>
          </p:nvSpPr>
          <p:spPr>
            <a:xfrm>
              <a:off x="6858825" y="476950"/>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48" name="Google Shape;148;p14"/>
          <p:cNvSpPr txBox="1">
            <a:spLocks noGrp="1"/>
          </p:cNvSpPr>
          <p:nvPr>
            <p:ph type="title"/>
          </p:nvPr>
        </p:nvSpPr>
        <p:spPr>
          <a:xfrm>
            <a:off x="1392300" y="2810233"/>
            <a:ext cx="9407200" cy="1554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rPr lang="en-US"/>
              <a:t>Click to edit Master title style</a:t>
            </a:r>
            <a:endParaRPr/>
          </a:p>
        </p:txBody>
      </p:sp>
      <p:sp>
        <p:nvSpPr>
          <p:cNvPr id="149" name="Google Shape;149;p14"/>
          <p:cNvSpPr txBox="1">
            <a:spLocks noGrp="1"/>
          </p:cNvSpPr>
          <p:nvPr>
            <p:ph type="subTitle" idx="1"/>
          </p:nvPr>
        </p:nvSpPr>
        <p:spPr>
          <a:xfrm>
            <a:off x="2662367" y="4359000"/>
            <a:ext cx="6867200" cy="69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50" name="Google Shape;150;p14"/>
          <p:cNvSpPr txBox="1">
            <a:spLocks noGrp="1"/>
          </p:cNvSpPr>
          <p:nvPr>
            <p:ph type="title" idx="2" hasCustomPrompt="1"/>
          </p:nvPr>
        </p:nvSpPr>
        <p:spPr>
          <a:xfrm>
            <a:off x="5046733" y="1801784"/>
            <a:ext cx="2098400" cy="1029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65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155248483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51"/>
        <p:cNvGrpSpPr/>
        <p:nvPr/>
      </p:nvGrpSpPr>
      <p:grpSpPr>
        <a:xfrm>
          <a:off x="0" y="0"/>
          <a:ext cx="0" cy="0"/>
          <a:chOff x="0" y="0"/>
          <a:chExt cx="0" cy="0"/>
        </a:xfrm>
      </p:grpSpPr>
      <p:grpSp>
        <p:nvGrpSpPr>
          <p:cNvPr id="152" name="Google Shape;152;p15"/>
          <p:cNvGrpSpPr/>
          <p:nvPr/>
        </p:nvGrpSpPr>
        <p:grpSpPr>
          <a:xfrm>
            <a:off x="105" y="68"/>
            <a:ext cx="12191764" cy="6857733"/>
            <a:chOff x="77" y="50"/>
            <a:chExt cx="9143823" cy="5143300"/>
          </a:xfrm>
        </p:grpSpPr>
        <p:sp>
          <p:nvSpPr>
            <p:cNvPr id="153" name="Google Shape;153;p15"/>
            <p:cNvSpPr/>
            <p:nvPr/>
          </p:nvSpPr>
          <p:spPr>
            <a:xfrm rot="10800000">
              <a:off x="150" y="50"/>
              <a:ext cx="3101400" cy="1155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4" name="Google Shape;154;p15"/>
            <p:cNvSpPr/>
            <p:nvPr/>
          </p:nvSpPr>
          <p:spPr>
            <a:xfrm rot="10800000" flipH="1">
              <a:off x="77"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5" name="Google Shape;155;p15"/>
            <p:cNvSpPr/>
            <p:nvPr/>
          </p:nvSpPr>
          <p:spPr>
            <a:xfrm rot="10800000" flipH="1">
              <a:off x="77"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56" name="Google Shape;156;p15"/>
            <p:cNvGrpSpPr/>
            <p:nvPr/>
          </p:nvGrpSpPr>
          <p:grpSpPr>
            <a:xfrm flipH="1">
              <a:off x="2021" y="178472"/>
              <a:ext cx="897900" cy="302453"/>
              <a:chOff x="8246106" y="178472"/>
              <a:chExt cx="897900" cy="302453"/>
            </a:xfrm>
          </p:grpSpPr>
          <p:sp>
            <p:nvSpPr>
              <p:cNvPr id="157" name="Google Shape;157;p15"/>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8" name="Google Shape;158;p15"/>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159" name="Google Shape;159;p15"/>
            <p:cNvGrpSpPr/>
            <p:nvPr/>
          </p:nvGrpSpPr>
          <p:grpSpPr>
            <a:xfrm>
              <a:off x="4541894" y="4419483"/>
              <a:ext cx="4602006" cy="723867"/>
              <a:chOff x="4541894" y="4419483"/>
              <a:chExt cx="4602006" cy="723867"/>
            </a:xfrm>
          </p:grpSpPr>
          <p:sp>
            <p:nvSpPr>
              <p:cNvPr id="160" name="Google Shape;160;p15"/>
              <p:cNvSpPr/>
              <p:nvPr/>
            </p:nvSpPr>
            <p:spPr>
              <a:xfrm>
                <a:off x="5202200" y="4875750"/>
                <a:ext cx="3941700" cy="267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1" name="Google Shape;161;p15"/>
              <p:cNvSpPr/>
              <p:nvPr/>
            </p:nvSpPr>
            <p:spPr>
              <a:xfrm rot="10800000">
                <a:off x="5646927" y="4910650"/>
                <a:ext cx="15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2" name="Google Shape;162;p15"/>
              <p:cNvSpPr/>
              <p:nvPr/>
            </p:nvSpPr>
            <p:spPr>
              <a:xfrm rot="10800000">
                <a:off x="4541894" y="4419483"/>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3" name="Google Shape;163;p15"/>
              <p:cNvSpPr/>
              <p:nvPr/>
            </p:nvSpPr>
            <p:spPr>
              <a:xfrm rot="10800000">
                <a:off x="6431591" y="4665050"/>
                <a:ext cx="1200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64" name="Google Shape;164;p15"/>
          <p:cNvSpPr txBox="1">
            <a:spLocks noGrp="1"/>
          </p:cNvSpPr>
          <p:nvPr>
            <p:ph type="title"/>
          </p:nvPr>
        </p:nvSpPr>
        <p:spPr>
          <a:xfrm>
            <a:off x="1740367" y="2483567"/>
            <a:ext cx="9059200" cy="2208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40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rPr lang="en-US"/>
              <a:t>Click to edit Master title style</a:t>
            </a:r>
            <a:endParaRPr/>
          </a:p>
        </p:txBody>
      </p:sp>
      <p:sp>
        <p:nvSpPr>
          <p:cNvPr id="165" name="Google Shape;165;p15"/>
          <p:cNvSpPr txBox="1">
            <a:spLocks noGrp="1"/>
          </p:cNvSpPr>
          <p:nvPr>
            <p:ph type="subTitle" idx="1"/>
          </p:nvPr>
        </p:nvSpPr>
        <p:spPr>
          <a:xfrm>
            <a:off x="3932300" y="4691567"/>
            <a:ext cx="6867200" cy="697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400"/>
              <a:buNone/>
              <a:defRPr sz="15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66" name="Google Shape;166;p15"/>
          <p:cNvSpPr txBox="1">
            <a:spLocks noGrp="1"/>
          </p:cNvSpPr>
          <p:nvPr>
            <p:ph type="title" idx="2" hasCustomPrompt="1"/>
          </p:nvPr>
        </p:nvSpPr>
        <p:spPr>
          <a:xfrm>
            <a:off x="8701100" y="1293803"/>
            <a:ext cx="2098400" cy="1227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65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70996220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7"/>
        <p:cNvGrpSpPr/>
        <p:nvPr/>
      </p:nvGrpSpPr>
      <p:grpSpPr>
        <a:xfrm>
          <a:off x="0" y="0"/>
          <a:ext cx="0" cy="0"/>
          <a:chOff x="0" y="0"/>
          <a:chExt cx="0" cy="0"/>
        </a:xfrm>
      </p:grpSpPr>
      <p:grpSp>
        <p:nvGrpSpPr>
          <p:cNvPr id="168" name="Google Shape;168;p16"/>
          <p:cNvGrpSpPr/>
          <p:nvPr/>
        </p:nvGrpSpPr>
        <p:grpSpPr>
          <a:xfrm>
            <a:off x="102" y="-3299"/>
            <a:ext cx="12192033" cy="6861300"/>
            <a:chOff x="75" y="-2475"/>
            <a:chExt cx="9144025" cy="5145975"/>
          </a:xfrm>
        </p:grpSpPr>
        <p:sp>
          <p:nvSpPr>
            <p:cNvPr id="169" name="Google Shape;169;p16"/>
            <p:cNvSpPr/>
            <p:nvPr/>
          </p:nvSpPr>
          <p:spPr>
            <a:xfrm rot="10800000">
              <a:off x="75" y="4289400"/>
              <a:ext cx="3324000" cy="854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0" name="Google Shape;170;p16"/>
            <p:cNvSpPr/>
            <p:nvPr/>
          </p:nvSpPr>
          <p:spPr>
            <a:xfrm rot="10800000">
              <a:off x="5820000" y="-2475"/>
              <a:ext cx="3324000" cy="539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1" name="Google Shape;171;p16"/>
            <p:cNvSpPr/>
            <p:nvPr/>
          </p:nvSpPr>
          <p:spPr>
            <a:xfrm>
              <a:off x="8008000" y="507600"/>
              <a:ext cx="113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2" name="Google Shape;172;p16"/>
            <p:cNvSpPr/>
            <p:nvPr/>
          </p:nvSpPr>
          <p:spPr>
            <a:xfrm rot="10800000">
              <a:off x="2155025" y="4500053"/>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3" name="Google Shape;173;p16"/>
            <p:cNvSpPr/>
            <p:nvPr/>
          </p:nvSpPr>
          <p:spPr>
            <a:xfrm rot="10800000">
              <a:off x="2338375" y="4008875"/>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4" name="Google Shape;174;p16"/>
            <p:cNvSpPr/>
            <p:nvPr/>
          </p:nvSpPr>
          <p:spPr>
            <a:xfrm rot="10800000">
              <a:off x="2567050" y="4254450"/>
              <a:ext cx="1853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75" name="Google Shape;175;p16"/>
          <p:cNvSpPr txBox="1">
            <a:spLocks noGrp="1"/>
          </p:cNvSpPr>
          <p:nvPr>
            <p:ph type="title"/>
          </p:nvPr>
        </p:nvSpPr>
        <p:spPr>
          <a:xfrm>
            <a:off x="3316900" y="4003500"/>
            <a:ext cx="55580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176" name="Google Shape;176;p16"/>
          <p:cNvSpPr txBox="1">
            <a:spLocks noGrp="1"/>
          </p:cNvSpPr>
          <p:nvPr>
            <p:ph type="title" idx="2"/>
          </p:nvPr>
        </p:nvSpPr>
        <p:spPr>
          <a:xfrm>
            <a:off x="2582000" y="2165400"/>
            <a:ext cx="7028400" cy="21208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2800"/>
              <a:buNone/>
              <a:defRPr sz="2000" b="0">
                <a:solidFill>
                  <a:schemeClr val="dk2"/>
                </a:solidFill>
                <a:latin typeface="Inter"/>
                <a:ea typeface="Inter"/>
                <a:cs typeface="Inter"/>
                <a:sym typeface="Inter"/>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49539320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77"/>
        <p:cNvGrpSpPr/>
        <p:nvPr/>
      </p:nvGrpSpPr>
      <p:grpSpPr>
        <a:xfrm>
          <a:off x="0" y="0"/>
          <a:ext cx="0" cy="0"/>
          <a:chOff x="0" y="0"/>
          <a:chExt cx="0" cy="0"/>
        </a:xfrm>
      </p:grpSpPr>
      <p:sp>
        <p:nvSpPr>
          <p:cNvPr id="178" name="Google Shape;178;p17"/>
          <p:cNvSpPr txBox="1">
            <a:spLocks noGrp="1"/>
          </p:cNvSpPr>
          <p:nvPr>
            <p:ph type="title"/>
          </p:nvPr>
        </p:nvSpPr>
        <p:spPr>
          <a:xfrm>
            <a:off x="896800" y="500167"/>
            <a:ext cx="1039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grpSp>
        <p:nvGrpSpPr>
          <p:cNvPr id="179" name="Google Shape;179;p17"/>
          <p:cNvGrpSpPr/>
          <p:nvPr/>
        </p:nvGrpSpPr>
        <p:grpSpPr>
          <a:xfrm>
            <a:off x="95" y="0"/>
            <a:ext cx="12194516" cy="6858000"/>
            <a:chOff x="70" y="0"/>
            <a:chExt cx="9145887" cy="5143500"/>
          </a:xfrm>
        </p:grpSpPr>
        <p:sp>
          <p:nvSpPr>
            <p:cNvPr id="180" name="Google Shape;180;p17"/>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1" name="Google Shape;181;p17"/>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2" name="Google Shape;182;p17"/>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3" name="Google Shape;183;p17"/>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4" name="Google Shape;184;p17"/>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5" name="Google Shape;185;p17"/>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6" name="Google Shape;186;p17"/>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7" name="Google Shape;187;p17"/>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8" name="Google Shape;188;p17"/>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9" name="Google Shape;189;p17"/>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90" name="Google Shape;190;p17"/>
            <p:cNvGrpSpPr/>
            <p:nvPr/>
          </p:nvGrpSpPr>
          <p:grpSpPr>
            <a:xfrm>
              <a:off x="8246106" y="178472"/>
              <a:ext cx="897900" cy="302453"/>
              <a:chOff x="8246106" y="178472"/>
              <a:chExt cx="897900" cy="302453"/>
            </a:xfrm>
          </p:grpSpPr>
          <p:sp>
            <p:nvSpPr>
              <p:cNvPr id="191" name="Google Shape;191;p17"/>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2" name="Google Shape;192;p17"/>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Tree>
    <p:extLst>
      <p:ext uri="{BB962C8B-B14F-4D97-AF65-F5344CB8AC3E}">
        <p14:creationId xmlns:p14="http://schemas.microsoft.com/office/powerpoint/2010/main" val="303593057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93"/>
        <p:cNvGrpSpPr/>
        <p:nvPr/>
      </p:nvGrpSpPr>
      <p:grpSpPr>
        <a:xfrm>
          <a:off x="0" y="0"/>
          <a:ext cx="0" cy="0"/>
          <a:chOff x="0" y="0"/>
          <a:chExt cx="0" cy="0"/>
        </a:xfrm>
      </p:grpSpPr>
      <p:grpSp>
        <p:nvGrpSpPr>
          <p:cNvPr id="194" name="Google Shape;194;p18"/>
          <p:cNvGrpSpPr/>
          <p:nvPr/>
        </p:nvGrpSpPr>
        <p:grpSpPr>
          <a:xfrm>
            <a:off x="-2760" y="0"/>
            <a:ext cx="12194768" cy="6858000"/>
            <a:chOff x="-2070" y="0"/>
            <a:chExt cx="9146076" cy="5143500"/>
          </a:xfrm>
        </p:grpSpPr>
        <p:sp>
          <p:nvSpPr>
            <p:cNvPr id="195" name="Google Shape;195;p18"/>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6" name="Google Shape;196;p18"/>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7" name="Google Shape;197;p18"/>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8" name="Google Shape;198;p18"/>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9" name="Google Shape;199;p18"/>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0" name="Google Shape;200;p18"/>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1" name="Google Shape;201;p18"/>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2" name="Google Shape;202;p18"/>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3" name="Google Shape;203;p18"/>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4" name="Google Shape;204;p18"/>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5" name="Google Shape;205;p18"/>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6" name="Google Shape;206;p18"/>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07" name="Google Shape;207;p18"/>
          <p:cNvSpPr txBox="1">
            <a:spLocks noGrp="1"/>
          </p:cNvSpPr>
          <p:nvPr>
            <p:ph type="title"/>
          </p:nvPr>
        </p:nvSpPr>
        <p:spPr>
          <a:xfrm>
            <a:off x="800300" y="500167"/>
            <a:ext cx="105912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210338477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208"/>
        <p:cNvGrpSpPr/>
        <p:nvPr/>
      </p:nvGrpSpPr>
      <p:grpSpPr>
        <a:xfrm>
          <a:off x="0" y="0"/>
          <a:ext cx="0" cy="0"/>
          <a:chOff x="0" y="0"/>
          <a:chExt cx="0" cy="0"/>
        </a:xfrm>
      </p:grpSpPr>
      <p:sp>
        <p:nvSpPr>
          <p:cNvPr id="209" name="Google Shape;209;p19"/>
          <p:cNvSpPr/>
          <p:nvPr/>
        </p:nvSpPr>
        <p:spPr>
          <a:xfrm rot="10800000">
            <a:off x="10611588" y="0"/>
            <a:ext cx="1580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0" name="Google Shape;210;p19"/>
          <p:cNvSpPr/>
          <p:nvPr/>
        </p:nvSpPr>
        <p:spPr>
          <a:xfrm rot="10800000" flipH="1">
            <a:off x="10994808" y="237963"/>
            <a:ext cx="1197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1" name="Google Shape;211;p19"/>
          <p:cNvSpPr/>
          <p:nvPr/>
        </p:nvSpPr>
        <p:spPr>
          <a:xfrm rot="10800000" flipH="1">
            <a:off x="11572808" y="555633"/>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2" name="Google Shape;212;p19"/>
          <p:cNvSpPr/>
          <p:nvPr/>
        </p:nvSpPr>
        <p:spPr>
          <a:xfrm flipH="1">
            <a:off x="8" y="6405600"/>
            <a:ext cx="4158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3" name="Google Shape;213;p19"/>
          <p:cNvSpPr/>
          <p:nvPr/>
        </p:nvSpPr>
        <p:spPr>
          <a:xfrm rot="10800000" flipH="1">
            <a:off x="12" y="6210700"/>
            <a:ext cx="33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4" name="Google Shape;214;p19"/>
          <p:cNvSpPr/>
          <p:nvPr/>
        </p:nvSpPr>
        <p:spPr>
          <a:xfrm rot="10800000" flipH="1">
            <a:off x="23" y="6528367"/>
            <a:ext cx="107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5" name="Google Shape;215;p19"/>
          <p:cNvSpPr/>
          <p:nvPr/>
        </p:nvSpPr>
        <p:spPr>
          <a:xfrm>
            <a:off x="8" y="1560800"/>
            <a:ext cx="548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6" name="Google Shape;216;p19"/>
          <p:cNvSpPr/>
          <p:nvPr/>
        </p:nvSpPr>
        <p:spPr>
          <a:xfrm rot="10800000">
            <a:off x="-64" y="1666933"/>
            <a:ext cx="17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7" name="Google Shape;217;p19"/>
          <p:cNvSpPr txBox="1">
            <a:spLocks noGrp="1"/>
          </p:cNvSpPr>
          <p:nvPr>
            <p:ph type="title"/>
          </p:nvPr>
        </p:nvSpPr>
        <p:spPr>
          <a:xfrm>
            <a:off x="911833" y="500167"/>
            <a:ext cx="10368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3707086394"/>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218"/>
        <p:cNvGrpSpPr/>
        <p:nvPr/>
      </p:nvGrpSpPr>
      <p:grpSpPr>
        <a:xfrm>
          <a:off x="0" y="0"/>
          <a:ext cx="0" cy="0"/>
          <a:chOff x="0" y="0"/>
          <a:chExt cx="0" cy="0"/>
        </a:xfrm>
      </p:grpSpPr>
      <p:sp>
        <p:nvSpPr>
          <p:cNvPr id="219" name="Google Shape;219;p20"/>
          <p:cNvSpPr/>
          <p:nvPr/>
        </p:nvSpPr>
        <p:spPr>
          <a:xfrm flipH="1">
            <a:off x="-27" y="0"/>
            <a:ext cx="742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0" name="Google Shape;220;p20"/>
          <p:cNvSpPr/>
          <p:nvPr/>
        </p:nvSpPr>
        <p:spPr>
          <a:xfrm rot="10800000">
            <a:off x="10284399" y="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1" name="Google Shape;221;p20"/>
          <p:cNvSpPr/>
          <p:nvPr/>
        </p:nvSpPr>
        <p:spPr>
          <a:xfrm rot="10800000" flipH="1">
            <a:off x="11571297" y="4145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2" name="Google Shape;222;p20"/>
          <p:cNvSpPr/>
          <p:nvPr/>
        </p:nvSpPr>
        <p:spPr>
          <a:xfrm rot="10800000" flipH="1">
            <a:off x="10846164" y="1834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3" name="Google Shape;223;p20"/>
          <p:cNvSpPr txBox="1">
            <a:spLocks noGrp="1"/>
          </p:cNvSpPr>
          <p:nvPr>
            <p:ph type="title"/>
          </p:nvPr>
        </p:nvSpPr>
        <p:spPr>
          <a:xfrm>
            <a:off x="911833" y="500167"/>
            <a:ext cx="10368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
        <p:nvSpPr>
          <p:cNvPr id="224" name="Google Shape;224;p20"/>
          <p:cNvSpPr/>
          <p:nvPr/>
        </p:nvSpPr>
        <p:spPr>
          <a:xfrm rot="10800000" flipH="1">
            <a:off x="-28" y="237967"/>
            <a:ext cx="476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5" name="Google Shape;225;p20"/>
          <p:cNvSpPr/>
          <p:nvPr/>
        </p:nvSpPr>
        <p:spPr>
          <a:xfrm rot="10800000" flipH="1">
            <a:off x="-29" y="555633"/>
            <a:ext cx="3116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1437482211"/>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26"/>
        <p:cNvGrpSpPr/>
        <p:nvPr/>
      </p:nvGrpSpPr>
      <p:grpSpPr>
        <a:xfrm>
          <a:off x="0" y="0"/>
          <a:ext cx="0" cy="0"/>
          <a:chOff x="0" y="0"/>
          <a:chExt cx="0" cy="0"/>
        </a:xfrm>
      </p:grpSpPr>
      <p:grpSp>
        <p:nvGrpSpPr>
          <p:cNvPr id="227" name="Google Shape;227;p21"/>
          <p:cNvGrpSpPr/>
          <p:nvPr/>
        </p:nvGrpSpPr>
        <p:grpSpPr>
          <a:xfrm>
            <a:off x="-200" y="0"/>
            <a:ext cx="12192199" cy="6858000"/>
            <a:chOff x="-150" y="0"/>
            <a:chExt cx="9144149" cy="5143500"/>
          </a:xfrm>
        </p:grpSpPr>
        <p:sp>
          <p:nvSpPr>
            <p:cNvPr id="228" name="Google Shape;228;p21"/>
            <p:cNvSpPr/>
            <p:nvPr/>
          </p:nvSpPr>
          <p:spPr>
            <a:xfrm flipH="1">
              <a:off x="-150" y="4090075"/>
              <a:ext cx="982500" cy="105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9" name="Google Shape;229;p21"/>
            <p:cNvSpPr/>
            <p:nvPr/>
          </p:nvSpPr>
          <p:spPr>
            <a:xfrm rot="10800000">
              <a:off x="497286" y="4910650"/>
              <a:ext cx="710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0" name="Google Shape;230;p21"/>
            <p:cNvSpPr/>
            <p:nvPr/>
          </p:nvSpPr>
          <p:spPr>
            <a:xfrm rot="10800000">
              <a:off x="207975" y="4419475"/>
              <a:ext cx="854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1" name="Google Shape;231;p21"/>
            <p:cNvSpPr/>
            <p:nvPr/>
          </p:nvSpPr>
          <p:spPr>
            <a:xfrm rot="10800000">
              <a:off x="831269" y="4665046"/>
              <a:ext cx="54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2" name="Google Shape;232;p21"/>
            <p:cNvSpPr/>
            <p:nvPr/>
          </p:nvSpPr>
          <p:spPr>
            <a:xfrm>
              <a:off x="6097750" y="2020200"/>
              <a:ext cx="16095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3" name="Google Shape;233;p21"/>
            <p:cNvSpPr/>
            <p:nvPr/>
          </p:nvSpPr>
          <p:spPr>
            <a:xfrm>
              <a:off x="6241125" y="175576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4" name="Google Shape;234;p21"/>
            <p:cNvSpPr/>
            <p:nvPr/>
          </p:nvSpPr>
          <p:spPr>
            <a:xfrm>
              <a:off x="5980075" y="2246947"/>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5" name="Google Shape;235;p21"/>
            <p:cNvSpPr/>
            <p:nvPr/>
          </p:nvSpPr>
          <p:spPr>
            <a:xfrm>
              <a:off x="5673525" y="2001350"/>
              <a:ext cx="103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6" name="Google Shape;236;p21"/>
            <p:cNvSpPr/>
            <p:nvPr/>
          </p:nvSpPr>
          <p:spPr>
            <a:xfrm>
              <a:off x="8110397" y="0"/>
              <a:ext cx="103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7" name="Google Shape;237;p21"/>
            <p:cNvSpPr/>
            <p:nvPr/>
          </p:nvSpPr>
          <p:spPr>
            <a:xfrm rot="10800000">
              <a:off x="8686799" y="302050"/>
              <a:ext cx="45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38" name="Google Shape;238;p21"/>
          <p:cNvSpPr txBox="1">
            <a:spLocks noGrp="1"/>
          </p:cNvSpPr>
          <p:nvPr>
            <p:ph type="title" hasCustomPrompt="1"/>
          </p:nvPr>
        </p:nvSpPr>
        <p:spPr>
          <a:xfrm>
            <a:off x="2013049" y="2721333"/>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39" name="Google Shape;239;p21"/>
          <p:cNvSpPr txBox="1">
            <a:spLocks noGrp="1"/>
          </p:cNvSpPr>
          <p:nvPr>
            <p:ph type="subTitle" idx="1"/>
          </p:nvPr>
        </p:nvSpPr>
        <p:spPr>
          <a:xfrm>
            <a:off x="2017049" y="3774267"/>
            <a:ext cx="5384400" cy="4244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240" name="Google Shape;240;p21"/>
          <p:cNvSpPr txBox="1">
            <a:spLocks noGrp="1"/>
          </p:cNvSpPr>
          <p:nvPr>
            <p:ph type="title" idx="2" hasCustomPrompt="1"/>
          </p:nvPr>
        </p:nvSpPr>
        <p:spPr>
          <a:xfrm>
            <a:off x="2013049" y="719600"/>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1" name="Google Shape;241;p21"/>
          <p:cNvSpPr txBox="1">
            <a:spLocks noGrp="1"/>
          </p:cNvSpPr>
          <p:nvPr>
            <p:ph type="subTitle" idx="3"/>
          </p:nvPr>
        </p:nvSpPr>
        <p:spPr>
          <a:xfrm>
            <a:off x="2017049" y="1772533"/>
            <a:ext cx="5384400" cy="42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242" name="Google Shape;242;p21"/>
          <p:cNvSpPr txBox="1">
            <a:spLocks noGrp="1"/>
          </p:cNvSpPr>
          <p:nvPr>
            <p:ph type="title" idx="4" hasCustomPrompt="1"/>
          </p:nvPr>
        </p:nvSpPr>
        <p:spPr>
          <a:xfrm>
            <a:off x="2013049" y="4723067"/>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3" name="Google Shape;243;p21"/>
          <p:cNvSpPr txBox="1">
            <a:spLocks noGrp="1"/>
          </p:cNvSpPr>
          <p:nvPr>
            <p:ph type="subTitle" idx="5"/>
          </p:nvPr>
        </p:nvSpPr>
        <p:spPr>
          <a:xfrm>
            <a:off x="2017049" y="5776133"/>
            <a:ext cx="5384400" cy="42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4040144993"/>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one column 2">
  <p:cSld name="Title and one column 2">
    <p:spTree>
      <p:nvGrpSpPr>
        <p:cNvPr id="1" name="Shape 244"/>
        <p:cNvGrpSpPr/>
        <p:nvPr/>
      </p:nvGrpSpPr>
      <p:grpSpPr>
        <a:xfrm>
          <a:off x="0" y="0"/>
          <a:ext cx="0" cy="0"/>
          <a:chOff x="0" y="0"/>
          <a:chExt cx="0" cy="0"/>
        </a:xfrm>
      </p:grpSpPr>
      <p:sp>
        <p:nvSpPr>
          <p:cNvPr id="245" name="Google Shape;245;p22"/>
          <p:cNvSpPr/>
          <p:nvPr/>
        </p:nvSpPr>
        <p:spPr>
          <a:xfrm>
            <a:off x="0" y="0"/>
            <a:ext cx="1719200" cy="4164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6" name="Google Shape;246;p22"/>
          <p:cNvSpPr/>
          <p:nvPr/>
        </p:nvSpPr>
        <p:spPr>
          <a:xfrm>
            <a:off x="0" y="6501000"/>
            <a:ext cx="2895200" cy="356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7" name="Google Shape;247;p22"/>
          <p:cNvSpPr/>
          <p:nvPr/>
        </p:nvSpPr>
        <p:spPr>
          <a:xfrm rot="10800000">
            <a:off x="906400" y="4276463"/>
            <a:ext cx="1091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8" name="Google Shape;248;p22"/>
          <p:cNvSpPr/>
          <p:nvPr/>
        </p:nvSpPr>
        <p:spPr>
          <a:xfrm rot="10800000">
            <a:off x="1150867" y="3621559"/>
            <a:ext cx="1194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9" name="Google Shape;249;p22"/>
          <p:cNvSpPr/>
          <p:nvPr/>
        </p:nvSpPr>
        <p:spPr>
          <a:xfrm rot="10800000">
            <a:off x="11252000" y="5719200"/>
            <a:ext cx="940000" cy="1138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0" name="Google Shape;250;p22"/>
          <p:cNvSpPr/>
          <p:nvPr/>
        </p:nvSpPr>
        <p:spPr>
          <a:xfrm rot="10800000">
            <a:off x="1391543" y="3949000"/>
            <a:ext cx="2286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1" name="Google Shape;251;p22"/>
          <p:cNvSpPr/>
          <p:nvPr/>
        </p:nvSpPr>
        <p:spPr>
          <a:xfrm rot="10800000">
            <a:off x="71" y="6452700"/>
            <a:ext cx="1180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2" name="Google Shape;252;p22"/>
          <p:cNvSpPr txBox="1">
            <a:spLocks noGrp="1"/>
          </p:cNvSpPr>
          <p:nvPr>
            <p:ph type="title"/>
          </p:nvPr>
        </p:nvSpPr>
        <p:spPr>
          <a:xfrm>
            <a:off x="5371267" y="2204851"/>
            <a:ext cx="5130400" cy="736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4200"/>
              <a:buNone/>
              <a:defRPr sz="30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r>
              <a:rPr lang="en-US"/>
              <a:t>Click to edit Master title style</a:t>
            </a:r>
            <a:endParaRPr/>
          </a:p>
        </p:txBody>
      </p:sp>
      <p:sp>
        <p:nvSpPr>
          <p:cNvPr id="253" name="Google Shape;253;p22"/>
          <p:cNvSpPr txBox="1">
            <a:spLocks noGrp="1"/>
          </p:cNvSpPr>
          <p:nvPr>
            <p:ph type="subTitle" idx="1"/>
          </p:nvPr>
        </p:nvSpPr>
        <p:spPr>
          <a:xfrm>
            <a:off x="5371267" y="2897556"/>
            <a:ext cx="5130400" cy="195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r>
              <a:rPr lang="en-US"/>
              <a:t>Click to edit Master subtitle style</a:t>
            </a:r>
            <a:endParaRPr/>
          </a:p>
        </p:txBody>
      </p:sp>
    </p:spTree>
    <p:extLst>
      <p:ext uri="{BB962C8B-B14F-4D97-AF65-F5344CB8AC3E}">
        <p14:creationId xmlns:p14="http://schemas.microsoft.com/office/powerpoint/2010/main" val="2613030877"/>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254"/>
        <p:cNvGrpSpPr/>
        <p:nvPr/>
      </p:nvGrpSpPr>
      <p:grpSpPr>
        <a:xfrm>
          <a:off x="0" y="0"/>
          <a:ext cx="0" cy="0"/>
          <a:chOff x="0" y="0"/>
          <a:chExt cx="0" cy="0"/>
        </a:xfrm>
      </p:grpSpPr>
      <p:grpSp>
        <p:nvGrpSpPr>
          <p:cNvPr id="255" name="Google Shape;255;p23"/>
          <p:cNvGrpSpPr/>
          <p:nvPr/>
        </p:nvGrpSpPr>
        <p:grpSpPr>
          <a:xfrm>
            <a:off x="-141" y="0"/>
            <a:ext cx="12189887" cy="6858000"/>
            <a:chOff x="-106" y="0"/>
            <a:chExt cx="9142415" cy="5143500"/>
          </a:xfrm>
        </p:grpSpPr>
        <p:sp>
          <p:nvSpPr>
            <p:cNvPr id="256" name="Google Shape;256;p23"/>
            <p:cNvSpPr/>
            <p:nvPr/>
          </p:nvSpPr>
          <p:spPr>
            <a:xfrm flipH="1">
              <a:off x="4984500" y="4804200"/>
              <a:ext cx="4157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7" name="Google Shape;257;p23"/>
            <p:cNvSpPr/>
            <p:nvPr/>
          </p:nvSpPr>
          <p:spPr>
            <a:xfrm>
              <a:off x="8049709" y="4419475"/>
              <a:ext cx="1092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8" name="Google Shape;258;p23"/>
            <p:cNvSpPr/>
            <p:nvPr/>
          </p:nvSpPr>
          <p:spPr>
            <a:xfrm>
              <a:off x="7705947" y="4910650"/>
              <a:ext cx="679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9" name="Google Shape;259;p23"/>
            <p:cNvSpPr/>
            <p:nvPr/>
          </p:nvSpPr>
          <p:spPr>
            <a:xfrm>
              <a:off x="6663067" y="4665075"/>
              <a:ext cx="1951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0" name="Google Shape;260;p23"/>
            <p:cNvSpPr/>
            <p:nvPr/>
          </p:nvSpPr>
          <p:spPr>
            <a:xfrm rot="10800000" flipH="1">
              <a:off x="6"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1" name="Google Shape;261;p23"/>
            <p:cNvSpPr/>
            <p:nvPr/>
          </p:nvSpPr>
          <p:spPr>
            <a:xfrm rot="10800000">
              <a:off x="-106" y="178475"/>
              <a:ext cx="33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2" name="Google Shape;262;p23"/>
            <p:cNvSpPr/>
            <p:nvPr/>
          </p:nvSpPr>
          <p:spPr>
            <a:xfrm rot="10800000">
              <a:off x="-31" y="416725"/>
              <a:ext cx="171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3" name="Google Shape;263;p23"/>
            <p:cNvSpPr/>
            <p:nvPr/>
          </p:nvSpPr>
          <p:spPr>
            <a:xfrm rot="10800000">
              <a:off x="1019719" y="35250"/>
              <a:ext cx="33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64" name="Google Shape;264;p23"/>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65" name="Google Shape;265;p23"/>
          <p:cNvSpPr txBox="1">
            <a:spLocks noGrp="1"/>
          </p:cNvSpPr>
          <p:nvPr>
            <p:ph type="title" idx="2"/>
          </p:nvPr>
        </p:nvSpPr>
        <p:spPr>
          <a:xfrm>
            <a:off x="6404447" y="2981900"/>
            <a:ext cx="4460400" cy="708800"/>
          </a:xfrm>
          <a:prstGeom prst="rect">
            <a:avLst/>
          </a:prstGeom>
          <a:solidFill>
            <a:schemeClr val="dk1"/>
          </a:solidFill>
        </p:spPr>
        <p:txBody>
          <a:bodyPr spcFirstLastPara="1" wrap="square" lIns="91425" tIns="91425" rIns="91425" bIns="91425" anchor="b" anchorCtr="0">
            <a:noAutofit/>
          </a:bodyPr>
          <a:lstStyle>
            <a:lvl1pPr lvl="0" rtl="0">
              <a:spcBef>
                <a:spcPts val="0"/>
              </a:spcBef>
              <a:spcAft>
                <a:spcPts val="0"/>
              </a:spcAft>
              <a:buSzPts val="2000"/>
              <a:buNone/>
              <a:defRPr sz="1800" b="1">
                <a:solidFill>
                  <a:schemeClr val="lt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66" name="Google Shape;266;p23"/>
          <p:cNvSpPr txBox="1">
            <a:spLocks noGrp="1"/>
          </p:cNvSpPr>
          <p:nvPr>
            <p:ph type="title" idx="3"/>
          </p:nvPr>
        </p:nvSpPr>
        <p:spPr>
          <a:xfrm>
            <a:off x="6404441" y="3690715"/>
            <a:ext cx="4460400" cy="1704800"/>
          </a:xfrm>
          <a:prstGeom prst="rect">
            <a:avLst/>
          </a:prstGeom>
          <a:solidFill>
            <a:schemeClr val="accent3"/>
          </a:solidFill>
        </p:spPr>
        <p:txBody>
          <a:bodyPr spcFirstLastPara="1" wrap="square" lIns="91425" tIns="91425" rIns="91425" bIns="91425" anchor="ctr" anchorCtr="0">
            <a:noAutofit/>
          </a:bodyPr>
          <a:lstStyle>
            <a:lvl1pPr lvl="0" rtl="0">
              <a:lnSpc>
                <a:spcPct val="115000"/>
              </a:lnSpc>
              <a:spcBef>
                <a:spcPts val="0"/>
              </a:spcBef>
              <a:spcAft>
                <a:spcPts val="0"/>
              </a:spcAft>
              <a:buSzPts val="1200"/>
              <a:buFont typeface="Nunito"/>
              <a:buChar char="■"/>
              <a:defRPr sz="1400" b="0">
                <a:solidFill>
                  <a:schemeClr val="dk2"/>
                </a:solidFill>
                <a:latin typeface="Inter"/>
                <a:ea typeface="Inter"/>
                <a:cs typeface="Inter"/>
                <a:sym typeface="Inter"/>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r>
              <a:rPr lang="en-US"/>
              <a:t>Click to edit Master title style</a:t>
            </a:r>
            <a:endParaRPr/>
          </a:p>
        </p:txBody>
      </p:sp>
      <p:sp>
        <p:nvSpPr>
          <p:cNvPr id="267" name="Google Shape;267;p23"/>
          <p:cNvSpPr txBox="1">
            <a:spLocks noGrp="1"/>
          </p:cNvSpPr>
          <p:nvPr>
            <p:ph type="title" idx="4"/>
          </p:nvPr>
        </p:nvSpPr>
        <p:spPr>
          <a:xfrm>
            <a:off x="1327151" y="2981884"/>
            <a:ext cx="4460800" cy="708800"/>
          </a:xfrm>
          <a:prstGeom prst="rect">
            <a:avLst/>
          </a:prstGeom>
          <a:solidFill>
            <a:schemeClr val="dk1"/>
          </a:solidFill>
        </p:spPr>
        <p:txBody>
          <a:bodyPr spcFirstLastPara="1" wrap="square" lIns="91425" tIns="91425" rIns="91425" bIns="91425" anchor="b" anchorCtr="0">
            <a:noAutofit/>
          </a:bodyPr>
          <a:lstStyle>
            <a:lvl1pPr lvl="0" rtl="0">
              <a:spcBef>
                <a:spcPts val="0"/>
              </a:spcBef>
              <a:spcAft>
                <a:spcPts val="0"/>
              </a:spcAft>
              <a:buSzPts val="2000"/>
              <a:buNone/>
              <a:defRPr sz="1800" b="1">
                <a:solidFill>
                  <a:schemeClr val="lt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68" name="Google Shape;268;p23"/>
          <p:cNvSpPr txBox="1">
            <a:spLocks noGrp="1"/>
          </p:cNvSpPr>
          <p:nvPr>
            <p:ph type="title" idx="5"/>
          </p:nvPr>
        </p:nvSpPr>
        <p:spPr>
          <a:xfrm>
            <a:off x="1327317" y="3690699"/>
            <a:ext cx="4460400" cy="1704800"/>
          </a:xfrm>
          <a:prstGeom prst="rect">
            <a:avLst/>
          </a:prstGeom>
          <a:solidFill>
            <a:schemeClr val="accent3"/>
          </a:solidFill>
        </p:spPr>
        <p:txBody>
          <a:bodyPr spcFirstLastPara="1" wrap="square" lIns="91425" tIns="91425" rIns="91425" bIns="91425" anchor="ctr" anchorCtr="0">
            <a:noAutofit/>
          </a:bodyPr>
          <a:lstStyle>
            <a:lvl1pPr lvl="0" rtl="0">
              <a:lnSpc>
                <a:spcPct val="115000"/>
              </a:lnSpc>
              <a:spcBef>
                <a:spcPts val="0"/>
              </a:spcBef>
              <a:spcAft>
                <a:spcPts val="0"/>
              </a:spcAft>
              <a:buSzPts val="1200"/>
              <a:buFont typeface="Nunito"/>
              <a:buChar char="■"/>
              <a:defRPr sz="1400" b="0">
                <a:solidFill>
                  <a:schemeClr val="dk2"/>
                </a:solidFill>
                <a:latin typeface="Inter"/>
                <a:ea typeface="Inter"/>
                <a:cs typeface="Inter"/>
                <a:sym typeface="Inter"/>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501679336"/>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69"/>
        <p:cNvGrpSpPr/>
        <p:nvPr/>
      </p:nvGrpSpPr>
      <p:grpSpPr>
        <a:xfrm>
          <a:off x="0" y="0"/>
          <a:ext cx="0" cy="0"/>
          <a:chOff x="0" y="0"/>
          <a:chExt cx="0" cy="0"/>
        </a:xfrm>
      </p:grpSpPr>
      <p:grpSp>
        <p:nvGrpSpPr>
          <p:cNvPr id="270" name="Google Shape;270;p24"/>
          <p:cNvGrpSpPr/>
          <p:nvPr/>
        </p:nvGrpSpPr>
        <p:grpSpPr>
          <a:xfrm>
            <a:off x="-95" y="4600235"/>
            <a:ext cx="12189889" cy="2257767"/>
            <a:chOff x="-72" y="3450175"/>
            <a:chExt cx="9142417" cy="1693325"/>
          </a:xfrm>
        </p:grpSpPr>
        <p:sp>
          <p:nvSpPr>
            <p:cNvPr id="271" name="Google Shape;271;p24"/>
            <p:cNvSpPr/>
            <p:nvPr/>
          </p:nvSpPr>
          <p:spPr>
            <a:xfrm flipH="1">
              <a:off x="154" y="3450175"/>
              <a:ext cx="183300" cy="16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2" name="Google Shape;272;p24"/>
            <p:cNvSpPr/>
            <p:nvPr/>
          </p:nvSpPr>
          <p:spPr>
            <a:xfrm flipH="1">
              <a:off x="-72" y="4896275"/>
              <a:ext cx="138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3" name="Google Shape;273;p24"/>
            <p:cNvSpPr/>
            <p:nvPr/>
          </p:nvSpPr>
          <p:spPr>
            <a:xfrm flipH="1">
              <a:off x="52" y="4658025"/>
              <a:ext cx="451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4" name="Google Shape;274;p24"/>
            <p:cNvSpPr/>
            <p:nvPr/>
          </p:nvSpPr>
          <p:spPr>
            <a:xfrm flipH="1">
              <a:off x="125" y="4419775"/>
              <a:ext cx="563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5" name="Google Shape;275;p24"/>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6" name="Google Shape;276;p24"/>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7" name="Google Shape;277;p24"/>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8" name="Google Shape;278;p24"/>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79" name="Google Shape;279;p24"/>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80" name="Google Shape;280;p24"/>
          <p:cNvSpPr txBox="1">
            <a:spLocks noGrp="1"/>
          </p:cNvSpPr>
          <p:nvPr>
            <p:ph type="title" idx="2" hasCustomPrompt="1"/>
          </p:nvPr>
        </p:nvSpPr>
        <p:spPr>
          <a:xfrm>
            <a:off x="5273819"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1" name="Google Shape;281;p24"/>
          <p:cNvSpPr txBox="1">
            <a:spLocks noGrp="1"/>
          </p:cNvSpPr>
          <p:nvPr>
            <p:ph type="title" idx="3"/>
          </p:nvPr>
        </p:nvSpPr>
        <p:spPr>
          <a:xfrm>
            <a:off x="4416817"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2" name="Google Shape;282;p24"/>
          <p:cNvSpPr txBox="1">
            <a:spLocks noGrp="1"/>
          </p:cNvSpPr>
          <p:nvPr>
            <p:ph type="title" idx="4"/>
          </p:nvPr>
        </p:nvSpPr>
        <p:spPr>
          <a:xfrm>
            <a:off x="4416815"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283" name="Google Shape;283;p24"/>
          <p:cNvSpPr txBox="1">
            <a:spLocks noGrp="1"/>
          </p:cNvSpPr>
          <p:nvPr>
            <p:ph type="title" idx="5" hasCustomPrompt="1"/>
          </p:nvPr>
        </p:nvSpPr>
        <p:spPr>
          <a:xfrm>
            <a:off x="1608373"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4" name="Google Shape;284;p24"/>
          <p:cNvSpPr txBox="1">
            <a:spLocks noGrp="1"/>
          </p:cNvSpPr>
          <p:nvPr>
            <p:ph type="title" idx="6"/>
          </p:nvPr>
        </p:nvSpPr>
        <p:spPr>
          <a:xfrm>
            <a:off x="751500"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5" name="Google Shape;285;p24"/>
          <p:cNvSpPr txBox="1">
            <a:spLocks noGrp="1"/>
          </p:cNvSpPr>
          <p:nvPr>
            <p:ph type="title" idx="7"/>
          </p:nvPr>
        </p:nvSpPr>
        <p:spPr>
          <a:xfrm>
            <a:off x="751367"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286" name="Google Shape;286;p24"/>
          <p:cNvSpPr txBox="1">
            <a:spLocks noGrp="1"/>
          </p:cNvSpPr>
          <p:nvPr>
            <p:ph type="title" idx="8" hasCustomPrompt="1"/>
          </p:nvPr>
        </p:nvSpPr>
        <p:spPr>
          <a:xfrm>
            <a:off x="8939263"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7" name="Google Shape;287;p24"/>
          <p:cNvSpPr txBox="1">
            <a:spLocks noGrp="1"/>
          </p:cNvSpPr>
          <p:nvPr>
            <p:ph type="title" idx="9"/>
          </p:nvPr>
        </p:nvSpPr>
        <p:spPr>
          <a:xfrm>
            <a:off x="8082167"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8" name="Google Shape;288;p24"/>
          <p:cNvSpPr txBox="1">
            <a:spLocks noGrp="1"/>
          </p:cNvSpPr>
          <p:nvPr>
            <p:ph type="title" idx="13"/>
          </p:nvPr>
        </p:nvSpPr>
        <p:spPr>
          <a:xfrm>
            <a:off x="8082264"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3990767897"/>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289"/>
        <p:cNvGrpSpPr/>
        <p:nvPr/>
      </p:nvGrpSpPr>
      <p:grpSpPr>
        <a:xfrm>
          <a:off x="0" y="0"/>
          <a:ext cx="0" cy="0"/>
          <a:chOff x="0" y="0"/>
          <a:chExt cx="0" cy="0"/>
        </a:xfrm>
      </p:grpSpPr>
      <p:grpSp>
        <p:nvGrpSpPr>
          <p:cNvPr id="290" name="Google Shape;290;p25"/>
          <p:cNvGrpSpPr/>
          <p:nvPr/>
        </p:nvGrpSpPr>
        <p:grpSpPr>
          <a:xfrm>
            <a:off x="95" y="0"/>
            <a:ext cx="12194516" cy="6858000"/>
            <a:chOff x="70" y="0"/>
            <a:chExt cx="9145887" cy="5143500"/>
          </a:xfrm>
        </p:grpSpPr>
        <p:sp>
          <p:nvSpPr>
            <p:cNvPr id="291" name="Google Shape;291;p25"/>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2" name="Google Shape;292;p25"/>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3" name="Google Shape;293;p25"/>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4" name="Google Shape;294;p25"/>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5" name="Google Shape;295;p25"/>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6" name="Google Shape;296;p25"/>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7" name="Google Shape;297;p25"/>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8" name="Google Shape;298;p25"/>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9" name="Google Shape;299;p25"/>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0" name="Google Shape;300;p25"/>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301" name="Google Shape;301;p25"/>
            <p:cNvGrpSpPr/>
            <p:nvPr/>
          </p:nvGrpSpPr>
          <p:grpSpPr>
            <a:xfrm>
              <a:off x="8246106" y="178472"/>
              <a:ext cx="897900" cy="302453"/>
              <a:chOff x="8246106" y="178472"/>
              <a:chExt cx="897900" cy="302453"/>
            </a:xfrm>
          </p:grpSpPr>
          <p:sp>
            <p:nvSpPr>
              <p:cNvPr id="302" name="Google Shape;302;p25"/>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3" name="Google Shape;303;p25"/>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304" name="Google Shape;304;p25"/>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05" name="Google Shape;305;p25"/>
          <p:cNvSpPr txBox="1">
            <a:spLocks noGrp="1"/>
          </p:cNvSpPr>
          <p:nvPr>
            <p:ph type="title" idx="2"/>
          </p:nvPr>
        </p:nvSpPr>
        <p:spPr>
          <a:xfrm>
            <a:off x="4416800"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06" name="Google Shape;306;p25"/>
          <p:cNvSpPr txBox="1">
            <a:spLocks noGrp="1"/>
          </p:cNvSpPr>
          <p:nvPr>
            <p:ph type="title" idx="3"/>
          </p:nvPr>
        </p:nvSpPr>
        <p:spPr>
          <a:xfrm>
            <a:off x="44168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07" name="Google Shape;307;p25"/>
          <p:cNvSpPr txBox="1">
            <a:spLocks noGrp="1"/>
          </p:cNvSpPr>
          <p:nvPr>
            <p:ph type="title" idx="4"/>
          </p:nvPr>
        </p:nvSpPr>
        <p:spPr>
          <a:xfrm>
            <a:off x="853033"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08" name="Google Shape;308;p25"/>
          <p:cNvSpPr txBox="1">
            <a:spLocks noGrp="1"/>
          </p:cNvSpPr>
          <p:nvPr>
            <p:ph type="title" idx="5"/>
          </p:nvPr>
        </p:nvSpPr>
        <p:spPr>
          <a:xfrm>
            <a:off x="8530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09" name="Google Shape;309;p25"/>
          <p:cNvSpPr txBox="1">
            <a:spLocks noGrp="1"/>
          </p:cNvSpPr>
          <p:nvPr>
            <p:ph type="title" idx="6"/>
          </p:nvPr>
        </p:nvSpPr>
        <p:spPr>
          <a:xfrm>
            <a:off x="7980567"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10" name="Google Shape;310;p25"/>
          <p:cNvSpPr txBox="1">
            <a:spLocks noGrp="1"/>
          </p:cNvSpPr>
          <p:nvPr>
            <p:ph type="title" idx="7"/>
          </p:nvPr>
        </p:nvSpPr>
        <p:spPr>
          <a:xfrm>
            <a:off x="79806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11" name="Google Shape;311;p25"/>
          <p:cNvSpPr txBox="1">
            <a:spLocks noGrp="1"/>
          </p:cNvSpPr>
          <p:nvPr>
            <p:ph type="title" idx="8" hasCustomPrompt="1"/>
          </p:nvPr>
        </p:nvSpPr>
        <p:spPr>
          <a:xfrm>
            <a:off x="1889400"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12" name="Google Shape;312;p25"/>
          <p:cNvSpPr txBox="1">
            <a:spLocks noGrp="1"/>
          </p:cNvSpPr>
          <p:nvPr>
            <p:ph type="title" idx="9" hasCustomPrompt="1"/>
          </p:nvPr>
        </p:nvSpPr>
        <p:spPr>
          <a:xfrm>
            <a:off x="5453167"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13" name="Google Shape;313;p25"/>
          <p:cNvSpPr txBox="1">
            <a:spLocks noGrp="1"/>
          </p:cNvSpPr>
          <p:nvPr>
            <p:ph type="title" idx="13" hasCustomPrompt="1"/>
          </p:nvPr>
        </p:nvSpPr>
        <p:spPr>
          <a:xfrm>
            <a:off x="9016833"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135490127"/>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314"/>
        <p:cNvGrpSpPr/>
        <p:nvPr/>
      </p:nvGrpSpPr>
      <p:grpSpPr>
        <a:xfrm>
          <a:off x="0" y="0"/>
          <a:ext cx="0" cy="0"/>
          <a:chOff x="0" y="0"/>
          <a:chExt cx="0" cy="0"/>
        </a:xfrm>
      </p:grpSpPr>
      <p:sp>
        <p:nvSpPr>
          <p:cNvPr id="315" name="Google Shape;315;p26"/>
          <p:cNvSpPr/>
          <p:nvPr/>
        </p:nvSpPr>
        <p:spPr>
          <a:xfrm rot="10800000">
            <a:off x="10611588" y="0"/>
            <a:ext cx="1580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6" name="Google Shape;316;p26"/>
          <p:cNvSpPr/>
          <p:nvPr/>
        </p:nvSpPr>
        <p:spPr>
          <a:xfrm rot="10800000" flipH="1">
            <a:off x="10994808" y="237963"/>
            <a:ext cx="1197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7" name="Google Shape;317;p26"/>
          <p:cNvSpPr/>
          <p:nvPr/>
        </p:nvSpPr>
        <p:spPr>
          <a:xfrm rot="10800000" flipH="1">
            <a:off x="11572808" y="555633"/>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8" name="Google Shape;318;p26"/>
          <p:cNvSpPr/>
          <p:nvPr/>
        </p:nvSpPr>
        <p:spPr>
          <a:xfrm flipH="1">
            <a:off x="8" y="6405600"/>
            <a:ext cx="4158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9" name="Google Shape;319;p26"/>
          <p:cNvSpPr/>
          <p:nvPr/>
        </p:nvSpPr>
        <p:spPr>
          <a:xfrm rot="10800000" flipH="1">
            <a:off x="12" y="6210700"/>
            <a:ext cx="33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0" name="Google Shape;320;p26"/>
          <p:cNvSpPr/>
          <p:nvPr/>
        </p:nvSpPr>
        <p:spPr>
          <a:xfrm rot="10800000" flipH="1">
            <a:off x="23" y="6528367"/>
            <a:ext cx="107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1" name="Google Shape;321;p26"/>
          <p:cNvSpPr/>
          <p:nvPr/>
        </p:nvSpPr>
        <p:spPr>
          <a:xfrm>
            <a:off x="8" y="1560800"/>
            <a:ext cx="548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2" name="Google Shape;322;p26"/>
          <p:cNvSpPr/>
          <p:nvPr/>
        </p:nvSpPr>
        <p:spPr>
          <a:xfrm rot="10800000">
            <a:off x="-64" y="1666933"/>
            <a:ext cx="17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3" name="Google Shape;323;p26"/>
          <p:cNvSpPr txBox="1">
            <a:spLocks noGrp="1"/>
          </p:cNvSpPr>
          <p:nvPr>
            <p:ph type="subTitle" idx="1"/>
          </p:nvPr>
        </p:nvSpPr>
        <p:spPr>
          <a:xfrm>
            <a:off x="1141667" y="4249467"/>
            <a:ext cx="3095600" cy="9032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subtitle style</a:t>
            </a:r>
            <a:endParaRPr/>
          </a:p>
        </p:txBody>
      </p:sp>
      <p:sp>
        <p:nvSpPr>
          <p:cNvPr id="324" name="Google Shape;324;p26"/>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25" name="Google Shape;325;p26"/>
          <p:cNvSpPr txBox="1">
            <a:spLocks noGrp="1"/>
          </p:cNvSpPr>
          <p:nvPr>
            <p:ph type="title" idx="2"/>
          </p:nvPr>
        </p:nvSpPr>
        <p:spPr>
          <a:xfrm>
            <a:off x="7954537"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6" name="Google Shape;326;p26"/>
          <p:cNvSpPr txBox="1">
            <a:spLocks noGrp="1"/>
          </p:cNvSpPr>
          <p:nvPr>
            <p:ph type="title" idx="3"/>
          </p:nvPr>
        </p:nvSpPr>
        <p:spPr>
          <a:xfrm>
            <a:off x="1147700"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7" name="Google Shape;327;p26"/>
          <p:cNvSpPr txBox="1">
            <a:spLocks noGrp="1"/>
          </p:cNvSpPr>
          <p:nvPr>
            <p:ph type="title" idx="4"/>
          </p:nvPr>
        </p:nvSpPr>
        <p:spPr>
          <a:xfrm>
            <a:off x="4548101"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8" name="Google Shape;328;p26"/>
          <p:cNvSpPr txBox="1">
            <a:spLocks noGrp="1"/>
          </p:cNvSpPr>
          <p:nvPr>
            <p:ph type="subTitle" idx="5"/>
          </p:nvPr>
        </p:nvSpPr>
        <p:spPr>
          <a:xfrm>
            <a:off x="4548101" y="4249467"/>
            <a:ext cx="3095600" cy="90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29" name="Google Shape;329;p26"/>
          <p:cNvSpPr txBox="1">
            <a:spLocks noGrp="1"/>
          </p:cNvSpPr>
          <p:nvPr>
            <p:ph type="subTitle" idx="6"/>
          </p:nvPr>
        </p:nvSpPr>
        <p:spPr>
          <a:xfrm>
            <a:off x="7954533" y="4249467"/>
            <a:ext cx="3095600" cy="90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3689120679"/>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330"/>
        <p:cNvGrpSpPr/>
        <p:nvPr/>
      </p:nvGrpSpPr>
      <p:grpSpPr>
        <a:xfrm>
          <a:off x="0" y="0"/>
          <a:ext cx="0" cy="0"/>
          <a:chOff x="0" y="0"/>
          <a:chExt cx="0" cy="0"/>
        </a:xfrm>
      </p:grpSpPr>
      <p:sp>
        <p:nvSpPr>
          <p:cNvPr id="331" name="Google Shape;331;p27"/>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32" name="Google Shape;332;p27"/>
          <p:cNvSpPr txBox="1">
            <a:spLocks noGrp="1"/>
          </p:cNvSpPr>
          <p:nvPr>
            <p:ph type="title" idx="2"/>
          </p:nvPr>
        </p:nvSpPr>
        <p:spPr>
          <a:xfrm>
            <a:off x="6519633" y="2279321"/>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3" name="Google Shape;333;p27"/>
          <p:cNvSpPr txBox="1">
            <a:spLocks noGrp="1"/>
          </p:cNvSpPr>
          <p:nvPr>
            <p:ph type="title" idx="3"/>
          </p:nvPr>
        </p:nvSpPr>
        <p:spPr>
          <a:xfrm>
            <a:off x="6775733" y="2886521"/>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4" name="Google Shape;334;p27"/>
          <p:cNvSpPr txBox="1">
            <a:spLocks noGrp="1"/>
          </p:cNvSpPr>
          <p:nvPr>
            <p:ph type="title" idx="4"/>
          </p:nvPr>
        </p:nvSpPr>
        <p:spPr>
          <a:xfrm>
            <a:off x="1634967" y="2279321"/>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5" name="Google Shape;335;p27"/>
          <p:cNvSpPr txBox="1">
            <a:spLocks noGrp="1"/>
          </p:cNvSpPr>
          <p:nvPr>
            <p:ph type="title" idx="5"/>
          </p:nvPr>
        </p:nvSpPr>
        <p:spPr>
          <a:xfrm>
            <a:off x="1891167" y="2886521"/>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6" name="Google Shape;336;p27"/>
          <p:cNvSpPr txBox="1">
            <a:spLocks noGrp="1"/>
          </p:cNvSpPr>
          <p:nvPr>
            <p:ph type="title" idx="6"/>
          </p:nvPr>
        </p:nvSpPr>
        <p:spPr>
          <a:xfrm>
            <a:off x="6519633" y="4504105"/>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7" name="Google Shape;337;p27"/>
          <p:cNvSpPr txBox="1">
            <a:spLocks noGrp="1"/>
          </p:cNvSpPr>
          <p:nvPr>
            <p:ph type="title" idx="7"/>
          </p:nvPr>
        </p:nvSpPr>
        <p:spPr>
          <a:xfrm>
            <a:off x="6775733" y="5111305"/>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8" name="Google Shape;338;p27"/>
          <p:cNvSpPr txBox="1">
            <a:spLocks noGrp="1"/>
          </p:cNvSpPr>
          <p:nvPr>
            <p:ph type="title" idx="8"/>
          </p:nvPr>
        </p:nvSpPr>
        <p:spPr>
          <a:xfrm>
            <a:off x="1634967" y="4504105"/>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9" name="Google Shape;339;p27"/>
          <p:cNvSpPr txBox="1">
            <a:spLocks noGrp="1"/>
          </p:cNvSpPr>
          <p:nvPr>
            <p:ph type="title" idx="9"/>
          </p:nvPr>
        </p:nvSpPr>
        <p:spPr>
          <a:xfrm>
            <a:off x="1891167" y="5111305"/>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grpSp>
        <p:nvGrpSpPr>
          <p:cNvPr id="340" name="Google Shape;340;p27"/>
          <p:cNvGrpSpPr/>
          <p:nvPr/>
        </p:nvGrpSpPr>
        <p:grpSpPr>
          <a:xfrm>
            <a:off x="-2760" y="0"/>
            <a:ext cx="12194768" cy="6858000"/>
            <a:chOff x="-2070" y="0"/>
            <a:chExt cx="9146076" cy="5143500"/>
          </a:xfrm>
        </p:grpSpPr>
        <p:sp>
          <p:nvSpPr>
            <p:cNvPr id="341" name="Google Shape;341;p27"/>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2" name="Google Shape;342;p27"/>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3" name="Google Shape;343;p27"/>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4" name="Google Shape;344;p27"/>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5" name="Google Shape;345;p27"/>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6" name="Google Shape;346;p27"/>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7" name="Google Shape;347;p27"/>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8" name="Google Shape;348;p27"/>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9" name="Google Shape;349;p27"/>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0" name="Google Shape;350;p27"/>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1" name="Google Shape;351;p27"/>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2" name="Google Shape;352;p27"/>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760944406"/>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53"/>
        <p:cNvGrpSpPr/>
        <p:nvPr/>
      </p:nvGrpSpPr>
      <p:grpSpPr>
        <a:xfrm>
          <a:off x="0" y="0"/>
          <a:ext cx="0" cy="0"/>
          <a:chOff x="0" y="0"/>
          <a:chExt cx="0" cy="0"/>
        </a:xfrm>
      </p:grpSpPr>
      <p:grpSp>
        <p:nvGrpSpPr>
          <p:cNvPr id="354" name="Google Shape;354;p28"/>
          <p:cNvGrpSpPr/>
          <p:nvPr/>
        </p:nvGrpSpPr>
        <p:grpSpPr>
          <a:xfrm>
            <a:off x="-1402" y="0"/>
            <a:ext cx="12191195" cy="6858000"/>
            <a:chOff x="-1051" y="0"/>
            <a:chExt cx="9143396" cy="5143500"/>
          </a:xfrm>
        </p:grpSpPr>
        <p:sp>
          <p:nvSpPr>
            <p:cNvPr id="355" name="Google Shape;355;p28"/>
            <p:cNvSpPr/>
            <p:nvPr/>
          </p:nvSpPr>
          <p:spPr>
            <a:xfrm rot="10800000" flipH="1">
              <a:off x="-1051"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6" name="Google Shape;356;p28"/>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7" name="Google Shape;357;p28"/>
            <p:cNvSpPr/>
            <p:nvPr/>
          </p:nvSpPr>
          <p:spPr>
            <a:xfrm rot="10800000">
              <a:off x="75" y="31087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8" name="Google Shape;358;p28"/>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9" name="Google Shape;359;p28"/>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60" name="Google Shape;360;p28"/>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61" name="Google Shape;361;p28"/>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62" name="Google Shape;362;p28"/>
          <p:cNvSpPr txBox="1">
            <a:spLocks noGrp="1"/>
          </p:cNvSpPr>
          <p:nvPr>
            <p:ph type="title" idx="2"/>
          </p:nvPr>
        </p:nvSpPr>
        <p:spPr>
          <a:xfrm>
            <a:off x="4466100"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3" name="Google Shape;363;p28"/>
          <p:cNvSpPr txBox="1">
            <a:spLocks noGrp="1"/>
          </p:cNvSpPr>
          <p:nvPr>
            <p:ph type="title" idx="3"/>
          </p:nvPr>
        </p:nvSpPr>
        <p:spPr>
          <a:xfrm>
            <a:off x="4466016"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4" name="Google Shape;364;p28"/>
          <p:cNvSpPr txBox="1">
            <a:spLocks noGrp="1"/>
          </p:cNvSpPr>
          <p:nvPr>
            <p:ph type="title" idx="4"/>
          </p:nvPr>
        </p:nvSpPr>
        <p:spPr>
          <a:xfrm>
            <a:off x="969600"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5" name="Google Shape;365;p28"/>
          <p:cNvSpPr txBox="1">
            <a:spLocks noGrp="1"/>
          </p:cNvSpPr>
          <p:nvPr>
            <p:ph type="title" idx="5"/>
          </p:nvPr>
        </p:nvSpPr>
        <p:spPr>
          <a:xfrm>
            <a:off x="969600"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6" name="Google Shape;366;p28"/>
          <p:cNvSpPr txBox="1">
            <a:spLocks noGrp="1"/>
          </p:cNvSpPr>
          <p:nvPr>
            <p:ph type="title" idx="6"/>
          </p:nvPr>
        </p:nvSpPr>
        <p:spPr>
          <a:xfrm>
            <a:off x="7962316"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7" name="Google Shape;367;p28"/>
          <p:cNvSpPr txBox="1">
            <a:spLocks noGrp="1"/>
          </p:cNvSpPr>
          <p:nvPr>
            <p:ph type="title" idx="7"/>
          </p:nvPr>
        </p:nvSpPr>
        <p:spPr>
          <a:xfrm>
            <a:off x="7962267"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8" name="Google Shape;368;p28"/>
          <p:cNvSpPr txBox="1">
            <a:spLocks noGrp="1"/>
          </p:cNvSpPr>
          <p:nvPr>
            <p:ph type="title" idx="8"/>
          </p:nvPr>
        </p:nvSpPr>
        <p:spPr>
          <a:xfrm>
            <a:off x="4466100"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9" name="Google Shape;369;p28"/>
          <p:cNvSpPr txBox="1">
            <a:spLocks noGrp="1"/>
          </p:cNvSpPr>
          <p:nvPr>
            <p:ph type="title" idx="9"/>
          </p:nvPr>
        </p:nvSpPr>
        <p:spPr>
          <a:xfrm>
            <a:off x="4466016"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70" name="Google Shape;370;p28"/>
          <p:cNvSpPr txBox="1">
            <a:spLocks noGrp="1"/>
          </p:cNvSpPr>
          <p:nvPr>
            <p:ph type="title" idx="13"/>
          </p:nvPr>
        </p:nvSpPr>
        <p:spPr>
          <a:xfrm>
            <a:off x="969600"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71" name="Google Shape;371;p28"/>
          <p:cNvSpPr txBox="1">
            <a:spLocks noGrp="1"/>
          </p:cNvSpPr>
          <p:nvPr>
            <p:ph type="title" idx="14"/>
          </p:nvPr>
        </p:nvSpPr>
        <p:spPr>
          <a:xfrm>
            <a:off x="969600"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72" name="Google Shape;372;p28"/>
          <p:cNvSpPr txBox="1">
            <a:spLocks noGrp="1"/>
          </p:cNvSpPr>
          <p:nvPr>
            <p:ph type="title" idx="15"/>
          </p:nvPr>
        </p:nvSpPr>
        <p:spPr>
          <a:xfrm>
            <a:off x="7962316"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73" name="Google Shape;373;p28"/>
          <p:cNvSpPr txBox="1">
            <a:spLocks noGrp="1"/>
          </p:cNvSpPr>
          <p:nvPr>
            <p:ph type="title" idx="16"/>
          </p:nvPr>
        </p:nvSpPr>
        <p:spPr>
          <a:xfrm>
            <a:off x="7962267"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2692328218"/>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eight columns">
  <p:cSld name="Title and eight columns">
    <p:spTree>
      <p:nvGrpSpPr>
        <p:cNvPr id="1" name="Shape 374"/>
        <p:cNvGrpSpPr/>
        <p:nvPr/>
      </p:nvGrpSpPr>
      <p:grpSpPr>
        <a:xfrm>
          <a:off x="0" y="0"/>
          <a:ext cx="0" cy="0"/>
          <a:chOff x="0" y="0"/>
          <a:chExt cx="0" cy="0"/>
        </a:xfrm>
      </p:grpSpPr>
      <p:grpSp>
        <p:nvGrpSpPr>
          <p:cNvPr id="375" name="Google Shape;375;p29"/>
          <p:cNvGrpSpPr/>
          <p:nvPr/>
        </p:nvGrpSpPr>
        <p:grpSpPr>
          <a:xfrm>
            <a:off x="95" y="0"/>
            <a:ext cx="12194516" cy="6858000"/>
            <a:chOff x="70" y="0"/>
            <a:chExt cx="9145887" cy="5143500"/>
          </a:xfrm>
        </p:grpSpPr>
        <p:sp>
          <p:nvSpPr>
            <p:cNvPr id="376" name="Google Shape;376;p29"/>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7" name="Google Shape;377;p29"/>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8" name="Google Shape;378;p29"/>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9" name="Google Shape;379;p29"/>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0" name="Google Shape;380;p29"/>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1" name="Google Shape;381;p29"/>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2" name="Google Shape;382;p29"/>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3" name="Google Shape;383;p29"/>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4" name="Google Shape;384;p29"/>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5" name="Google Shape;385;p29"/>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86" name="Google Shape;386;p29"/>
          <p:cNvSpPr txBox="1">
            <a:spLocks noGrp="1"/>
          </p:cNvSpPr>
          <p:nvPr>
            <p:ph type="title"/>
          </p:nvPr>
        </p:nvSpPr>
        <p:spPr>
          <a:xfrm>
            <a:off x="877333" y="500167"/>
            <a:ext cx="104372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87" name="Google Shape;387;p29"/>
          <p:cNvSpPr txBox="1">
            <a:spLocks noGrp="1"/>
          </p:cNvSpPr>
          <p:nvPr>
            <p:ph type="title" idx="2"/>
          </p:nvPr>
        </p:nvSpPr>
        <p:spPr>
          <a:xfrm>
            <a:off x="1792156" y="19064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88" name="Google Shape;388;p29"/>
          <p:cNvSpPr txBox="1">
            <a:spLocks noGrp="1"/>
          </p:cNvSpPr>
          <p:nvPr>
            <p:ph type="title" idx="3" hasCustomPrompt="1"/>
          </p:nvPr>
        </p:nvSpPr>
        <p:spPr>
          <a:xfrm>
            <a:off x="951200" y="19064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89" name="Google Shape;389;p29"/>
          <p:cNvSpPr txBox="1">
            <a:spLocks noGrp="1"/>
          </p:cNvSpPr>
          <p:nvPr>
            <p:ph type="title" idx="4"/>
          </p:nvPr>
        </p:nvSpPr>
        <p:spPr>
          <a:xfrm>
            <a:off x="1792156" y="29572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0" name="Google Shape;390;p29"/>
          <p:cNvSpPr txBox="1">
            <a:spLocks noGrp="1"/>
          </p:cNvSpPr>
          <p:nvPr>
            <p:ph type="title" idx="5" hasCustomPrompt="1"/>
          </p:nvPr>
        </p:nvSpPr>
        <p:spPr>
          <a:xfrm>
            <a:off x="951200" y="29572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1" name="Google Shape;391;p29"/>
          <p:cNvSpPr txBox="1">
            <a:spLocks noGrp="1"/>
          </p:cNvSpPr>
          <p:nvPr>
            <p:ph type="title" idx="6"/>
          </p:nvPr>
        </p:nvSpPr>
        <p:spPr>
          <a:xfrm>
            <a:off x="1792156" y="40080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2" name="Google Shape;392;p29"/>
          <p:cNvSpPr txBox="1">
            <a:spLocks noGrp="1"/>
          </p:cNvSpPr>
          <p:nvPr>
            <p:ph type="title" idx="7" hasCustomPrompt="1"/>
          </p:nvPr>
        </p:nvSpPr>
        <p:spPr>
          <a:xfrm>
            <a:off x="951200" y="40080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3" name="Google Shape;393;p29"/>
          <p:cNvSpPr txBox="1">
            <a:spLocks noGrp="1"/>
          </p:cNvSpPr>
          <p:nvPr>
            <p:ph type="title" idx="8"/>
          </p:nvPr>
        </p:nvSpPr>
        <p:spPr>
          <a:xfrm>
            <a:off x="1792156" y="50588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4" name="Google Shape;394;p29"/>
          <p:cNvSpPr txBox="1">
            <a:spLocks noGrp="1"/>
          </p:cNvSpPr>
          <p:nvPr>
            <p:ph type="title" idx="9" hasCustomPrompt="1"/>
          </p:nvPr>
        </p:nvSpPr>
        <p:spPr>
          <a:xfrm>
            <a:off x="951200" y="50588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5" name="Google Shape;395;p29"/>
          <p:cNvSpPr txBox="1">
            <a:spLocks noGrp="1"/>
          </p:cNvSpPr>
          <p:nvPr>
            <p:ph type="title" idx="13"/>
          </p:nvPr>
        </p:nvSpPr>
        <p:spPr>
          <a:xfrm>
            <a:off x="7038977" y="19064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6" name="Google Shape;396;p29"/>
          <p:cNvSpPr txBox="1">
            <a:spLocks noGrp="1"/>
          </p:cNvSpPr>
          <p:nvPr>
            <p:ph type="title" idx="14" hasCustomPrompt="1"/>
          </p:nvPr>
        </p:nvSpPr>
        <p:spPr>
          <a:xfrm>
            <a:off x="6198021" y="19064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7" name="Google Shape;397;p29"/>
          <p:cNvSpPr txBox="1">
            <a:spLocks noGrp="1"/>
          </p:cNvSpPr>
          <p:nvPr>
            <p:ph type="title" idx="15"/>
          </p:nvPr>
        </p:nvSpPr>
        <p:spPr>
          <a:xfrm>
            <a:off x="7038977" y="29572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8" name="Google Shape;398;p29"/>
          <p:cNvSpPr txBox="1">
            <a:spLocks noGrp="1"/>
          </p:cNvSpPr>
          <p:nvPr>
            <p:ph type="title" idx="16" hasCustomPrompt="1"/>
          </p:nvPr>
        </p:nvSpPr>
        <p:spPr>
          <a:xfrm>
            <a:off x="6198021" y="29572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9" name="Google Shape;399;p29"/>
          <p:cNvSpPr txBox="1">
            <a:spLocks noGrp="1"/>
          </p:cNvSpPr>
          <p:nvPr>
            <p:ph type="title" idx="17"/>
          </p:nvPr>
        </p:nvSpPr>
        <p:spPr>
          <a:xfrm>
            <a:off x="7038977" y="40080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400" name="Google Shape;400;p29"/>
          <p:cNvSpPr txBox="1">
            <a:spLocks noGrp="1"/>
          </p:cNvSpPr>
          <p:nvPr>
            <p:ph type="title" idx="18" hasCustomPrompt="1"/>
          </p:nvPr>
        </p:nvSpPr>
        <p:spPr>
          <a:xfrm>
            <a:off x="6198021" y="40080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401" name="Google Shape;401;p29"/>
          <p:cNvSpPr txBox="1">
            <a:spLocks noGrp="1"/>
          </p:cNvSpPr>
          <p:nvPr>
            <p:ph type="title" idx="19"/>
          </p:nvPr>
        </p:nvSpPr>
        <p:spPr>
          <a:xfrm>
            <a:off x="7038977" y="50588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402" name="Google Shape;402;p29"/>
          <p:cNvSpPr txBox="1">
            <a:spLocks noGrp="1"/>
          </p:cNvSpPr>
          <p:nvPr>
            <p:ph type="title" idx="20" hasCustomPrompt="1"/>
          </p:nvPr>
        </p:nvSpPr>
        <p:spPr>
          <a:xfrm>
            <a:off x="6198021" y="50588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3541208532"/>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403"/>
        <p:cNvGrpSpPr/>
        <p:nvPr/>
      </p:nvGrpSpPr>
      <p:grpSpPr>
        <a:xfrm>
          <a:off x="0" y="0"/>
          <a:ext cx="0" cy="0"/>
          <a:chOff x="0" y="0"/>
          <a:chExt cx="0" cy="0"/>
        </a:xfrm>
      </p:grpSpPr>
      <p:grpSp>
        <p:nvGrpSpPr>
          <p:cNvPr id="404" name="Google Shape;404;p30"/>
          <p:cNvGrpSpPr/>
          <p:nvPr/>
        </p:nvGrpSpPr>
        <p:grpSpPr>
          <a:xfrm>
            <a:off x="-12" y="0"/>
            <a:ext cx="12199459" cy="6858000"/>
            <a:chOff x="-9" y="0"/>
            <a:chExt cx="9149594" cy="5143500"/>
          </a:xfrm>
        </p:grpSpPr>
        <p:sp>
          <p:nvSpPr>
            <p:cNvPr id="405" name="Google Shape;405;p30"/>
            <p:cNvSpPr/>
            <p:nvPr/>
          </p:nvSpPr>
          <p:spPr>
            <a:xfrm flipH="1">
              <a:off x="6345185" y="3123300"/>
              <a:ext cx="2804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6" name="Google Shape;406;p30"/>
            <p:cNvSpPr/>
            <p:nvPr/>
          </p:nvSpPr>
          <p:spPr>
            <a:xfrm rot="10800000" flipH="1">
              <a:off x="6"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7" name="Google Shape;407;p30"/>
            <p:cNvSpPr/>
            <p:nvPr/>
          </p:nvSpPr>
          <p:spPr>
            <a:xfrm rot="10800000">
              <a:off x="-9"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8" name="Google Shape;408;p30"/>
            <p:cNvSpPr/>
            <p:nvPr/>
          </p:nvSpPr>
          <p:spPr>
            <a:xfrm rot="10800000">
              <a:off x="-9"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9" name="Google Shape;409;p30"/>
            <p:cNvSpPr/>
            <p:nvPr/>
          </p:nvSpPr>
          <p:spPr>
            <a:xfrm rot="10800000" flipH="1">
              <a:off x="8341466" y="2948400"/>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0" name="Google Shape;410;p30"/>
            <p:cNvSpPr/>
            <p:nvPr/>
          </p:nvSpPr>
          <p:spPr>
            <a:xfrm rot="10800000" flipH="1">
              <a:off x="8506475" y="3194000"/>
              <a:ext cx="47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1" name="Google Shape;411;p30"/>
            <p:cNvSpPr/>
            <p:nvPr/>
          </p:nvSpPr>
          <p:spPr>
            <a:xfrm rot="10800000" flipH="1">
              <a:off x="8668275" y="2702825"/>
              <a:ext cx="291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2" name="Google Shape;412;p30"/>
            <p:cNvSpPr/>
            <p:nvPr/>
          </p:nvSpPr>
          <p:spPr>
            <a:xfrm rot="10800000" flipH="1">
              <a:off x="408441" y="4224088"/>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3" name="Google Shape;413;p30"/>
            <p:cNvSpPr/>
            <p:nvPr/>
          </p:nvSpPr>
          <p:spPr>
            <a:xfrm rot="10800000" flipH="1">
              <a:off x="735250" y="3978513"/>
              <a:ext cx="1550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14" name="Google Shape;414;p30"/>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2800"/>
              <a:buNone/>
              <a:defRPr/>
            </a:lvl1pPr>
            <a:lvl2pPr lvl="1" rtl="0">
              <a:spcBef>
                <a:spcPts val="0"/>
              </a:spcBef>
              <a:spcAft>
                <a:spcPts val="0"/>
              </a:spcAft>
              <a:buClr>
                <a:schemeClr val="accent6"/>
              </a:buClr>
              <a:buSzPts val="2800"/>
              <a:buNone/>
              <a:defRPr>
                <a:solidFill>
                  <a:schemeClr val="accent6"/>
                </a:solidFill>
              </a:defRPr>
            </a:lvl2pPr>
            <a:lvl3pPr lvl="2" rtl="0">
              <a:spcBef>
                <a:spcPts val="0"/>
              </a:spcBef>
              <a:spcAft>
                <a:spcPts val="0"/>
              </a:spcAft>
              <a:buClr>
                <a:schemeClr val="accent6"/>
              </a:buClr>
              <a:buSzPts val="2800"/>
              <a:buNone/>
              <a:defRPr>
                <a:solidFill>
                  <a:schemeClr val="accent6"/>
                </a:solidFill>
              </a:defRPr>
            </a:lvl3pPr>
            <a:lvl4pPr lvl="3" rtl="0">
              <a:spcBef>
                <a:spcPts val="0"/>
              </a:spcBef>
              <a:spcAft>
                <a:spcPts val="0"/>
              </a:spcAft>
              <a:buClr>
                <a:schemeClr val="accent6"/>
              </a:buClr>
              <a:buSzPts val="2800"/>
              <a:buNone/>
              <a:defRPr>
                <a:solidFill>
                  <a:schemeClr val="accent6"/>
                </a:solidFill>
              </a:defRPr>
            </a:lvl4pPr>
            <a:lvl5pPr lvl="4" rtl="0">
              <a:spcBef>
                <a:spcPts val="0"/>
              </a:spcBef>
              <a:spcAft>
                <a:spcPts val="0"/>
              </a:spcAft>
              <a:buClr>
                <a:schemeClr val="accent6"/>
              </a:buClr>
              <a:buSzPts val="2800"/>
              <a:buNone/>
              <a:defRPr>
                <a:solidFill>
                  <a:schemeClr val="accent6"/>
                </a:solidFill>
              </a:defRPr>
            </a:lvl5pPr>
            <a:lvl6pPr lvl="5" rtl="0">
              <a:spcBef>
                <a:spcPts val="0"/>
              </a:spcBef>
              <a:spcAft>
                <a:spcPts val="0"/>
              </a:spcAft>
              <a:buClr>
                <a:schemeClr val="accent6"/>
              </a:buClr>
              <a:buSzPts val="2800"/>
              <a:buNone/>
              <a:defRPr>
                <a:solidFill>
                  <a:schemeClr val="accent6"/>
                </a:solidFill>
              </a:defRPr>
            </a:lvl6pPr>
            <a:lvl7pPr lvl="6" rtl="0">
              <a:spcBef>
                <a:spcPts val="0"/>
              </a:spcBef>
              <a:spcAft>
                <a:spcPts val="0"/>
              </a:spcAft>
              <a:buClr>
                <a:schemeClr val="accent6"/>
              </a:buClr>
              <a:buSzPts val="2800"/>
              <a:buNone/>
              <a:defRPr>
                <a:solidFill>
                  <a:schemeClr val="accent6"/>
                </a:solidFill>
              </a:defRPr>
            </a:lvl7pPr>
            <a:lvl8pPr lvl="7" rtl="0">
              <a:spcBef>
                <a:spcPts val="0"/>
              </a:spcBef>
              <a:spcAft>
                <a:spcPts val="0"/>
              </a:spcAft>
              <a:buClr>
                <a:schemeClr val="accent6"/>
              </a:buClr>
              <a:buSzPts val="2800"/>
              <a:buNone/>
              <a:defRPr>
                <a:solidFill>
                  <a:schemeClr val="accent6"/>
                </a:solidFill>
              </a:defRPr>
            </a:lvl8pPr>
            <a:lvl9pPr lvl="8" rtl="0">
              <a:spcBef>
                <a:spcPts val="0"/>
              </a:spcBef>
              <a:spcAft>
                <a:spcPts val="0"/>
              </a:spcAft>
              <a:buClr>
                <a:schemeClr val="accent6"/>
              </a:buClr>
              <a:buSzPts val="2800"/>
              <a:buNone/>
              <a:defRPr>
                <a:solidFill>
                  <a:schemeClr val="accent6"/>
                </a:solidFill>
              </a:defRPr>
            </a:lvl9pPr>
          </a:lstStyle>
          <a:p>
            <a:r>
              <a:rPr lang="en-US"/>
              <a:t>Click to edit Master title style</a:t>
            </a:r>
            <a:endParaRPr/>
          </a:p>
        </p:txBody>
      </p:sp>
      <p:sp>
        <p:nvSpPr>
          <p:cNvPr id="415" name="Google Shape;415;p30"/>
          <p:cNvSpPr txBox="1">
            <a:spLocks noGrp="1"/>
          </p:cNvSpPr>
          <p:nvPr>
            <p:ph type="subTitle" idx="1"/>
          </p:nvPr>
        </p:nvSpPr>
        <p:spPr>
          <a:xfrm>
            <a:off x="1081267" y="3064667"/>
            <a:ext cx="3608000" cy="1862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149439168"/>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spTree>
      <p:nvGrpSpPr>
        <p:cNvPr id="1" name="Shape 416"/>
        <p:cNvGrpSpPr/>
        <p:nvPr/>
      </p:nvGrpSpPr>
      <p:grpSpPr>
        <a:xfrm>
          <a:off x="0" y="0"/>
          <a:ext cx="0" cy="0"/>
          <a:chOff x="0" y="0"/>
          <a:chExt cx="0" cy="0"/>
        </a:xfrm>
      </p:grpSpPr>
      <p:grpSp>
        <p:nvGrpSpPr>
          <p:cNvPr id="417" name="Google Shape;417;p31"/>
          <p:cNvGrpSpPr/>
          <p:nvPr/>
        </p:nvGrpSpPr>
        <p:grpSpPr>
          <a:xfrm>
            <a:off x="-64" y="0"/>
            <a:ext cx="12192072" cy="6858000"/>
            <a:chOff x="-48" y="0"/>
            <a:chExt cx="9144054" cy="5143500"/>
          </a:xfrm>
        </p:grpSpPr>
        <p:sp>
          <p:nvSpPr>
            <p:cNvPr id="418" name="Google Shape;418;p31"/>
            <p:cNvSpPr/>
            <p:nvPr/>
          </p:nvSpPr>
          <p:spPr>
            <a:xfrm rot="10800000">
              <a:off x="7958691"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9" name="Google Shape;419;p31"/>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0" name="Google Shape;420;p31"/>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1" name="Google Shape;421;p31"/>
            <p:cNvSpPr/>
            <p:nvPr/>
          </p:nvSpPr>
          <p:spPr>
            <a:xfrm flipH="1">
              <a:off x="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2" name="Google Shape;422;p31"/>
            <p:cNvSpPr/>
            <p:nvPr/>
          </p:nvSpPr>
          <p:spPr>
            <a:xfrm rot="10800000" flipH="1">
              <a:off x="9"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3" name="Google Shape;423;p31"/>
            <p:cNvSpPr/>
            <p:nvPr/>
          </p:nvSpPr>
          <p:spPr>
            <a:xfrm rot="10800000" flipH="1">
              <a:off x="17"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4" name="Google Shape;424;p31"/>
            <p:cNvSpPr/>
            <p:nvPr/>
          </p:nvSpPr>
          <p:spPr>
            <a:xfrm>
              <a:off x="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5" name="Google Shape;425;p31"/>
            <p:cNvSpPr/>
            <p:nvPr/>
          </p:nvSpPr>
          <p:spPr>
            <a:xfrm rot="10800000">
              <a:off x="-48" y="1250200"/>
              <a:ext cx="13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26" name="Google Shape;426;p31"/>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2800"/>
              <a:buNone/>
              <a:defRPr/>
            </a:lvl1pPr>
            <a:lvl2pPr lvl="1" rtl="0">
              <a:spcBef>
                <a:spcPts val="0"/>
              </a:spcBef>
              <a:spcAft>
                <a:spcPts val="0"/>
              </a:spcAft>
              <a:buClr>
                <a:schemeClr val="accent6"/>
              </a:buClr>
              <a:buSzPts val="2800"/>
              <a:buNone/>
              <a:defRPr>
                <a:solidFill>
                  <a:schemeClr val="accent6"/>
                </a:solidFill>
              </a:defRPr>
            </a:lvl2pPr>
            <a:lvl3pPr lvl="2" rtl="0">
              <a:spcBef>
                <a:spcPts val="0"/>
              </a:spcBef>
              <a:spcAft>
                <a:spcPts val="0"/>
              </a:spcAft>
              <a:buClr>
                <a:schemeClr val="accent6"/>
              </a:buClr>
              <a:buSzPts val="2800"/>
              <a:buNone/>
              <a:defRPr>
                <a:solidFill>
                  <a:schemeClr val="accent6"/>
                </a:solidFill>
              </a:defRPr>
            </a:lvl3pPr>
            <a:lvl4pPr lvl="3" rtl="0">
              <a:spcBef>
                <a:spcPts val="0"/>
              </a:spcBef>
              <a:spcAft>
                <a:spcPts val="0"/>
              </a:spcAft>
              <a:buClr>
                <a:schemeClr val="accent6"/>
              </a:buClr>
              <a:buSzPts val="2800"/>
              <a:buNone/>
              <a:defRPr>
                <a:solidFill>
                  <a:schemeClr val="accent6"/>
                </a:solidFill>
              </a:defRPr>
            </a:lvl4pPr>
            <a:lvl5pPr lvl="4" rtl="0">
              <a:spcBef>
                <a:spcPts val="0"/>
              </a:spcBef>
              <a:spcAft>
                <a:spcPts val="0"/>
              </a:spcAft>
              <a:buClr>
                <a:schemeClr val="accent6"/>
              </a:buClr>
              <a:buSzPts val="2800"/>
              <a:buNone/>
              <a:defRPr>
                <a:solidFill>
                  <a:schemeClr val="accent6"/>
                </a:solidFill>
              </a:defRPr>
            </a:lvl5pPr>
            <a:lvl6pPr lvl="5" rtl="0">
              <a:spcBef>
                <a:spcPts val="0"/>
              </a:spcBef>
              <a:spcAft>
                <a:spcPts val="0"/>
              </a:spcAft>
              <a:buClr>
                <a:schemeClr val="accent6"/>
              </a:buClr>
              <a:buSzPts val="2800"/>
              <a:buNone/>
              <a:defRPr>
                <a:solidFill>
                  <a:schemeClr val="accent6"/>
                </a:solidFill>
              </a:defRPr>
            </a:lvl6pPr>
            <a:lvl7pPr lvl="6" rtl="0">
              <a:spcBef>
                <a:spcPts val="0"/>
              </a:spcBef>
              <a:spcAft>
                <a:spcPts val="0"/>
              </a:spcAft>
              <a:buClr>
                <a:schemeClr val="accent6"/>
              </a:buClr>
              <a:buSzPts val="2800"/>
              <a:buNone/>
              <a:defRPr>
                <a:solidFill>
                  <a:schemeClr val="accent6"/>
                </a:solidFill>
              </a:defRPr>
            </a:lvl7pPr>
            <a:lvl8pPr lvl="7" rtl="0">
              <a:spcBef>
                <a:spcPts val="0"/>
              </a:spcBef>
              <a:spcAft>
                <a:spcPts val="0"/>
              </a:spcAft>
              <a:buClr>
                <a:schemeClr val="accent6"/>
              </a:buClr>
              <a:buSzPts val="2800"/>
              <a:buNone/>
              <a:defRPr>
                <a:solidFill>
                  <a:schemeClr val="accent6"/>
                </a:solidFill>
              </a:defRPr>
            </a:lvl8pPr>
            <a:lvl9pPr lvl="8" rtl="0">
              <a:spcBef>
                <a:spcPts val="0"/>
              </a:spcBef>
              <a:spcAft>
                <a:spcPts val="0"/>
              </a:spcAft>
              <a:buClr>
                <a:schemeClr val="accent6"/>
              </a:buClr>
              <a:buSzPts val="2800"/>
              <a:buNone/>
              <a:defRPr>
                <a:solidFill>
                  <a:schemeClr val="accent6"/>
                </a:solidFill>
              </a:defRPr>
            </a:lvl9pPr>
          </a:lstStyle>
          <a:p>
            <a:r>
              <a:rPr lang="en-US"/>
              <a:t>Click to edit Master title style</a:t>
            </a:r>
            <a:endParaRPr/>
          </a:p>
        </p:txBody>
      </p:sp>
      <p:sp>
        <p:nvSpPr>
          <p:cNvPr id="427" name="Google Shape;427;p31"/>
          <p:cNvSpPr txBox="1">
            <a:spLocks noGrp="1"/>
          </p:cNvSpPr>
          <p:nvPr>
            <p:ph type="subTitle" idx="1"/>
          </p:nvPr>
        </p:nvSpPr>
        <p:spPr>
          <a:xfrm>
            <a:off x="1091717" y="4077633"/>
            <a:ext cx="6437600" cy="53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28" name="Google Shape;428;p31"/>
          <p:cNvSpPr txBox="1">
            <a:spLocks noGrp="1"/>
          </p:cNvSpPr>
          <p:nvPr>
            <p:ph type="title" idx="2"/>
          </p:nvPr>
        </p:nvSpPr>
        <p:spPr>
          <a:xfrm>
            <a:off x="1085200" y="3509467"/>
            <a:ext cx="3110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29" name="Google Shape;429;p31"/>
          <p:cNvSpPr txBox="1">
            <a:spLocks noGrp="1"/>
          </p:cNvSpPr>
          <p:nvPr>
            <p:ph type="subTitle" idx="3"/>
          </p:nvPr>
        </p:nvSpPr>
        <p:spPr>
          <a:xfrm>
            <a:off x="1091717" y="1947067"/>
            <a:ext cx="6437600" cy="1562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30" name="Google Shape;430;p31"/>
          <p:cNvSpPr txBox="1">
            <a:spLocks noGrp="1"/>
          </p:cNvSpPr>
          <p:nvPr>
            <p:ph type="title" idx="4"/>
          </p:nvPr>
        </p:nvSpPr>
        <p:spPr>
          <a:xfrm>
            <a:off x="1085200" y="1378900"/>
            <a:ext cx="3110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31" name="Google Shape;431;p31"/>
          <p:cNvSpPr txBox="1">
            <a:spLocks noGrp="1"/>
          </p:cNvSpPr>
          <p:nvPr>
            <p:ph type="subTitle" idx="5"/>
          </p:nvPr>
        </p:nvSpPr>
        <p:spPr>
          <a:xfrm>
            <a:off x="1011700" y="5181000"/>
            <a:ext cx="6517600" cy="812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32" name="Google Shape;432;p31"/>
          <p:cNvSpPr txBox="1">
            <a:spLocks noGrp="1"/>
          </p:cNvSpPr>
          <p:nvPr>
            <p:ph type="title" idx="6"/>
          </p:nvPr>
        </p:nvSpPr>
        <p:spPr>
          <a:xfrm>
            <a:off x="1011700" y="4612833"/>
            <a:ext cx="31840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Tree>
    <p:extLst>
      <p:ext uri="{BB962C8B-B14F-4D97-AF65-F5344CB8AC3E}">
        <p14:creationId xmlns:p14="http://schemas.microsoft.com/office/powerpoint/2010/main" val="2417636109"/>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33"/>
        <p:cNvGrpSpPr/>
        <p:nvPr/>
      </p:nvGrpSpPr>
      <p:grpSpPr>
        <a:xfrm>
          <a:off x="0" y="0"/>
          <a:ext cx="0" cy="0"/>
          <a:chOff x="0" y="0"/>
          <a:chExt cx="0" cy="0"/>
        </a:xfrm>
      </p:grpSpPr>
      <p:grpSp>
        <p:nvGrpSpPr>
          <p:cNvPr id="434" name="Google Shape;434;p32"/>
          <p:cNvGrpSpPr/>
          <p:nvPr/>
        </p:nvGrpSpPr>
        <p:grpSpPr>
          <a:xfrm>
            <a:off x="-1400" y="0"/>
            <a:ext cx="12193333" cy="6858000"/>
            <a:chOff x="-1050" y="0"/>
            <a:chExt cx="9145000" cy="5143500"/>
          </a:xfrm>
        </p:grpSpPr>
        <p:sp>
          <p:nvSpPr>
            <p:cNvPr id="435" name="Google Shape;435;p32"/>
            <p:cNvSpPr/>
            <p:nvPr/>
          </p:nvSpPr>
          <p:spPr>
            <a:xfrm rot="10800000">
              <a:off x="49" y="2948400"/>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36" name="Google Shape;436;p32"/>
            <p:cNvSpPr/>
            <p:nvPr/>
          </p:nvSpPr>
          <p:spPr>
            <a:xfrm>
              <a:off x="-1050" y="3123300"/>
              <a:ext cx="14307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37" name="Google Shape;437;p32"/>
            <p:cNvSpPr/>
            <p:nvPr/>
          </p:nvSpPr>
          <p:spPr>
            <a:xfrm>
              <a:off x="7854550" y="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38" name="Google Shape;438;p32"/>
            <p:cNvGrpSpPr/>
            <p:nvPr/>
          </p:nvGrpSpPr>
          <p:grpSpPr>
            <a:xfrm rot="10800000">
              <a:off x="8188065" y="2960368"/>
              <a:ext cx="814661" cy="555378"/>
              <a:chOff x="679800" y="2716169"/>
              <a:chExt cx="1079450" cy="555378"/>
            </a:xfrm>
          </p:grpSpPr>
          <p:sp>
            <p:nvSpPr>
              <p:cNvPr id="439" name="Google Shape;439;p32"/>
              <p:cNvSpPr/>
              <p:nvPr/>
            </p:nvSpPr>
            <p:spPr>
              <a:xfrm rot="10800000">
                <a:off x="679800" y="3207347"/>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0" name="Google Shape;440;p32"/>
              <p:cNvSpPr/>
              <p:nvPr/>
            </p:nvSpPr>
            <p:spPr>
              <a:xfrm rot="10800000">
                <a:off x="863150" y="2716169"/>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41" name="Google Shape;441;p32"/>
            <p:cNvSpPr/>
            <p:nvPr/>
          </p:nvSpPr>
          <p:spPr>
            <a:xfrm rot="10800000">
              <a:off x="281240" y="319399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2" name="Google Shape;442;p32"/>
            <p:cNvSpPr/>
            <p:nvPr/>
          </p:nvSpPr>
          <p:spPr>
            <a:xfrm rot="10800000">
              <a:off x="540790" y="2702821"/>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3" name="Google Shape;443;p32"/>
            <p:cNvSpPr/>
            <p:nvPr/>
          </p:nvSpPr>
          <p:spPr>
            <a:xfrm rot="10800000">
              <a:off x="7219001" y="3205975"/>
              <a:ext cx="1429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44" name="Google Shape;444;p32"/>
          <p:cNvSpPr txBox="1">
            <a:spLocks noGrp="1"/>
          </p:cNvSpPr>
          <p:nvPr>
            <p:ph type="ctrTitle"/>
          </p:nvPr>
        </p:nvSpPr>
        <p:spPr>
          <a:xfrm>
            <a:off x="3050667" y="895295"/>
            <a:ext cx="6090800" cy="1582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5"/>
              </a:buClr>
              <a:buSzPts val="5200"/>
              <a:buNone/>
              <a:defRPr sz="7500"/>
            </a:lvl1pPr>
            <a:lvl2pPr lvl="1" algn="ctr" rtl="0">
              <a:spcBef>
                <a:spcPts val="0"/>
              </a:spcBef>
              <a:spcAft>
                <a:spcPts val="0"/>
              </a:spcAft>
              <a:buClr>
                <a:schemeClr val="accent5"/>
              </a:buClr>
              <a:buSzPts val="5200"/>
              <a:buNone/>
              <a:defRPr sz="5200">
                <a:solidFill>
                  <a:schemeClr val="accent5"/>
                </a:solidFill>
              </a:defRPr>
            </a:lvl2pPr>
            <a:lvl3pPr lvl="2" algn="ctr" rtl="0">
              <a:spcBef>
                <a:spcPts val="0"/>
              </a:spcBef>
              <a:spcAft>
                <a:spcPts val="0"/>
              </a:spcAft>
              <a:buClr>
                <a:schemeClr val="accent5"/>
              </a:buClr>
              <a:buSzPts val="5200"/>
              <a:buNone/>
              <a:defRPr sz="5200">
                <a:solidFill>
                  <a:schemeClr val="accent5"/>
                </a:solidFill>
              </a:defRPr>
            </a:lvl3pPr>
            <a:lvl4pPr lvl="3" algn="ctr" rtl="0">
              <a:spcBef>
                <a:spcPts val="0"/>
              </a:spcBef>
              <a:spcAft>
                <a:spcPts val="0"/>
              </a:spcAft>
              <a:buClr>
                <a:schemeClr val="accent5"/>
              </a:buClr>
              <a:buSzPts val="5200"/>
              <a:buNone/>
              <a:defRPr sz="5200">
                <a:solidFill>
                  <a:schemeClr val="accent5"/>
                </a:solidFill>
              </a:defRPr>
            </a:lvl4pPr>
            <a:lvl5pPr lvl="4" algn="ctr" rtl="0">
              <a:spcBef>
                <a:spcPts val="0"/>
              </a:spcBef>
              <a:spcAft>
                <a:spcPts val="0"/>
              </a:spcAft>
              <a:buClr>
                <a:schemeClr val="accent5"/>
              </a:buClr>
              <a:buSzPts val="5200"/>
              <a:buNone/>
              <a:defRPr sz="5200">
                <a:solidFill>
                  <a:schemeClr val="accent5"/>
                </a:solidFill>
              </a:defRPr>
            </a:lvl5pPr>
            <a:lvl6pPr lvl="5" algn="ctr" rtl="0">
              <a:spcBef>
                <a:spcPts val="0"/>
              </a:spcBef>
              <a:spcAft>
                <a:spcPts val="0"/>
              </a:spcAft>
              <a:buClr>
                <a:schemeClr val="accent5"/>
              </a:buClr>
              <a:buSzPts val="5200"/>
              <a:buNone/>
              <a:defRPr sz="5200">
                <a:solidFill>
                  <a:schemeClr val="accent5"/>
                </a:solidFill>
              </a:defRPr>
            </a:lvl6pPr>
            <a:lvl7pPr lvl="6" algn="ctr" rtl="0">
              <a:spcBef>
                <a:spcPts val="0"/>
              </a:spcBef>
              <a:spcAft>
                <a:spcPts val="0"/>
              </a:spcAft>
              <a:buClr>
                <a:schemeClr val="accent5"/>
              </a:buClr>
              <a:buSzPts val="5200"/>
              <a:buNone/>
              <a:defRPr sz="5200">
                <a:solidFill>
                  <a:schemeClr val="accent5"/>
                </a:solidFill>
              </a:defRPr>
            </a:lvl7pPr>
            <a:lvl8pPr lvl="7" algn="ctr" rtl="0">
              <a:spcBef>
                <a:spcPts val="0"/>
              </a:spcBef>
              <a:spcAft>
                <a:spcPts val="0"/>
              </a:spcAft>
              <a:buClr>
                <a:schemeClr val="accent5"/>
              </a:buClr>
              <a:buSzPts val="5200"/>
              <a:buNone/>
              <a:defRPr sz="5200">
                <a:solidFill>
                  <a:schemeClr val="accent5"/>
                </a:solidFill>
              </a:defRPr>
            </a:lvl8pPr>
            <a:lvl9pPr lvl="8" algn="ctr" rtl="0">
              <a:spcBef>
                <a:spcPts val="0"/>
              </a:spcBef>
              <a:spcAft>
                <a:spcPts val="0"/>
              </a:spcAft>
              <a:buClr>
                <a:schemeClr val="accent5"/>
              </a:buClr>
              <a:buSzPts val="5200"/>
              <a:buNone/>
              <a:defRPr sz="5200">
                <a:solidFill>
                  <a:schemeClr val="accent5"/>
                </a:solidFill>
              </a:defRPr>
            </a:lvl9pPr>
          </a:lstStyle>
          <a:p>
            <a:r>
              <a:rPr lang="en-US"/>
              <a:t>Click to edit Master title style</a:t>
            </a:r>
            <a:endParaRPr/>
          </a:p>
        </p:txBody>
      </p:sp>
      <p:sp>
        <p:nvSpPr>
          <p:cNvPr id="445" name="Google Shape;445;p32"/>
          <p:cNvSpPr txBox="1">
            <a:spLocks noGrp="1"/>
          </p:cNvSpPr>
          <p:nvPr>
            <p:ph type="subTitle" idx="1"/>
          </p:nvPr>
        </p:nvSpPr>
        <p:spPr>
          <a:xfrm>
            <a:off x="3050667" y="2148391"/>
            <a:ext cx="6090800" cy="69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000"/>
              <a:buNone/>
              <a:defRPr sz="1800"/>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r>
              <a:rPr lang="en-US"/>
              <a:t>Click to edit Master subtitle style</a:t>
            </a:r>
            <a:endParaRPr/>
          </a:p>
        </p:txBody>
      </p:sp>
      <p:sp>
        <p:nvSpPr>
          <p:cNvPr id="446" name="Google Shape;446;p32"/>
          <p:cNvSpPr txBox="1">
            <a:spLocks noGrp="1"/>
          </p:cNvSpPr>
          <p:nvPr>
            <p:ph type="subTitle" idx="2"/>
          </p:nvPr>
        </p:nvSpPr>
        <p:spPr>
          <a:xfrm>
            <a:off x="3676433" y="2733297"/>
            <a:ext cx="4839200" cy="99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rgbClr val="000000"/>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7" name="Google Shape;447;p32"/>
          <p:cNvSpPr txBox="1"/>
          <p:nvPr/>
        </p:nvSpPr>
        <p:spPr>
          <a:xfrm>
            <a:off x="3327600" y="4783167"/>
            <a:ext cx="5537200" cy="820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de" sz="1200">
                <a:solidFill>
                  <a:schemeClr val="dk2"/>
                </a:solidFill>
                <a:latin typeface="Inter"/>
                <a:ea typeface="Inter"/>
                <a:cs typeface="Inter"/>
                <a:sym typeface="Inter"/>
              </a:rPr>
              <a:t>CREDITS: Diese Präsentationsvorlage wurde von </a:t>
            </a:r>
            <a:r>
              <a:rPr lang="de" sz="1200" b="1">
                <a:solidFill>
                  <a:schemeClr val="dk2"/>
                </a:solidFill>
                <a:uFill>
                  <a:noFill/>
                </a:uFill>
                <a:latin typeface="Inter"/>
                <a:ea typeface="Inter"/>
                <a:cs typeface="Inter"/>
                <a:sym typeface="Inter"/>
                <a:hlinkClick r:id="rId2">
                  <a:extLst>
                    <a:ext uri="{A12FA001-AC4F-418D-AE19-62706E023703}">
                      <ahyp:hlinkClr xmlns:ahyp="http://schemas.microsoft.com/office/drawing/2018/hyperlinkcolor" val="tx"/>
                    </a:ext>
                  </a:extLst>
                </a:hlinkClick>
              </a:rPr>
              <a:t>Slidesgo</a:t>
            </a:r>
            <a:r>
              <a:rPr lang="de" sz="1200">
                <a:solidFill>
                  <a:schemeClr val="dk2"/>
                </a:solidFill>
                <a:uFill>
                  <a:noFill/>
                </a:uFill>
                <a:latin typeface="Inter"/>
                <a:ea typeface="Inter"/>
                <a:cs typeface="Inter"/>
                <a:sym typeface="Inter"/>
                <a:hlinkClick r:id="rId2">
                  <a:extLst>
                    <a:ext uri="{A12FA001-AC4F-418D-AE19-62706E023703}">
                      <ahyp:hlinkClr xmlns:ahyp="http://schemas.microsoft.com/office/drawing/2018/hyperlinkcolor" val="tx"/>
                    </a:ext>
                  </a:extLst>
                </a:hlinkClick>
              </a:rPr>
              <a:t> </a:t>
            </a:r>
            <a:r>
              <a:rPr lang="de" sz="1200">
                <a:solidFill>
                  <a:schemeClr val="dk2"/>
                </a:solidFill>
                <a:latin typeface="Inter"/>
                <a:ea typeface="Inter"/>
                <a:cs typeface="Inter"/>
                <a:sym typeface="Inter"/>
              </a:rPr>
              <a:t>erstellt, inklusive Icons von </a:t>
            </a:r>
            <a:r>
              <a:rPr lang="de" sz="1200" b="1">
                <a:solidFill>
                  <a:schemeClr val="dk2"/>
                </a:solidFill>
                <a:uFill>
                  <a:noFill/>
                </a:uFill>
                <a:latin typeface="Inter"/>
                <a:ea typeface="Inter"/>
                <a:cs typeface="Inter"/>
                <a:sym typeface="Inter"/>
                <a:hlinkClick r:id="rId3">
                  <a:extLst>
                    <a:ext uri="{A12FA001-AC4F-418D-AE19-62706E023703}">
                      <ahyp:hlinkClr xmlns:ahyp="http://schemas.microsoft.com/office/drawing/2018/hyperlinkcolor" val="tx"/>
                    </a:ext>
                  </a:extLst>
                </a:hlinkClick>
              </a:rPr>
              <a:t>Flaticon</a:t>
            </a:r>
            <a:r>
              <a:rPr lang="de" sz="1200">
                <a:solidFill>
                  <a:schemeClr val="dk2"/>
                </a:solidFill>
                <a:latin typeface="Inter"/>
                <a:ea typeface="Inter"/>
                <a:cs typeface="Inter"/>
                <a:sym typeface="Inter"/>
              </a:rPr>
              <a:t> und Infografiken &amp; Bilder von </a:t>
            </a:r>
            <a:r>
              <a:rPr lang="de" sz="1200" b="1">
                <a:solidFill>
                  <a:schemeClr val="dk2"/>
                </a:solidFill>
                <a:uFill>
                  <a:noFill/>
                </a:uFill>
                <a:latin typeface="Inter"/>
                <a:ea typeface="Inter"/>
                <a:cs typeface="Inter"/>
                <a:sym typeface="Inter"/>
                <a:hlinkClick r:id="rId4">
                  <a:extLst>
                    <a:ext uri="{A12FA001-AC4F-418D-AE19-62706E023703}">
                      <ahyp:hlinkClr xmlns:ahyp="http://schemas.microsoft.com/office/drawing/2018/hyperlinkcolor" val="tx"/>
                    </a:ext>
                  </a:extLst>
                </a:hlinkClick>
              </a:rPr>
              <a:t>Freepik</a:t>
            </a:r>
            <a:r>
              <a:rPr lang="de" sz="1200">
                <a:solidFill>
                  <a:schemeClr val="dk2"/>
                </a:solidFill>
                <a:uFill>
                  <a:noFill/>
                </a:uFill>
                <a:latin typeface="Inter"/>
                <a:ea typeface="Inter"/>
                <a:cs typeface="Inter"/>
                <a:sym typeface="Inter"/>
                <a:hlinkClick r:id="rId4">
                  <a:extLst>
                    <a:ext uri="{A12FA001-AC4F-418D-AE19-62706E023703}">
                      <ahyp:hlinkClr xmlns:ahyp="http://schemas.microsoft.com/office/drawing/2018/hyperlinkcolor" val="tx"/>
                    </a:ext>
                  </a:extLst>
                </a:hlinkClick>
              </a:rPr>
              <a:t> </a:t>
            </a:r>
            <a:endParaRPr sz="1200">
              <a:solidFill>
                <a:schemeClr val="dk2"/>
              </a:solidFill>
              <a:latin typeface="Inter"/>
              <a:ea typeface="Inter"/>
              <a:cs typeface="Inter"/>
              <a:sym typeface="Inter"/>
            </a:endParaRPr>
          </a:p>
        </p:txBody>
      </p:sp>
    </p:spTree>
    <p:extLst>
      <p:ext uri="{BB962C8B-B14F-4D97-AF65-F5344CB8AC3E}">
        <p14:creationId xmlns:p14="http://schemas.microsoft.com/office/powerpoint/2010/main" val="302568999"/>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48"/>
        <p:cNvGrpSpPr/>
        <p:nvPr/>
      </p:nvGrpSpPr>
      <p:grpSpPr>
        <a:xfrm>
          <a:off x="0" y="0"/>
          <a:ext cx="0" cy="0"/>
          <a:chOff x="0" y="0"/>
          <a:chExt cx="0" cy="0"/>
        </a:xfrm>
      </p:grpSpPr>
      <p:grpSp>
        <p:nvGrpSpPr>
          <p:cNvPr id="449" name="Google Shape;449;p33"/>
          <p:cNvGrpSpPr/>
          <p:nvPr/>
        </p:nvGrpSpPr>
        <p:grpSpPr>
          <a:xfrm>
            <a:off x="95" y="0"/>
            <a:ext cx="12194516" cy="6858000"/>
            <a:chOff x="70" y="0"/>
            <a:chExt cx="9145887" cy="5143500"/>
          </a:xfrm>
        </p:grpSpPr>
        <p:sp>
          <p:nvSpPr>
            <p:cNvPr id="450" name="Google Shape;450;p33"/>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1" name="Google Shape;451;p33"/>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2" name="Google Shape;452;p33"/>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3" name="Google Shape;453;p33"/>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4" name="Google Shape;454;p33"/>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5" name="Google Shape;455;p33"/>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6" name="Google Shape;456;p33"/>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7" name="Google Shape;457;p33"/>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8" name="Google Shape;458;p33"/>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9" name="Google Shape;459;p33"/>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60" name="Google Shape;460;p33"/>
            <p:cNvGrpSpPr/>
            <p:nvPr/>
          </p:nvGrpSpPr>
          <p:grpSpPr>
            <a:xfrm>
              <a:off x="8246106" y="178472"/>
              <a:ext cx="897900" cy="302453"/>
              <a:chOff x="8246106" y="178472"/>
              <a:chExt cx="897900" cy="302453"/>
            </a:xfrm>
          </p:grpSpPr>
          <p:sp>
            <p:nvSpPr>
              <p:cNvPr id="461" name="Google Shape;461;p33"/>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2" name="Google Shape;462;p33"/>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Tree>
    <p:extLst>
      <p:ext uri="{BB962C8B-B14F-4D97-AF65-F5344CB8AC3E}">
        <p14:creationId xmlns:p14="http://schemas.microsoft.com/office/powerpoint/2010/main" val="3245475744"/>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463"/>
        <p:cNvGrpSpPr/>
        <p:nvPr/>
      </p:nvGrpSpPr>
      <p:grpSpPr>
        <a:xfrm>
          <a:off x="0" y="0"/>
          <a:ext cx="0" cy="0"/>
          <a:chOff x="0" y="0"/>
          <a:chExt cx="0" cy="0"/>
        </a:xfrm>
      </p:grpSpPr>
      <p:grpSp>
        <p:nvGrpSpPr>
          <p:cNvPr id="464" name="Google Shape;464;p34"/>
          <p:cNvGrpSpPr/>
          <p:nvPr/>
        </p:nvGrpSpPr>
        <p:grpSpPr>
          <a:xfrm>
            <a:off x="-2760" y="0"/>
            <a:ext cx="12194768" cy="6858000"/>
            <a:chOff x="-2070" y="0"/>
            <a:chExt cx="9146076" cy="5143500"/>
          </a:xfrm>
        </p:grpSpPr>
        <p:sp>
          <p:nvSpPr>
            <p:cNvPr id="465" name="Google Shape;465;p34"/>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6" name="Google Shape;466;p34"/>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7" name="Google Shape;467;p34"/>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8" name="Google Shape;468;p34"/>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9" name="Google Shape;469;p34"/>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0" name="Google Shape;470;p34"/>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1" name="Google Shape;471;p34"/>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2" name="Google Shape;472;p34"/>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3" name="Google Shape;473;p34"/>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4" name="Google Shape;474;p34"/>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5" name="Google Shape;475;p34"/>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6" name="Google Shape;476;p34"/>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3864009628"/>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3750"/>
            </a:lvl1pPr>
          </a:lstStyle>
          <a:p>
            <a:r>
              <a:rPr lang="en-US"/>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4"/>
            <a:ext cx="7470648" cy="3296563"/>
          </a:xfrm>
        </p:spPr>
        <p:txBody>
          <a:bodyPr/>
          <a:lstStyle>
            <a:lvl1pPr marL="0" indent="0">
              <a:lnSpc>
                <a:spcPct val="100000"/>
              </a:lnSpc>
              <a:spcBef>
                <a:spcPts val="0"/>
              </a:spcBef>
              <a:spcAft>
                <a:spcPts val="1125"/>
              </a:spcAft>
              <a:buNone/>
              <a:defRPr sz="1650" b="1"/>
            </a:lvl1pPr>
            <a:lvl2pPr marL="0" indent="0">
              <a:lnSpc>
                <a:spcPct val="100000"/>
              </a:lnSpc>
              <a:spcBef>
                <a:spcPts val="0"/>
              </a:spcBef>
              <a:buNone/>
              <a:defRPr sz="1200" i="1"/>
            </a:lvl2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a:t>www.adaniuni.ac.in</a:t>
            </a:r>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77734284"/>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19858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480"/>
        <p:cNvGrpSpPr/>
        <p:nvPr/>
      </p:nvGrpSpPr>
      <p:grpSpPr>
        <a:xfrm>
          <a:off x="0" y="0"/>
          <a:ext cx="0" cy="0"/>
          <a:chOff x="0" y="0"/>
          <a:chExt cx="0" cy="0"/>
        </a:xfrm>
      </p:grpSpPr>
    </p:spTree>
    <p:extLst>
      <p:ext uri="{BB962C8B-B14F-4D97-AF65-F5344CB8AC3E}">
        <p14:creationId xmlns:p14="http://schemas.microsoft.com/office/powerpoint/2010/main" val="6837520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481"/>
        <p:cNvGrpSpPr/>
        <p:nvPr/>
      </p:nvGrpSpPr>
      <p:grpSpPr>
        <a:xfrm>
          <a:off x="0" y="0"/>
          <a:ext cx="0" cy="0"/>
          <a:chOff x="0" y="0"/>
          <a:chExt cx="0" cy="0"/>
        </a:xfrm>
      </p:grpSpPr>
      <p:sp>
        <p:nvSpPr>
          <p:cNvPr id="482" name="Google Shape;482;p37"/>
          <p:cNvSpPr txBox="1">
            <a:spLocks noGrp="1"/>
          </p:cNvSpPr>
          <p:nvPr>
            <p:ph type="title"/>
          </p:nvPr>
        </p:nvSpPr>
        <p:spPr>
          <a:xfrm>
            <a:off x="1397800" y="431800"/>
            <a:ext cx="93964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US"/>
              <a:t>Click to edit Master title style</a:t>
            </a:r>
            <a:endParaRPr/>
          </a:p>
        </p:txBody>
      </p:sp>
    </p:spTree>
    <p:extLst>
      <p:ext uri="{BB962C8B-B14F-4D97-AF65-F5344CB8AC3E}">
        <p14:creationId xmlns:p14="http://schemas.microsoft.com/office/powerpoint/2010/main" val="287336977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
        <p:cNvGrpSpPr/>
        <p:nvPr/>
      </p:nvGrpSpPr>
      <p:grpSpPr>
        <a:xfrm>
          <a:off x="0" y="0"/>
          <a:ext cx="0" cy="0"/>
          <a:chOff x="0" y="0"/>
          <a:chExt cx="0" cy="0"/>
        </a:xfrm>
      </p:grpSpPr>
      <p:sp>
        <p:nvSpPr>
          <p:cNvPr id="17" name="Google Shape;17;p2"/>
          <p:cNvSpPr txBox="1">
            <a:spLocks noGrp="1"/>
          </p:cNvSpPr>
          <p:nvPr>
            <p:ph type="ctrTitle"/>
          </p:nvPr>
        </p:nvSpPr>
        <p:spPr>
          <a:xfrm>
            <a:off x="1205833" y="1448733"/>
            <a:ext cx="7418800" cy="33324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4500" b="0">
                <a:latin typeface="Inter ExtraBold"/>
                <a:ea typeface="Inter ExtraBold"/>
                <a:cs typeface="Inter ExtraBold"/>
                <a:sym typeface="Inter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8" name="Google Shape;18;p2"/>
          <p:cNvSpPr txBox="1">
            <a:spLocks noGrp="1"/>
          </p:cNvSpPr>
          <p:nvPr>
            <p:ph type="subTitle" idx="1"/>
          </p:nvPr>
        </p:nvSpPr>
        <p:spPr>
          <a:xfrm>
            <a:off x="1205833" y="4665833"/>
            <a:ext cx="7418800" cy="696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None/>
              <a:defRPr sz="1800">
                <a:latin typeface="Inter"/>
                <a:ea typeface="Inter"/>
                <a:cs typeface="Inter"/>
                <a:sym typeface="Inter"/>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38567991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3750"/>
            </a:lvl1pPr>
          </a:lstStyle>
          <a:p>
            <a:r>
              <a:rPr lang="en-US"/>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4"/>
            <a:ext cx="7470648" cy="3296563"/>
          </a:xfrm>
        </p:spPr>
        <p:txBody>
          <a:bodyPr/>
          <a:lstStyle>
            <a:lvl1pPr marL="0" indent="0">
              <a:lnSpc>
                <a:spcPct val="100000"/>
              </a:lnSpc>
              <a:spcBef>
                <a:spcPts val="0"/>
              </a:spcBef>
              <a:spcAft>
                <a:spcPts val="1125"/>
              </a:spcAft>
              <a:buNone/>
              <a:defRPr sz="1650" b="1"/>
            </a:lvl1pPr>
            <a:lvl2pPr marL="0" indent="0">
              <a:lnSpc>
                <a:spcPct val="100000"/>
              </a:lnSpc>
              <a:spcBef>
                <a:spcPts val="0"/>
              </a:spcBef>
              <a:buNone/>
              <a:defRPr sz="1200" i="1"/>
            </a:lvl2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a:t>www.adaniuni.ac.in</a:t>
            </a:r>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82533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4750" y="1028448"/>
            <a:ext cx="11102503" cy="2237266"/>
          </a:xfrm>
          <a:prstGeom prst="rect">
            <a:avLst/>
          </a:prstGeom>
          <a:solidFill>
            <a:schemeClr val="bg1"/>
          </a:solidFill>
          <a:ln>
            <a:noFill/>
          </a:ln>
        </p:spPr>
        <p:txBody>
          <a:bodyPr anchor="b"/>
          <a:lstStyle>
            <a:lvl1pPr algn="ctr">
              <a:defRPr sz="2250" b="1" i="0" baseline="0">
                <a:solidFill>
                  <a:srgbClr val="006DB6"/>
                </a:solidFill>
                <a:latin typeface="Adani Regular" panose="02000503000000020004" pitchFamily="2" charset="0"/>
                <a:cs typeface="Arial" panose="020B0604020202020204" pitchFamily="34" charset="0"/>
              </a:defRPr>
            </a:lvl1pPr>
          </a:lstStyle>
          <a:p>
            <a:r>
              <a:rPr lang="en-US" dirty="0"/>
              <a:t>Title Slide</a:t>
            </a:r>
            <a:endParaRPr lang="en-IN" dirty="0"/>
          </a:p>
        </p:txBody>
      </p:sp>
      <p:sp>
        <p:nvSpPr>
          <p:cNvPr id="3" name="Subtitle 2"/>
          <p:cNvSpPr>
            <a:spLocks noGrp="1"/>
          </p:cNvSpPr>
          <p:nvPr>
            <p:ph type="subTitle" idx="1" hasCustomPrompt="1"/>
          </p:nvPr>
        </p:nvSpPr>
        <p:spPr>
          <a:xfrm>
            <a:off x="544750" y="3619788"/>
            <a:ext cx="11102501" cy="601579"/>
          </a:xfrm>
          <a:prstGeom prst="rect">
            <a:avLst/>
          </a:prstGeom>
        </p:spPr>
        <p:txBody>
          <a:bodyPr anchor="t"/>
          <a:lstStyle>
            <a:lvl1pPr marL="0" indent="0" algn="ctr">
              <a:buNone/>
              <a:defRPr sz="1350" b="0" i="0">
                <a:solidFill>
                  <a:schemeClr val="tx1"/>
                </a:solidFill>
                <a:latin typeface="Adani Medium" panose="02000503000000020004" pitchFamily="2"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 Title</a:t>
            </a:r>
            <a:endParaRPr lang="en-IN" dirty="0"/>
          </a:p>
        </p:txBody>
      </p:sp>
      <p:sp>
        <p:nvSpPr>
          <p:cNvPr id="4" name="Rectangle 3">
            <a:extLst>
              <a:ext uri="{FF2B5EF4-FFF2-40B4-BE49-F238E27FC236}">
                <a16:creationId xmlns:a16="http://schemas.microsoft.com/office/drawing/2014/main" id="{826AA5A4-6C8C-E195-4175-D0136F04D550}"/>
              </a:ext>
            </a:extLst>
          </p:cNvPr>
          <p:cNvSpPr/>
          <p:nvPr/>
        </p:nvSpPr>
        <p:spPr>
          <a:xfrm>
            <a:off x="4296000" y="3402000"/>
            <a:ext cx="3600000" cy="54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dirty="0"/>
          </a:p>
        </p:txBody>
      </p:sp>
      <p:sp>
        <p:nvSpPr>
          <p:cNvPr id="7" name="Text Placeholder 6">
            <a:extLst>
              <a:ext uri="{FF2B5EF4-FFF2-40B4-BE49-F238E27FC236}">
                <a16:creationId xmlns:a16="http://schemas.microsoft.com/office/drawing/2014/main" id="{B23055FA-18D4-B757-EDEC-92243253C14B}"/>
              </a:ext>
            </a:extLst>
          </p:cNvPr>
          <p:cNvSpPr>
            <a:spLocks noGrp="1"/>
          </p:cNvSpPr>
          <p:nvPr>
            <p:ph type="body" sz="quarter" idx="10" hasCustomPrompt="1"/>
          </p:nvPr>
        </p:nvSpPr>
        <p:spPr>
          <a:xfrm>
            <a:off x="3320375" y="4358151"/>
            <a:ext cx="5551251" cy="464392"/>
          </a:xfrm>
          <a:prstGeom prst="rect">
            <a:avLst/>
          </a:prstGeom>
        </p:spPr>
        <p:txBody>
          <a:bodyPr anchor="ctr"/>
          <a:lstStyle>
            <a:lvl1pPr marL="0" indent="0" algn="ctr">
              <a:buNone/>
              <a:defRPr sz="1125" b="0" i="0">
                <a:solidFill>
                  <a:schemeClr val="tx1"/>
                </a:solidFill>
                <a:latin typeface="Adani Regular" panose="02000503000000020004" pitchFamily="2" charset="0"/>
              </a:defRPr>
            </a:lvl1pPr>
          </a:lstStyle>
          <a:p>
            <a:pPr lvl="0"/>
            <a:r>
              <a:rPr lang="en-US" dirty="0"/>
              <a:t>Presented by: John smith</a:t>
            </a:r>
          </a:p>
        </p:txBody>
      </p:sp>
    </p:spTree>
    <p:extLst>
      <p:ext uri="{BB962C8B-B14F-4D97-AF65-F5344CB8AC3E}">
        <p14:creationId xmlns:p14="http://schemas.microsoft.com/office/powerpoint/2010/main" val="2278198050"/>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Paragraph 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Paragraph Content Slide</a:t>
            </a:r>
            <a:endParaRPr lang="en-IN" dirty="0"/>
          </a:p>
        </p:txBody>
      </p:sp>
      <p:sp>
        <p:nvSpPr>
          <p:cNvPr id="6" name="Text Placeholder 5">
            <a:extLst>
              <a:ext uri="{FF2B5EF4-FFF2-40B4-BE49-F238E27FC236}">
                <a16:creationId xmlns:a16="http://schemas.microsoft.com/office/drawing/2014/main" id="{256BDAAE-4F1F-4BCD-6572-30DA1F00E09D}"/>
              </a:ext>
            </a:extLst>
          </p:cNvPr>
          <p:cNvSpPr>
            <a:spLocks noGrp="1"/>
          </p:cNvSpPr>
          <p:nvPr>
            <p:ph type="body" sz="quarter" idx="10" hasCustomPrompt="1"/>
          </p:nvPr>
        </p:nvSpPr>
        <p:spPr>
          <a:xfrm>
            <a:off x="550863" y="1636713"/>
            <a:ext cx="11090275" cy="4672012"/>
          </a:xfrm>
          <a:prstGeom prst="rect">
            <a:avLst/>
          </a:prstGeom>
        </p:spPr>
        <p:txBody>
          <a:bodyPr wrap="square" numCol="2" spcCol="540000"/>
          <a:lstStyle>
            <a:lvl1pPr marL="0" indent="0" algn="just">
              <a:buNone/>
              <a:defRPr sz="1125" b="0" i="0">
                <a:latin typeface="Adani Regular" panose="02000503000000020004" pitchFamily="2" charset="0"/>
              </a:defRPr>
            </a:lvl1pPr>
            <a:lvl2pPr>
              <a:defRPr b="0" i="0">
                <a:latin typeface="Adani Regular" panose="02000503000000020004" pitchFamily="2" charset="0"/>
              </a:defRPr>
            </a:lvl2pPr>
            <a:lvl3pPr>
              <a:defRPr b="0" i="0">
                <a:latin typeface="Adani Regular" panose="02000503000000020004" pitchFamily="2" charset="0"/>
              </a:defRPr>
            </a:lvl3pPr>
            <a:lvl4pPr>
              <a:defRPr b="0" i="0">
                <a:latin typeface="Adani Regular" panose="02000503000000020004" pitchFamily="2" charset="0"/>
              </a:defRPr>
            </a:lvl4pPr>
            <a:lvl5pPr>
              <a:defRPr b="0" i="0">
                <a:latin typeface="Adani Regular" panose="02000503000000020004" pitchFamily="2"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Suspendisse</a:t>
            </a:r>
            <a:r>
              <a:rPr lang="en-US" dirty="0"/>
              <a:t> </a:t>
            </a:r>
            <a:r>
              <a:rPr lang="en-US" dirty="0" err="1"/>
              <a:t>nec</a:t>
            </a:r>
            <a:r>
              <a:rPr lang="en-US" dirty="0"/>
              <a:t> </a:t>
            </a:r>
            <a:r>
              <a:rPr lang="en-US" dirty="0" err="1"/>
              <a:t>justo</a:t>
            </a:r>
            <a:r>
              <a:rPr lang="en-US" dirty="0"/>
              <a:t> </a:t>
            </a:r>
            <a:r>
              <a:rPr lang="en-US" dirty="0" err="1"/>
              <a:t>nec</a:t>
            </a:r>
            <a:r>
              <a:rPr lang="en-US" dirty="0"/>
              <a:t> </a:t>
            </a:r>
            <a:r>
              <a:rPr lang="en-US" dirty="0" err="1"/>
              <a:t>arcu</a:t>
            </a:r>
            <a:r>
              <a:rPr lang="en-US" dirty="0"/>
              <a:t> </a:t>
            </a:r>
            <a:r>
              <a:rPr lang="en-US" dirty="0" err="1"/>
              <a:t>aliquam</a:t>
            </a:r>
            <a:r>
              <a:rPr lang="en-US" dirty="0"/>
              <a:t> </a:t>
            </a:r>
            <a:r>
              <a:rPr lang="en-US" dirty="0" err="1"/>
              <a:t>sagittis</a:t>
            </a:r>
            <a:r>
              <a:rPr lang="en-US" dirty="0"/>
              <a:t> id sit </a:t>
            </a:r>
            <a:r>
              <a:rPr lang="en-US" dirty="0" err="1"/>
              <a:t>amet</a:t>
            </a:r>
            <a:r>
              <a:rPr lang="en-US" dirty="0"/>
              <a:t> </a:t>
            </a:r>
            <a:r>
              <a:rPr lang="en-US" dirty="0" err="1"/>
              <a:t>justo</a:t>
            </a:r>
            <a:r>
              <a:rPr lang="en-US" dirty="0"/>
              <a:t>. In </a:t>
            </a:r>
            <a:r>
              <a:rPr lang="en-US" dirty="0" err="1"/>
              <a:t>tincidunt</a:t>
            </a:r>
            <a:r>
              <a:rPr lang="en-US" dirty="0"/>
              <a:t>, dolor </a:t>
            </a:r>
            <a:r>
              <a:rPr lang="en-US" dirty="0" err="1"/>
              <a:t>nec</a:t>
            </a:r>
            <a:r>
              <a:rPr lang="en-US" dirty="0"/>
              <a:t> </a:t>
            </a:r>
            <a:r>
              <a:rPr lang="en-US" dirty="0" err="1"/>
              <a:t>sagittis</a:t>
            </a:r>
            <a:r>
              <a:rPr lang="en-US" dirty="0"/>
              <a:t> </a:t>
            </a:r>
            <a:r>
              <a:rPr lang="en-US" dirty="0" err="1"/>
              <a:t>dignissim</a:t>
            </a:r>
            <a:r>
              <a:rPr lang="en-US" dirty="0"/>
              <a:t>, </a:t>
            </a:r>
            <a:r>
              <a:rPr lang="en-US" dirty="0" err="1"/>
              <a:t>nunc</a:t>
            </a:r>
            <a:r>
              <a:rPr lang="en-US" dirty="0"/>
              <a:t> </a:t>
            </a:r>
            <a:r>
              <a:rPr lang="en-US" dirty="0" err="1"/>
              <a:t>erat</a:t>
            </a:r>
            <a:r>
              <a:rPr lang="en-US" dirty="0"/>
              <a:t> auctor </a:t>
            </a:r>
            <a:r>
              <a:rPr lang="en-US" dirty="0" err="1"/>
              <a:t>sapien</a:t>
            </a:r>
            <a:r>
              <a:rPr lang="en-US" dirty="0"/>
              <a:t>, sed </a:t>
            </a:r>
            <a:r>
              <a:rPr lang="en-US" dirty="0" err="1"/>
              <a:t>fringilla</a:t>
            </a:r>
            <a:r>
              <a:rPr lang="en-US" dirty="0"/>
              <a:t> </a:t>
            </a:r>
            <a:r>
              <a:rPr lang="en-US" dirty="0" err="1"/>
              <a:t>turpis</a:t>
            </a:r>
            <a:r>
              <a:rPr lang="en-US" dirty="0"/>
              <a:t> </a:t>
            </a:r>
            <a:r>
              <a:rPr lang="en-US" dirty="0" err="1"/>
              <a:t>risus</a:t>
            </a:r>
            <a:r>
              <a:rPr lang="en-US" dirty="0"/>
              <a:t> </a:t>
            </a:r>
            <a:r>
              <a:rPr lang="en-US" dirty="0" err="1"/>
              <a:t>viverra</a:t>
            </a:r>
            <a:r>
              <a:rPr lang="en-US" dirty="0"/>
              <a:t> </a:t>
            </a:r>
            <a:r>
              <a:rPr lang="en-US" dirty="0" err="1"/>
              <a:t>lectus</a:t>
            </a:r>
            <a:r>
              <a:rPr lang="en-US" dirty="0"/>
              <a:t>. </a:t>
            </a:r>
            <a:r>
              <a:rPr lang="en-US" dirty="0" err="1"/>
              <a:t>Nullam</a:t>
            </a:r>
            <a:r>
              <a:rPr lang="en-US" dirty="0"/>
              <a:t> </a:t>
            </a:r>
            <a:r>
              <a:rPr lang="en-US" dirty="0" err="1"/>
              <a:t>quis</a:t>
            </a:r>
            <a:r>
              <a:rPr lang="en-US" dirty="0"/>
              <a:t> </a:t>
            </a:r>
            <a:r>
              <a:rPr lang="en-US" dirty="0" err="1"/>
              <a:t>fringilla</a:t>
            </a:r>
            <a:r>
              <a:rPr lang="en-US" dirty="0"/>
              <a:t> ligula. Sed in </a:t>
            </a:r>
            <a:r>
              <a:rPr lang="en-US" dirty="0" err="1"/>
              <a:t>turpis</a:t>
            </a:r>
            <a:r>
              <a:rPr lang="en-US" dirty="0"/>
              <a:t> a </a:t>
            </a:r>
            <a:r>
              <a:rPr lang="en-US" dirty="0" err="1"/>
              <a:t>odio</a:t>
            </a:r>
            <a:r>
              <a:rPr lang="en-US" dirty="0"/>
              <a:t> </a:t>
            </a:r>
            <a:r>
              <a:rPr lang="en-US" dirty="0" err="1"/>
              <a:t>ornare</a:t>
            </a:r>
            <a:r>
              <a:rPr lang="en-US" dirty="0"/>
              <a:t> </a:t>
            </a:r>
            <a:r>
              <a:rPr lang="en-US" dirty="0" err="1"/>
              <a:t>condimentum</a:t>
            </a:r>
            <a:r>
              <a:rPr lang="en-US" dirty="0"/>
              <a:t> </a:t>
            </a:r>
            <a:r>
              <a:rPr lang="en-US" dirty="0" err="1"/>
              <a:t>ut</a:t>
            </a:r>
            <a:r>
              <a:rPr lang="en-US" dirty="0"/>
              <a:t> </a:t>
            </a:r>
            <a:r>
              <a:rPr lang="en-US" dirty="0" err="1"/>
              <a:t>eget</a:t>
            </a:r>
            <a:r>
              <a:rPr lang="en-US" dirty="0"/>
              <a:t> </a:t>
            </a:r>
            <a:r>
              <a:rPr lang="en-US" dirty="0" err="1"/>
              <a:t>orci</a:t>
            </a:r>
            <a:r>
              <a:rPr lang="en-US" dirty="0"/>
              <a:t>. Donec eros </a:t>
            </a:r>
            <a:r>
              <a:rPr lang="en-US" dirty="0" err="1"/>
              <a:t>nulla</a:t>
            </a:r>
            <a:r>
              <a:rPr lang="en-US" dirty="0"/>
              <a:t>, lacinia </a:t>
            </a:r>
            <a:r>
              <a:rPr lang="en-US" dirty="0" err="1"/>
              <a:t>ut</a:t>
            </a:r>
            <a:r>
              <a:rPr lang="en-US" dirty="0"/>
              <a:t> dictum id, </a:t>
            </a:r>
            <a:r>
              <a:rPr lang="en-US" dirty="0" err="1"/>
              <a:t>congue</a:t>
            </a:r>
            <a:r>
              <a:rPr lang="en-US" dirty="0"/>
              <a:t> </a:t>
            </a:r>
            <a:r>
              <a:rPr lang="en-US" dirty="0" err="1"/>
              <a:t>mollis</a:t>
            </a:r>
            <a:r>
              <a:rPr lang="en-US" dirty="0"/>
              <a:t> </a:t>
            </a:r>
            <a:r>
              <a:rPr lang="en-US" dirty="0" err="1"/>
              <a:t>leo</a:t>
            </a:r>
            <a:r>
              <a:rPr lang="en-US" dirty="0"/>
              <a:t>. Aenean vel </a:t>
            </a:r>
            <a:r>
              <a:rPr lang="en-US" dirty="0" err="1"/>
              <a:t>orci</a:t>
            </a:r>
            <a:r>
              <a:rPr lang="en-US" dirty="0"/>
              <a:t> nisi. Nam </a:t>
            </a:r>
            <a:r>
              <a:rPr lang="en-US" dirty="0" err="1"/>
              <a:t>blandit</a:t>
            </a:r>
            <a:r>
              <a:rPr lang="en-US" dirty="0"/>
              <a:t> </a:t>
            </a:r>
            <a:r>
              <a:rPr lang="en-US" dirty="0" err="1"/>
              <a:t>pretium</a:t>
            </a:r>
            <a:r>
              <a:rPr lang="en-US" dirty="0"/>
              <a:t> ex, id </a:t>
            </a:r>
            <a:r>
              <a:rPr lang="en-US" dirty="0" err="1"/>
              <a:t>egestas</a:t>
            </a:r>
            <a:r>
              <a:rPr lang="en-US" dirty="0"/>
              <a:t> ante </a:t>
            </a:r>
            <a:r>
              <a:rPr lang="en-US" dirty="0" err="1"/>
              <a:t>congue</a:t>
            </a:r>
            <a:r>
              <a:rPr lang="en-US" dirty="0"/>
              <a:t> </a:t>
            </a:r>
            <a:r>
              <a:rPr lang="en-US" dirty="0" err="1"/>
              <a:t>quis</a:t>
            </a:r>
            <a:r>
              <a:rPr lang="en-US" dirty="0"/>
              <a:t>. Integer a pulvinar </a:t>
            </a:r>
            <a:r>
              <a:rPr lang="en-US" dirty="0" err="1"/>
              <a:t>justo</a:t>
            </a:r>
            <a:r>
              <a:rPr lang="en-US" dirty="0"/>
              <a:t>, </a:t>
            </a:r>
            <a:r>
              <a:rPr lang="en-US" dirty="0" err="1"/>
              <a:t>quis</a:t>
            </a:r>
            <a:r>
              <a:rPr lang="en-US" dirty="0"/>
              <a:t> </a:t>
            </a:r>
            <a:r>
              <a:rPr lang="en-US" dirty="0" err="1"/>
              <a:t>varius</a:t>
            </a:r>
            <a:r>
              <a:rPr lang="en-US" dirty="0"/>
              <a:t> est. Morbi </a:t>
            </a:r>
            <a:r>
              <a:rPr lang="en-US" dirty="0" err="1"/>
              <a:t>erat</a:t>
            </a:r>
            <a:r>
              <a:rPr lang="en-US" dirty="0"/>
              <a:t> </a:t>
            </a:r>
            <a:r>
              <a:rPr lang="en-US" dirty="0" err="1"/>
              <a:t>tortor</a:t>
            </a:r>
            <a:r>
              <a:rPr lang="en-US" dirty="0"/>
              <a:t>, </a:t>
            </a:r>
            <a:r>
              <a:rPr lang="en-US" dirty="0" err="1"/>
              <a:t>volutpat</a:t>
            </a:r>
            <a:r>
              <a:rPr lang="en-US" dirty="0"/>
              <a:t> </a:t>
            </a:r>
            <a:r>
              <a:rPr lang="en-US" dirty="0" err="1"/>
              <a:t>eu</a:t>
            </a:r>
            <a:r>
              <a:rPr lang="en-US" dirty="0"/>
              <a:t> mi vitae, </a:t>
            </a:r>
            <a:r>
              <a:rPr lang="en-US" dirty="0" err="1"/>
              <a:t>sagittis</a:t>
            </a:r>
            <a:r>
              <a:rPr lang="en-US" dirty="0"/>
              <a:t> </a:t>
            </a:r>
            <a:r>
              <a:rPr lang="en-US" dirty="0" err="1"/>
              <a:t>hendrerit</a:t>
            </a:r>
            <a:r>
              <a:rPr lang="en-US" dirty="0"/>
              <a:t> </a:t>
            </a:r>
            <a:r>
              <a:rPr lang="en-US" dirty="0" err="1"/>
              <a:t>metus</a:t>
            </a:r>
            <a:r>
              <a:rPr lang="en-US" dirty="0"/>
              <a:t>. </a:t>
            </a:r>
            <a:r>
              <a:rPr lang="en-US" dirty="0" err="1"/>
              <a:t>Fusce</a:t>
            </a:r>
            <a:r>
              <a:rPr lang="en-US" dirty="0"/>
              <a:t> </a:t>
            </a:r>
            <a:r>
              <a:rPr lang="en-US" dirty="0" err="1"/>
              <a:t>interdum</a:t>
            </a:r>
            <a:r>
              <a:rPr lang="en-US" dirty="0"/>
              <a:t> </a:t>
            </a:r>
            <a:r>
              <a:rPr lang="en-US" dirty="0" err="1"/>
              <a:t>tincidunt</a:t>
            </a:r>
            <a:r>
              <a:rPr lang="en-US" dirty="0"/>
              <a:t> </a:t>
            </a:r>
            <a:r>
              <a:rPr lang="en-US" dirty="0" err="1"/>
              <a:t>porttitor</a:t>
            </a:r>
            <a:r>
              <a:rPr lang="en-US" dirty="0"/>
              <a:t>. Proin at dui </a:t>
            </a:r>
            <a:r>
              <a:rPr lang="en-US" dirty="0" err="1"/>
              <a:t>mauris.Maecenas</a:t>
            </a:r>
            <a:r>
              <a:rPr lang="en-US" dirty="0"/>
              <a:t> </a:t>
            </a:r>
            <a:r>
              <a:rPr lang="en-US" dirty="0" err="1"/>
              <a:t>feugiat</a:t>
            </a:r>
            <a:r>
              <a:rPr lang="en-US" dirty="0"/>
              <a:t> dictum </a:t>
            </a:r>
            <a:r>
              <a:rPr lang="en-US" dirty="0" err="1"/>
              <a:t>enim</a:t>
            </a:r>
            <a:r>
              <a:rPr lang="en-US" dirty="0"/>
              <a:t>, </a:t>
            </a:r>
            <a:r>
              <a:rPr lang="en-US" dirty="0" err="1"/>
              <a:t>eu</a:t>
            </a:r>
            <a:r>
              <a:rPr lang="en-US" dirty="0"/>
              <a:t> </a:t>
            </a:r>
            <a:r>
              <a:rPr lang="en-US" dirty="0" err="1"/>
              <a:t>consectetur</a:t>
            </a:r>
            <a:r>
              <a:rPr lang="en-US" dirty="0"/>
              <a:t> </a:t>
            </a:r>
            <a:r>
              <a:rPr lang="en-US" dirty="0" err="1"/>
              <a:t>sem</a:t>
            </a:r>
            <a:r>
              <a:rPr lang="en-US" dirty="0"/>
              <a:t> </a:t>
            </a:r>
            <a:r>
              <a:rPr lang="en-US" dirty="0" err="1"/>
              <a:t>malesuada</a:t>
            </a:r>
            <a:r>
              <a:rPr lang="en-US" dirty="0"/>
              <a:t> </a:t>
            </a:r>
            <a:r>
              <a:rPr lang="en-US" dirty="0" err="1"/>
              <a:t>quis</a:t>
            </a:r>
            <a:r>
              <a:rPr lang="en-US" dirty="0"/>
              <a:t>. </a:t>
            </a:r>
            <a:r>
              <a:rPr lang="en-US" dirty="0" err="1"/>
              <a:t>Mauris</a:t>
            </a:r>
            <a:r>
              <a:rPr lang="en-US" dirty="0"/>
              <a:t> at </a:t>
            </a:r>
            <a:r>
              <a:rPr lang="en-US" dirty="0" err="1"/>
              <a:t>aliquet</a:t>
            </a:r>
            <a:r>
              <a:rPr lang="en-US" dirty="0"/>
              <a:t> </a:t>
            </a:r>
            <a:r>
              <a:rPr lang="en-US" dirty="0" err="1"/>
              <a:t>nulla</a:t>
            </a:r>
            <a:r>
              <a:rPr lang="en-US" dirty="0"/>
              <a:t>, sed </a:t>
            </a:r>
            <a:r>
              <a:rPr lang="en-US" dirty="0" err="1"/>
              <a:t>volutpat</a:t>
            </a:r>
            <a:r>
              <a:rPr lang="en-US" dirty="0"/>
              <a:t> </a:t>
            </a:r>
            <a:r>
              <a:rPr lang="en-US" dirty="0" err="1"/>
              <a:t>metus</a:t>
            </a:r>
            <a:r>
              <a:rPr lang="en-US" dirty="0"/>
              <a:t>. In hac </a:t>
            </a:r>
            <a:r>
              <a:rPr lang="en-US" dirty="0" err="1"/>
              <a:t>habitasse</a:t>
            </a:r>
            <a:r>
              <a:rPr lang="en-US" dirty="0"/>
              <a:t> </a:t>
            </a:r>
            <a:r>
              <a:rPr lang="en-US" dirty="0" err="1"/>
              <a:t>platea</a:t>
            </a:r>
            <a:r>
              <a:rPr lang="en-US" dirty="0"/>
              <a:t> </a:t>
            </a:r>
            <a:r>
              <a:rPr lang="en-US" dirty="0" err="1"/>
              <a:t>dictumst</a:t>
            </a:r>
            <a:r>
              <a:rPr lang="en-US" dirty="0"/>
              <a:t>. </a:t>
            </a:r>
            <a:r>
              <a:rPr lang="en-US" dirty="0" err="1"/>
              <a:t>Phasellus</a:t>
            </a:r>
            <a:r>
              <a:rPr lang="en-US" dirty="0"/>
              <a:t> </a:t>
            </a:r>
            <a:r>
              <a:rPr lang="en-US" dirty="0" err="1"/>
              <a:t>nec</a:t>
            </a:r>
            <a:r>
              <a:rPr lang="en-US" dirty="0"/>
              <a:t> vestibulum </a:t>
            </a:r>
            <a:r>
              <a:rPr lang="en-US" dirty="0" err="1"/>
              <a:t>urna</a:t>
            </a:r>
            <a:r>
              <a:rPr lang="en-US" dirty="0"/>
              <a:t>. Aenean </a:t>
            </a:r>
            <a:r>
              <a:rPr lang="en-US" dirty="0" err="1"/>
              <a:t>mollis</a:t>
            </a:r>
            <a:r>
              <a:rPr lang="en-US" dirty="0"/>
              <a:t> pharetra </a:t>
            </a:r>
            <a:r>
              <a:rPr lang="en-US" dirty="0" err="1"/>
              <a:t>odio</a:t>
            </a:r>
            <a:r>
              <a:rPr lang="en-US" dirty="0"/>
              <a:t>, </a:t>
            </a:r>
            <a:r>
              <a:rPr lang="en-US" dirty="0" err="1"/>
              <a:t>ut</a:t>
            </a:r>
            <a:r>
              <a:rPr lang="en-US" dirty="0"/>
              <a:t> </a:t>
            </a:r>
            <a:r>
              <a:rPr lang="en-US" dirty="0" err="1"/>
              <a:t>aliquet</a:t>
            </a:r>
            <a:r>
              <a:rPr lang="en-US" dirty="0"/>
              <a:t> </a:t>
            </a:r>
            <a:r>
              <a:rPr lang="en-US" dirty="0" err="1"/>
              <a:t>neque</a:t>
            </a:r>
            <a:r>
              <a:rPr lang="en-US" dirty="0"/>
              <a:t> </a:t>
            </a:r>
            <a:r>
              <a:rPr lang="en-US" dirty="0" err="1"/>
              <a:t>aliquet</a:t>
            </a:r>
            <a:r>
              <a:rPr lang="en-US" dirty="0"/>
              <a:t> </a:t>
            </a:r>
            <a:r>
              <a:rPr lang="en-US" dirty="0" err="1"/>
              <a:t>porttitor</a:t>
            </a:r>
            <a:r>
              <a:rPr lang="en-US" dirty="0"/>
              <a:t>. Sed </a:t>
            </a:r>
            <a:r>
              <a:rPr lang="en-US" dirty="0" err="1"/>
              <a:t>finibus</a:t>
            </a:r>
            <a:r>
              <a:rPr lang="en-US" dirty="0"/>
              <a:t>, </a:t>
            </a:r>
            <a:r>
              <a:rPr lang="en-US" dirty="0" err="1"/>
              <a:t>risus</a:t>
            </a:r>
            <a:r>
              <a:rPr lang="en-US" dirty="0"/>
              <a:t> </a:t>
            </a:r>
            <a:r>
              <a:rPr lang="en-US" dirty="0" err="1"/>
              <a:t>eget</a:t>
            </a:r>
            <a:r>
              <a:rPr lang="en-US" dirty="0"/>
              <a:t> </a:t>
            </a:r>
            <a:r>
              <a:rPr lang="en-US" dirty="0" err="1"/>
              <a:t>vehicula</a:t>
            </a:r>
            <a:r>
              <a:rPr lang="en-US" dirty="0"/>
              <a:t> </a:t>
            </a:r>
            <a:r>
              <a:rPr lang="en-US" dirty="0" err="1"/>
              <a:t>pellentesque</a:t>
            </a:r>
            <a:r>
              <a:rPr lang="en-US" dirty="0"/>
              <a:t>, </a:t>
            </a:r>
            <a:r>
              <a:rPr lang="en-US" dirty="0" err="1"/>
              <a:t>neque</a:t>
            </a:r>
            <a:r>
              <a:rPr lang="en-US" dirty="0"/>
              <a:t> magna </a:t>
            </a:r>
            <a:r>
              <a:rPr lang="en-US" dirty="0" err="1"/>
              <a:t>tempor</a:t>
            </a:r>
            <a:r>
              <a:rPr lang="en-US" dirty="0"/>
              <a:t> lorem, at </a:t>
            </a:r>
            <a:r>
              <a:rPr lang="en-US" dirty="0" err="1"/>
              <a:t>viverra</a:t>
            </a:r>
            <a:r>
              <a:rPr lang="en-US" dirty="0"/>
              <a:t> lorem </a:t>
            </a:r>
            <a:r>
              <a:rPr lang="en-US" dirty="0" err="1"/>
              <a:t>leo</a:t>
            </a:r>
            <a:r>
              <a:rPr lang="en-US" dirty="0"/>
              <a:t> </a:t>
            </a:r>
            <a:r>
              <a:rPr lang="en-US" dirty="0" err="1"/>
              <a:t>eu</a:t>
            </a:r>
            <a:r>
              <a:rPr lang="en-US" dirty="0"/>
              <a:t> dolor. </a:t>
            </a:r>
            <a:r>
              <a:rPr lang="en-US" dirty="0" err="1"/>
              <a:t>Quisque</a:t>
            </a:r>
            <a:r>
              <a:rPr lang="en-US" dirty="0"/>
              <a:t> </a:t>
            </a:r>
            <a:r>
              <a:rPr lang="en-US" dirty="0" err="1"/>
              <a:t>fringilla</a:t>
            </a:r>
            <a:r>
              <a:rPr lang="en-US" dirty="0"/>
              <a:t> in </a:t>
            </a:r>
            <a:r>
              <a:rPr lang="en-US" dirty="0" err="1"/>
              <a:t>nibh</a:t>
            </a:r>
            <a:r>
              <a:rPr lang="en-US" dirty="0"/>
              <a:t> a </a:t>
            </a:r>
            <a:r>
              <a:rPr lang="en-US" dirty="0" err="1"/>
              <a:t>tincidunt</a:t>
            </a:r>
            <a:r>
              <a:rPr lang="en-US" dirty="0"/>
              <a:t>. </a:t>
            </a:r>
            <a:r>
              <a:rPr lang="en-US" dirty="0" err="1"/>
              <a:t>Pellentesque</a:t>
            </a:r>
            <a:r>
              <a:rPr lang="en-US" dirty="0"/>
              <a:t> </a:t>
            </a:r>
            <a:r>
              <a:rPr lang="en-US" dirty="0" err="1"/>
              <a:t>volutpat</a:t>
            </a:r>
            <a:r>
              <a:rPr lang="en-US" dirty="0"/>
              <a:t> </a:t>
            </a:r>
            <a:r>
              <a:rPr lang="en-US" dirty="0" err="1"/>
              <a:t>molestie</a:t>
            </a:r>
            <a:r>
              <a:rPr lang="en-US" dirty="0"/>
              <a:t> </a:t>
            </a:r>
            <a:r>
              <a:rPr lang="en-US" dirty="0" err="1"/>
              <a:t>molestie</a:t>
            </a:r>
            <a:r>
              <a:rPr lang="en-US" dirty="0"/>
              <a:t>. Sed </a:t>
            </a:r>
            <a:r>
              <a:rPr lang="en-US" dirty="0" err="1"/>
              <a:t>commodo</a:t>
            </a:r>
            <a:r>
              <a:rPr lang="en-US" dirty="0"/>
              <a:t> </a:t>
            </a:r>
            <a:r>
              <a:rPr lang="en-US" dirty="0" err="1"/>
              <a:t>tortor</a:t>
            </a:r>
            <a:r>
              <a:rPr lang="en-US" dirty="0"/>
              <a:t> et </a:t>
            </a:r>
            <a:r>
              <a:rPr lang="en-US" dirty="0" err="1"/>
              <a:t>blandit</a:t>
            </a:r>
            <a:r>
              <a:rPr lang="en-US" dirty="0"/>
              <a:t> </a:t>
            </a:r>
            <a:r>
              <a:rPr lang="en-US" dirty="0" err="1"/>
              <a:t>ultricies</a:t>
            </a:r>
            <a:r>
              <a:rPr lang="en-US" dirty="0"/>
              <a:t>. </a:t>
            </a:r>
            <a:r>
              <a:rPr lang="en-US" dirty="0" err="1"/>
              <a:t>Suspendisse</a:t>
            </a:r>
            <a:r>
              <a:rPr lang="en-US" dirty="0"/>
              <a:t> </a:t>
            </a:r>
            <a:r>
              <a:rPr lang="en-US" dirty="0" err="1"/>
              <a:t>potenti</a:t>
            </a:r>
            <a:r>
              <a:rPr lang="en-US" dirty="0"/>
              <a:t>. </a:t>
            </a:r>
            <a:r>
              <a:rPr lang="en-US" dirty="0" err="1"/>
              <a:t>Interdum</a:t>
            </a:r>
            <a:r>
              <a:rPr lang="en-US" dirty="0"/>
              <a:t> et </a:t>
            </a:r>
            <a:r>
              <a:rPr lang="en-US" dirty="0" err="1"/>
              <a:t>malesuada</a:t>
            </a:r>
            <a:r>
              <a:rPr lang="en-US" dirty="0"/>
              <a:t> fames ac ante ipsum </a:t>
            </a:r>
            <a:r>
              <a:rPr lang="en-US" dirty="0" err="1"/>
              <a:t>primis</a:t>
            </a:r>
            <a:r>
              <a:rPr lang="en-US" dirty="0"/>
              <a:t> in </a:t>
            </a:r>
            <a:r>
              <a:rPr lang="en-US" dirty="0" err="1"/>
              <a:t>faucibus</a:t>
            </a:r>
            <a:r>
              <a:rPr lang="en-US" dirty="0"/>
              <a:t>. </a:t>
            </a:r>
            <a:r>
              <a:rPr lang="en-US" dirty="0" err="1"/>
              <a:t>Nulla</a:t>
            </a:r>
            <a:r>
              <a:rPr lang="en-US" dirty="0"/>
              <a:t> </a:t>
            </a:r>
            <a:r>
              <a:rPr lang="en-US" dirty="0" err="1"/>
              <a:t>porttitor</a:t>
            </a:r>
            <a:r>
              <a:rPr lang="en-US" dirty="0"/>
              <a:t> </a:t>
            </a:r>
            <a:r>
              <a:rPr lang="en-US" dirty="0" err="1"/>
              <a:t>nibh</a:t>
            </a:r>
            <a:r>
              <a:rPr lang="en-US" dirty="0"/>
              <a:t> sed convallis semper. Integer diam </a:t>
            </a:r>
            <a:r>
              <a:rPr lang="en-US" dirty="0" err="1"/>
              <a:t>nisl</a:t>
            </a:r>
            <a:r>
              <a:rPr lang="en-US" dirty="0"/>
              <a:t>, tempus </a:t>
            </a:r>
            <a:r>
              <a:rPr lang="en-US" dirty="0" err="1"/>
              <a:t>eget</a:t>
            </a:r>
            <a:r>
              <a:rPr lang="en-US" dirty="0"/>
              <a:t> pharetra </a:t>
            </a:r>
            <a:r>
              <a:rPr lang="en-US" dirty="0" err="1"/>
              <a:t>nec</a:t>
            </a:r>
            <a:r>
              <a:rPr lang="en-US" dirty="0"/>
              <a:t>, </a:t>
            </a:r>
            <a:r>
              <a:rPr lang="en-US" dirty="0" err="1"/>
              <a:t>rhoncus</a:t>
            </a:r>
            <a:r>
              <a:rPr lang="en-US" dirty="0"/>
              <a:t> id </a:t>
            </a:r>
            <a:r>
              <a:rPr lang="en-US" dirty="0" err="1"/>
              <a:t>turpis</a:t>
            </a:r>
            <a:r>
              <a:rPr lang="en-US" dirty="0"/>
              <a:t>. Aenean id </a:t>
            </a:r>
            <a:r>
              <a:rPr lang="en-US" dirty="0" err="1"/>
              <a:t>massa</a:t>
            </a:r>
            <a:r>
              <a:rPr lang="en-US" dirty="0"/>
              <a:t> dui.</a:t>
            </a:r>
            <a:r>
              <a:rPr lang="en-IN" b="0" i="0" dirty="0" err="1">
                <a:solidFill>
                  <a:srgbClr val="000000"/>
                </a:solidFill>
                <a:effectLst/>
                <a:latin typeface="Open Sans" panose="020B0606030504020204" pitchFamily="34" charset="0"/>
              </a:rPr>
              <a:t>Suspendisse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varius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mauris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purus</a:t>
            </a:r>
            <a:r>
              <a:rPr lang="en-IN" b="0" i="0" dirty="0">
                <a:solidFill>
                  <a:srgbClr val="000000"/>
                </a:solidFill>
                <a:effectLst/>
                <a:latin typeface="Open Sans" panose="020B0606030504020204" pitchFamily="34" charset="0"/>
              </a:rPr>
              <a:t>, et </a:t>
            </a:r>
            <a:r>
              <a:rPr lang="en-IN" b="0" i="0" dirty="0" err="1">
                <a:solidFill>
                  <a:srgbClr val="000000"/>
                </a:solidFill>
                <a:effectLst/>
                <a:latin typeface="Open Sans" panose="020B0606030504020204" pitchFamily="34" charset="0"/>
              </a:rPr>
              <a:t>bibendum</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elit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aliquet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eget</a:t>
            </a:r>
            <a:r>
              <a:rPr lang="en-IN" b="0" i="0" dirty="0">
                <a:solidFill>
                  <a:srgbClr val="000000"/>
                </a:solidFill>
                <a:effectLst/>
                <a:latin typeface="Open Sans" panose="020B0606030504020204" pitchFamily="34" charset="0"/>
              </a:rPr>
              <a:t>. Integer cursus </a:t>
            </a:r>
            <a:r>
              <a:rPr lang="en-IN" b="0" i="0" dirty="0" err="1">
                <a:solidFill>
                  <a:srgbClr val="000000"/>
                </a:solidFill>
                <a:effectLst/>
                <a:latin typeface="Open Sans" panose="020B0606030504020204" pitchFamily="34" charset="0"/>
              </a:rPr>
              <a:t>diam</a:t>
            </a:r>
            <a:r>
              <a:rPr lang="en-IN" b="0" i="0" dirty="0">
                <a:solidFill>
                  <a:srgbClr val="000000"/>
                </a:solidFill>
                <a:effectLst/>
                <a:latin typeface="Open Sans" panose="020B0606030504020204" pitchFamily="34" charset="0"/>
              </a:rPr>
              <a:t> at </a:t>
            </a:r>
            <a:r>
              <a:rPr lang="en-IN" b="0" i="0" dirty="0" err="1">
                <a:solidFill>
                  <a:srgbClr val="000000"/>
                </a:solidFill>
                <a:effectLst/>
                <a:latin typeface="Open Sans" panose="020B0606030504020204" pitchFamily="34" charset="0"/>
              </a:rPr>
              <a:t>nisl</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sagittis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facilisis</a:t>
            </a:r>
            <a:r>
              <a:rPr lang="en-IN" b="0" i="0" dirty="0">
                <a:solidFill>
                  <a:srgbClr val="000000"/>
                </a:solidFill>
                <a:effectLst/>
                <a:latin typeface="Open Sans" panose="020B0606030504020204" pitchFamily="34" charset="0"/>
              </a:rPr>
              <a:t>. In </a:t>
            </a:r>
            <a:r>
              <a:rPr lang="en-IN" b="0" i="0" dirty="0" err="1">
                <a:solidFill>
                  <a:srgbClr val="000000"/>
                </a:solidFill>
                <a:effectLst/>
                <a:latin typeface="Open Sans" panose="020B0606030504020204" pitchFamily="34" charset="0"/>
              </a:rPr>
              <a:t>feugiat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bibendum</a:t>
            </a:r>
            <a:r>
              <a:rPr lang="en-IN" b="0" i="0" dirty="0">
                <a:solidFill>
                  <a:srgbClr val="000000"/>
                </a:solidFill>
                <a:effectLst/>
                <a:latin typeface="Open Sans" panose="020B0606030504020204" pitchFamily="34" charset="0"/>
              </a:rPr>
              <a:t> magna ac </a:t>
            </a:r>
            <a:r>
              <a:rPr lang="en-IN" b="0" i="0" dirty="0" err="1">
                <a:solidFill>
                  <a:srgbClr val="000000"/>
                </a:solidFill>
                <a:effectLst/>
                <a:latin typeface="Open Sans" panose="020B0606030504020204" pitchFamily="34" charset="0"/>
              </a:rPr>
              <a:t>ultrices</a:t>
            </a:r>
            <a:r>
              <a:rPr lang="en-IN" b="0" i="0" dirty="0">
                <a:solidFill>
                  <a:srgbClr val="000000"/>
                </a:solidFill>
                <a:effectLst/>
                <a:latin typeface="Open Sans" panose="020B0606030504020204" pitchFamily="34" charset="0"/>
              </a:rPr>
              <a:t>. Donec </a:t>
            </a:r>
            <a:r>
              <a:rPr lang="en-IN" b="0" i="0" dirty="0" err="1">
                <a:solidFill>
                  <a:srgbClr val="000000"/>
                </a:solidFill>
                <a:effectLst/>
                <a:latin typeface="Open Sans" panose="020B0606030504020204" pitchFamily="34" charset="0"/>
              </a:rPr>
              <a:t>eleifend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blandit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metus</a:t>
            </a:r>
            <a:r>
              <a:rPr lang="en-IN" b="0" i="0" dirty="0">
                <a:solidFill>
                  <a:srgbClr val="000000"/>
                </a:solidFill>
                <a:effectLst/>
                <a:latin typeface="Open Sans" panose="020B0606030504020204" pitchFamily="34" charset="0"/>
              </a:rPr>
              <a:t>, sit </a:t>
            </a:r>
            <a:r>
              <a:rPr lang="en-IN" b="0" i="0" dirty="0" err="1">
                <a:solidFill>
                  <a:srgbClr val="000000"/>
                </a:solidFill>
                <a:effectLst/>
                <a:latin typeface="Open Sans" panose="020B0606030504020204" pitchFamily="34" charset="0"/>
              </a:rPr>
              <a:t>amet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facilisis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augue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posuere</a:t>
            </a:r>
            <a:r>
              <a:rPr lang="en-IN" b="0" i="0" dirty="0">
                <a:solidFill>
                  <a:srgbClr val="000000"/>
                </a:solidFill>
                <a:effectLst/>
                <a:latin typeface="Open Sans" panose="020B0606030504020204" pitchFamily="34" charset="0"/>
              </a:rPr>
              <a:t> sit </a:t>
            </a:r>
            <a:r>
              <a:rPr lang="en-IN" b="0" i="0" dirty="0" err="1">
                <a:solidFill>
                  <a:srgbClr val="000000"/>
                </a:solidFill>
                <a:effectLst/>
                <a:latin typeface="Open Sans" panose="020B0606030504020204" pitchFamily="34" charset="0"/>
              </a:rPr>
              <a:t>amet</a:t>
            </a:r>
            <a:r>
              <a:rPr lang="en-IN" b="0" i="0" dirty="0">
                <a:solidFill>
                  <a:srgbClr val="000000"/>
                </a:solidFill>
                <a:effectLst/>
                <a:latin typeface="Open Sans" panose="020B0606030504020204" pitchFamily="34" charset="0"/>
              </a:rPr>
              <a:t>. Duis </a:t>
            </a:r>
            <a:r>
              <a:rPr lang="en-IN" b="0" i="0" dirty="0" err="1">
                <a:solidFill>
                  <a:srgbClr val="000000"/>
                </a:solidFill>
                <a:effectLst/>
                <a:latin typeface="Open Sans" panose="020B0606030504020204" pitchFamily="34" charset="0"/>
              </a:rPr>
              <a:t>euismod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mattis</a:t>
            </a:r>
            <a:r>
              <a:rPr lang="en-IN" b="0" i="0" dirty="0">
                <a:solidFill>
                  <a:srgbClr val="000000"/>
                </a:solidFill>
                <a:effectLst/>
                <a:latin typeface="Open Sans" panose="020B0606030504020204" pitchFamily="34" charset="0"/>
              </a:rPr>
              <a:t> semper. Nam </a:t>
            </a:r>
            <a:r>
              <a:rPr lang="en-IN" b="0" i="0" dirty="0" err="1">
                <a:solidFill>
                  <a:srgbClr val="000000"/>
                </a:solidFill>
                <a:effectLst/>
                <a:latin typeface="Open Sans" panose="020B0606030504020204" pitchFamily="34" charset="0"/>
              </a:rPr>
              <a:t>sollicitudin</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iaculis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imperdiet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Sed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varius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enim</a:t>
            </a:r>
            <a:r>
              <a:rPr lang="en-IN" b="0" i="0" dirty="0">
                <a:solidFill>
                  <a:srgbClr val="000000"/>
                </a:solidFill>
                <a:effectLst/>
                <a:latin typeface="Open Sans" panose="020B0606030504020204" pitchFamily="34" charset="0"/>
              </a:rPr>
              <a:t> ac </a:t>
            </a:r>
            <a:r>
              <a:rPr lang="en-IN" b="0" i="0" dirty="0" err="1">
                <a:solidFill>
                  <a:srgbClr val="000000"/>
                </a:solidFill>
                <a:effectLst/>
                <a:latin typeface="Open Sans" panose="020B0606030504020204" pitchFamily="34" charset="0"/>
              </a:rPr>
              <a:t>molestie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eleifend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Suspendisse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potenti</a:t>
            </a:r>
            <a:r>
              <a:rPr lang="en-IN" b="0" i="0" dirty="0">
                <a:solidFill>
                  <a:srgbClr val="000000"/>
                </a:solidFill>
                <a:effectLst/>
                <a:latin typeface="Open Sans" panose="020B0606030504020204" pitchFamily="34" charset="0"/>
              </a:rPr>
              <a:t>.</a:t>
            </a:r>
          </a:p>
          <a:p>
            <a:pPr lvl="0"/>
            <a:endParaRPr lang="en-US" dirty="0"/>
          </a:p>
          <a:p>
            <a:pPr lvl="0"/>
            <a:endParaRPr lang="en-US" dirty="0"/>
          </a:p>
        </p:txBody>
      </p:sp>
      <p:sp>
        <p:nvSpPr>
          <p:cNvPr id="3" name="Rectangle 2">
            <a:extLst>
              <a:ext uri="{FF2B5EF4-FFF2-40B4-BE49-F238E27FC236}">
                <a16:creationId xmlns:a16="http://schemas.microsoft.com/office/drawing/2014/main" id="{74CC05B9-FE4B-C80A-35BE-92E8FD6809D1}"/>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5" name="Content Placeholder 4">
            <a:extLst>
              <a:ext uri="{FF2B5EF4-FFF2-40B4-BE49-F238E27FC236}">
                <a16:creationId xmlns:a16="http://schemas.microsoft.com/office/drawing/2014/main" id="{1B1AA76E-529A-E0FC-A135-8010E78390A2}"/>
              </a:ext>
            </a:extLst>
          </p:cNvPr>
          <p:cNvSpPr>
            <a:spLocks noGrp="1"/>
          </p:cNvSpPr>
          <p:nvPr>
            <p:ph sz="quarter" idx="11"/>
          </p:nvPr>
        </p:nvSpPr>
        <p:spPr>
          <a:xfrm>
            <a:off x="9753600" y="229666"/>
            <a:ext cx="1219200" cy="9144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pic>
        <p:nvPicPr>
          <p:cNvPr id="8" name="Picture 7" descr="A logo with text and letters&#10;&#10;AI-generated content may be incorrect.">
            <a:extLst>
              <a:ext uri="{FF2B5EF4-FFF2-40B4-BE49-F238E27FC236}">
                <a16:creationId xmlns:a16="http://schemas.microsoft.com/office/drawing/2014/main" id="{44D529ED-3FB5-9630-3C6B-E82AF835DE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6996" y="564678"/>
            <a:ext cx="2224141" cy="561391"/>
          </a:xfrm>
          <a:prstGeom prst="rect">
            <a:avLst/>
          </a:prstGeom>
        </p:spPr>
      </p:pic>
    </p:spTree>
    <p:extLst>
      <p:ext uri="{BB962C8B-B14F-4D97-AF65-F5344CB8AC3E}">
        <p14:creationId xmlns:p14="http://schemas.microsoft.com/office/powerpoint/2010/main" val="205083015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Point Text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Slide</a:t>
            </a:r>
            <a:endParaRPr lang="en-IN" dirty="0"/>
          </a:p>
        </p:txBody>
      </p:sp>
      <p:sp>
        <p:nvSpPr>
          <p:cNvPr id="11" name="Text Placeholder 10"/>
          <p:cNvSpPr>
            <a:spLocks noGrp="1"/>
          </p:cNvSpPr>
          <p:nvPr>
            <p:ph type="body" sz="quarter" idx="10" hasCustomPrompt="1"/>
          </p:nvPr>
        </p:nvSpPr>
        <p:spPr>
          <a:xfrm>
            <a:off x="55086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2" name="Text Placeholder 10"/>
          <p:cNvSpPr>
            <a:spLocks noGrp="1"/>
          </p:cNvSpPr>
          <p:nvPr>
            <p:ph type="body" sz="quarter" idx="11" hasCustomPrompt="1"/>
          </p:nvPr>
        </p:nvSpPr>
        <p:spPr>
          <a:xfrm>
            <a:off x="629073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2" name="Rectangle 1">
            <a:extLst>
              <a:ext uri="{FF2B5EF4-FFF2-40B4-BE49-F238E27FC236}">
                <a16:creationId xmlns:a16="http://schemas.microsoft.com/office/drawing/2014/main" id="{F3812ACC-BF89-B229-3F36-99A14298CB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8472140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Point Text with Sub Heading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Sub Heading Slide</a:t>
            </a:r>
            <a:endParaRPr lang="en-IN" dirty="0"/>
          </a:p>
        </p:txBody>
      </p:sp>
      <p:sp>
        <p:nvSpPr>
          <p:cNvPr id="11" name="Text Placeholder 10"/>
          <p:cNvSpPr>
            <a:spLocks noGrp="1"/>
          </p:cNvSpPr>
          <p:nvPr>
            <p:ph type="body" sz="quarter" idx="10" hasCustomPrompt="1"/>
          </p:nvPr>
        </p:nvSpPr>
        <p:spPr>
          <a:xfrm>
            <a:off x="550865" y="1933419"/>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2" name="Rectangle 1">
            <a:extLst>
              <a:ext uri="{FF2B5EF4-FFF2-40B4-BE49-F238E27FC236}">
                <a16:creationId xmlns:a16="http://schemas.microsoft.com/office/drawing/2014/main" id="{F3812ACC-BF89-B229-3F36-99A14298CB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4" name="Text Placeholder 3">
            <a:extLst>
              <a:ext uri="{FF2B5EF4-FFF2-40B4-BE49-F238E27FC236}">
                <a16:creationId xmlns:a16="http://schemas.microsoft.com/office/drawing/2014/main" id="{1F92D64C-55B2-CBB3-A7DE-2B07309137EC}"/>
              </a:ext>
            </a:extLst>
          </p:cNvPr>
          <p:cNvSpPr>
            <a:spLocks noGrp="1"/>
          </p:cNvSpPr>
          <p:nvPr>
            <p:ph type="body" sz="quarter" idx="12" hasCustomPrompt="1"/>
          </p:nvPr>
        </p:nvSpPr>
        <p:spPr>
          <a:xfrm>
            <a:off x="550863" y="162877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5" name="Text Placeholder 10">
            <a:extLst>
              <a:ext uri="{FF2B5EF4-FFF2-40B4-BE49-F238E27FC236}">
                <a16:creationId xmlns:a16="http://schemas.microsoft.com/office/drawing/2014/main" id="{966255F1-52D1-54CE-755D-CFC6DF759CE3}"/>
              </a:ext>
            </a:extLst>
          </p:cNvPr>
          <p:cNvSpPr>
            <a:spLocks noGrp="1"/>
          </p:cNvSpPr>
          <p:nvPr>
            <p:ph type="body" sz="quarter" idx="13" hasCustomPrompt="1"/>
          </p:nvPr>
        </p:nvSpPr>
        <p:spPr>
          <a:xfrm>
            <a:off x="550865" y="3670474"/>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7" name="Text Placeholder 3">
            <a:extLst>
              <a:ext uri="{FF2B5EF4-FFF2-40B4-BE49-F238E27FC236}">
                <a16:creationId xmlns:a16="http://schemas.microsoft.com/office/drawing/2014/main" id="{52922CCC-38C9-6D39-3F3F-D3B27C2934DA}"/>
              </a:ext>
            </a:extLst>
          </p:cNvPr>
          <p:cNvSpPr>
            <a:spLocks noGrp="1"/>
          </p:cNvSpPr>
          <p:nvPr>
            <p:ph type="body" sz="quarter" idx="14" hasCustomPrompt="1"/>
          </p:nvPr>
        </p:nvSpPr>
        <p:spPr>
          <a:xfrm>
            <a:off x="550863" y="3356331"/>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8" name="Text Placeholder 10">
            <a:extLst>
              <a:ext uri="{FF2B5EF4-FFF2-40B4-BE49-F238E27FC236}">
                <a16:creationId xmlns:a16="http://schemas.microsoft.com/office/drawing/2014/main" id="{4DA519D8-C0CA-9ADA-1DB8-23B22A66752A}"/>
              </a:ext>
            </a:extLst>
          </p:cNvPr>
          <p:cNvSpPr>
            <a:spLocks noGrp="1"/>
          </p:cNvSpPr>
          <p:nvPr>
            <p:ph type="body" sz="quarter" idx="15" hasCustomPrompt="1"/>
          </p:nvPr>
        </p:nvSpPr>
        <p:spPr>
          <a:xfrm>
            <a:off x="550865" y="5391700"/>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9" name="Text Placeholder 3">
            <a:extLst>
              <a:ext uri="{FF2B5EF4-FFF2-40B4-BE49-F238E27FC236}">
                <a16:creationId xmlns:a16="http://schemas.microsoft.com/office/drawing/2014/main" id="{AE6CA691-1A53-D387-5120-00CBCFD0007B}"/>
              </a:ext>
            </a:extLst>
          </p:cNvPr>
          <p:cNvSpPr>
            <a:spLocks noGrp="1"/>
          </p:cNvSpPr>
          <p:nvPr>
            <p:ph type="body" sz="quarter" idx="16" hasCustomPrompt="1"/>
          </p:nvPr>
        </p:nvSpPr>
        <p:spPr>
          <a:xfrm>
            <a:off x="550863" y="509338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0" name="Text Placeholder 10">
            <a:extLst>
              <a:ext uri="{FF2B5EF4-FFF2-40B4-BE49-F238E27FC236}">
                <a16:creationId xmlns:a16="http://schemas.microsoft.com/office/drawing/2014/main" id="{985FF374-E2AC-7BD4-6C48-8D207FC53C27}"/>
              </a:ext>
            </a:extLst>
          </p:cNvPr>
          <p:cNvSpPr>
            <a:spLocks noGrp="1"/>
          </p:cNvSpPr>
          <p:nvPr>
            <p:ph type="body" sz="quarter" idx="17" hasCustomPrompt="1"/>
          </p:nvPr>
        </p:nvSpPr>
        <p:spPr>
          <a:xfrm>
            <a:off x="6096002" y="1933418"/>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3" name="Text Placeholder 3">
            <a:extLst>
              <a:ext uri="{FF2B5EF4-FFF2-40B4-BE49-F238E27FC236}">
                <a16:creationId xmlns:a16="http://schemas.microsoft.com/office/drawing/2014/main" id="{BE85552C-1BB3-910D-8795-24E031128857}"/>
              </a:ext>
            </a:extLst>
          </p:cNvPr>
          <p:cNvSpPr>
            <a:spLocks noGrp="1"/>
          </p:cNvSpPr>
          <p:nvPr>
            <p:ph type="body" sz="quarter" idx="18" hasCustomPrompt="1"/>
          </p:nvPr>
        </p:nvSpPr>
        <p:spPr>
          <a:xfrm>
            <a:off x="6096001" y="162877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4" name="Text Placeholder 10">
            <a:extLst>
              <a:ext uri="{FF2B5EF4-FFF2-40B4-BE49-F238E27FC236}">
                <a16:creationId xmlns:a16="http://schemas.microsoft.com/office/drawing/2014/main" id="{542918D4-7483-1F6C-20D8-3143D17B5CAE}"/>
              </a:ext>
            </a:extLst>
          </p:cNvPr>
          <p:cNvSpPr>
            <a:spLocks noGrp="1"/>
          </p:cNvSpPr>
          <p:nvPr>
            <p:ph type="body" sz="quarter" idx="19" hasCustomPrompt="1"/>
          </p:nvPr>
        </p:nvSpPr>
        <p:spPr>
          <a:xfrm>
            <a:off x="6096002" y="3670473"/>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5" name="Text Placeholder 3">
            <a:extLst>
              <a:ext uri="{FF2B5EF4-FFF2-40B4-BE49-F238E27FC236}">
                <a16:creationId xmlns:a16="http://schemas.microsoft.com/office/drawing/2014/main" id="{F3F23BA8-4155-2DA2-17D0-C60546BCA796}"/>
              </a:ext>
            </a:extLst>
          </p:cNvPr>
          <p:cNvSpPr>
            <a:spLocks noGrp="1"/>
          </p:cNvSpPr>
          <p:nvPr>
            <p:ph type="body" sz="quarter" idx="20" hasCustomPrompt="1"/>
          </p:nvPr>
        </p:nvSpPr>
        <p:spPr>
          <a:xfrm>
            <a:off x="6096001" y="3356330"/>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6" name="Text Placeholder 10">
            <a:extLst>
              <a:ext uri="{FF2B5EF4-FFF2-40B4-BE49-F238E27FC236}">
                <a16:creationId xmlns:a16="http://schemas.microsoft.com/office/drawing/2014/main" id="{20BB7EEC-A61B-1321-E4C2-F47FE3E0DD61}"/>
              </a:ext>
            </a:extLst>
          </p:cNvPr>
          <p:cNvSpPr>
            <a:spLocks noGrp="1"/>
          </p:cNvSpPr>
          <p:nvPr>
            <p:ph type="body" sz="quarter" idx="21" hasCustomPrompt="1"/>
          </p:nvPr>
        </p:nvSpPr>
        <p:spPr>
          <a:xfrm>
            <a:off x="6096002" y="5391699"/>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7" name="Text Placeholder 3">
            <a:extLst>
              <a:ext uri="{FF2B5EF4-FFF2-40B4-BE49-F238E27FC236}">
                <a16:creationId xmlns:a16="http://schemas.microsoft.com/office/drawing/2014/main" id="{9388ED04-D2CA-2A91-2A8C-9D3DEA2D3031}"/>
              </a:ext>
            </a:extLst>
          </p:cNvPr>
          <p:cNvSpPr>
            <a:spLocks noGrp="1"/>
          </p:cNvSpPr>
          <p:nvPr>
            <p:ph type="body" sz="quarter" idx="22" hasCustomPrompt="1"/>
          </p:nvPr>
        </p:nvSpPr>
        <p:spPr>
          <a:xfrm>
            <a:off x="6096001" y="5093386"/>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Tree>
    <p:extLst>
      <p:ext uri="{BB962C8B-B14F-4D97-AF65-F5344CB8AC3E}">
        <p14:creationId xmlns:p14="http://schemas.microsoft.com/office/powerpoint/2010/main" val="40741014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Point Text with Object Content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Object Content Slide</a:t>
            </a:r>
            <a:endParaRPr lang="en-IN" dirty="0"/>
          </a:p>
        </p:txBody>
      </p:sp>
      <p:sp>
        <p:nvSpPr>
          <p:cNvPr id="11" name="Text Placeholder 10"/>
          <p:cNvSpPr>
            <a:spLocks noGrp="1"/>
          </p:cNvSpPr>
          <p:nvPr>
            <p:ph type="body" sz="quarter" idx="10" hasCustomPrompt="1"/>
          </p:nvPr>
        </p:nvSpPr>
        <p:spPr>
          <a:xfrm>
            <a:off x="55086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4" name="Content Placeholder 3">
            <a:extLst>
              <a:ext uri="{FF2B5EF4-FFF2-40B4-BE49-F238E27FC236}">
                <a16:creationId xmlns:a16="http://schemas.microsoft.com/office/drawing/2014/main" id="{CCA26F7D-17E4-CAEA-253D-79DBB5AE3AD0}"/>
              </a:ext>
            </a:extLst>
          </p:cNvPr>
          <p:cNvSpPr>
            <a:spLocks noGrp="1"/>
          </p:cNvSpPr>
          <p:nvPr>
            <p:ph sz="quarter" idx="12"/>
          </p:nvPr>
        </p:nvSpPr>
        <p:spPr>
          <a:xfrm>
            <a:off x="6291263" y="1803402"/>
            <a:ext cx="5349875" cy="4505325"/>
          </a:xfrm>
          <a:prstGeom prst="rect">
            <a:avLst/>
          </a:prstGeom>
        </p:spPr>
        <p:txBody>
          <a:bodyPr/>
          <a:lstStyle>
            <a:lvl1pPr>
              <a:defRPr sz="1125" b="0" i="0">
                <a:latin typeface="Adani Regular" panose="02000503000000020004" pitchFamily="2" charset="0"/>
              </a:defRPr>
            </a:lvl1pPr>
          </a:lstStyle>
          <a:p>
            <a:pPr lvl="0"/>
            <a:r>
              <a:rPr lang="en-US"/>
              <a:t>Click to edit Master text styles</a:t>
            </a:r>
          </a:p>
        </p:txBody>
      </p:sp>
      <p:sp>
        <p:nvSpPr>
          <p:cNvPr id="2" name="Rectangle 1">
            <a:extLst>
              <a:ext uri="{FF2B5EF4-FFF2-40B4-BE49-F238E27FC236}">
                <a16:creationId xmlns:a16="http://schemas.microsoft.com/office/drawing/2014/main" id="{B3E067BC-4C0C-CA2D-9C34-4F7005B0045B}"/>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2162003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Image Slide</a:t>
            </a:r>
            <a:endParaRPr lang="en-IN" dirty="0"/>
          </a:p>
        </p:txBody>
      </p:sp>
      <p:sp>
        <p:nvSpPr>
          <p:cNvPr id="8" name="Picture Placeholder 7"/>
          <p:cNvSpPr>
            <a:spLocks noGrp="1" noChangeAspect="1"/>
          </p:cNvSpPr>
          <p:nvPr>
            <p:ph type="pic" sz="quarter" idx="10" hasCustomPrompt="1"/>
          </p:nvPr>
        </p:nvSpPr>
        <p:spPr>
          <a:xfrm>
            <a:off x="550863"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9" name="Picture Placeholder 7"/>
          <p:cNvSpPr>
            <a:spLocks noGrp="1" noChangeAspect="1"/>
          </p:cNvSpPr>
          <p:nvPr>
            <p:ph type="pic" sz="quarter" idx="11" hasCustomPrompt="1"/>
          </p:nvPr>
        </p:nvSpPr>
        <p:spPr>
          <a:xfrm>
            <a:off x="550863"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0" name="Picture Placeholder 7"/>
          <p:cNvSpPr>
            <a:spLocks noGrp="1" noChangeAspect="1"/>
          </p:cNvSpPr>
          <p:nvPr>
            <p:ph type="pic" sz="quarter" idx="12" hasCustomPrompt="1"/>
          </p:nvPr>
        </p:nvSpPr>
        <p:spPr>
          <a:xfrm>
            <a:off x="4656000"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1" name="Picture Placeholder 7"/>
          <p:cNvSpPr>
            <a:spLocks noGrp="1" noChangeAspect="1"/>
          </p:cNvSpPr>
          <p:nvPr>
            <p:ph type="pic" sz="quarter" idx="13" hasCustomPrompt="1"/>
          </p:nvPr>
        </p:nvSpPr>
        <p:spPr>
          <a:xfrm>
            <a:off x="4656000"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2" name="Picture Placeholder 7"/>
          <p:cNvSpPr>
            <a:spLocks noGrp="1" noChangeAspect="1"/>
          </p:cNvSpPr>
          <p:nvPr>
            <p:ph type="pic" sz="quarter" idx="14" hasCustomPrompt="1"/>
          </p:nvPr>
        </p:nvSpPr>
        <p:spPr>
          <a:xfrm>
            <a:off x="8761139"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3" name="Picture Placeholder 7"/>
          <p:cNvSpPr>
            <a:spLocks noGrp="1" noChangeAspect="1"/>
          </p:cNvSpPr>
          <p:nvPr>
            <p:ph type="pic" sz="quarter" idx="15" hasCustomPrompt="1"/>
          </p:nvPr>
        </p:nvSpPr>
        <p:spPr>
          <a:xfrm>
            <a:off x="8761139"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2" name="Rectangle 1">
            <a:extLst>
              <a:ext uri="{FF2B5EF4-FFF2-40B4-BE49-F238E27FC236}">
                <a16:creationId xmlns:a16="http://schemas.microsoft.com/office/drawing/2014/main" id="{2E65730C-DB3E-592A-380D-76BFC4FD85F2}"/>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272091413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Point Text with Image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16ACF48-CE40-757F-4D6D-168559CE0B1D}"/>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Image Slide</a:t>
            </a:r>
            <a:endParaRPr lang="en-IN" dirty="0"/>
          </a:p>
        </p:txBody>
      </p:sp>
      <p:sp>
        <p:nvSpPr>
          <p:cNvPr id="4" name="Rectangle 3">
            <a:extLst>
              <a:ext uri="{FF2B5EF4-FFF2-40B4-BE49-F238E27FC236}">
                <a16:creationId xmlns:a16="http://schemas.microsoft.com/office/drawing/2014/main" id="{A18A58D0-06D6-3C5D-DA04-19B017C81A0E}"/>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5" name="Picture Placeholder 7">
            <a:extLst>
              <a:ext uri="{FF2B5EF4-FFF2-40B4-BE49-F238E27FC236}">
                <a16:creationId xmlns:a16="http://schemas.microsoft.com/office/drawing/2014/main" id="{01586936-E68E-FB4E-0CE4-E4F1C31864BF}"/>
              </a:ext>
            </a:extLst>
          </p:cNvPr>
          <p:cNvSpPr>
            <a:spLocks noGrp="1" noChangeAspect="1"/>
          </p:cNvSpPr>
          <p:nvPr>
            <p:ph type="pic" sz="quarter" idx="10" hasCustomPrompt="1"/>
          </p:nvPr>
        </p:nvSpPr>
        <p:spPr>
          <a:xfrm>
            <a:off x="550863" y="1633862"/>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8" name="Text Placeholder 10">
            <a:extLst>
              <a:ext uri="{FF2B5EF4-FFF2-40B4-BE49-F238E27FC236}">
                <a16:creationId xmlns:a16="http://schemas.microsoft.com/office/drawing/2014/main" id="{AA6CFDF7-0E3D-3B4B-7D0C-AEC784ABC70D}"/>
              </a:ext>
            </a:extLst>
          </p:cNvPr>
          <p:cNvSpPr>
            <a:spLocks noGrp="1"/>
          </p:cNvSpPr>
          <p:nvPr>
            <p:ph type="body" sz="quarter" idx="13" hasCustomPrompt="1"/>
          </p:nvPr>
        </p:nvSpPr>
        <p:spPr>
          <a:xfrm>
            <a:off x="3844079" y="1633862"/>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3" name="Picture Placeholder 7">
            <a:extLst>
              <a:ext uri="{FF2B5EF4-FFF2-40B4-BE49-F238E27FC236}">
                <a16:creationId xmlns:a16="http://schemas.microsoft.com/office/drawing/2014/main" id="{1CC34C73-514D-4585-FF6B-61FA281C1F32}"/>
              </a:ext>
            </a:extLst>
          </p:cNvPr>
          <p:cNvSpPr>
            <a:spLocks noGrp="1" noChangeAspect="1"/>
          </p:cNvSpPr>
          <p:nvPr>
            <p:ph type="pic" sz="quarter" idx="14" hasCustomPrompt="1"/>
          </p:nvPr>
        </p:nvSpPr>
        <p:spPr>
          <a:xfrm>
            <a:off x="550863" y="3251619"/>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4" name="Text Placeholder 10">
            <a:extLst>
              <a:ext uri="{FF2B5EF4-FFF2-40B4-BE49-F238E27FC236}">
                <a16:creationId xmlns:a16="http://schemas.microsoft.com/office/drawing/2014/main" id="{421370AC-BC00-92E4-20FF-651619BB51BF}"/>
              </a:ext>
            </a:extLst>
          </p:cNvPr>
          <p:cNvSpPr>
            <a:spLocks noGrp="1"/>
          </p:cNvSpPr>
          <p:nvPr>
            <p:ph type="body" sz="quarter" idx="15" hasCustomPrompt="1"/>
          </p:nvPr>
        </p:nvSpPr>
        <p:spPr>
          <a:xfrm>
            <a:off x="3844079" y="3251619"/>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5" name="Picture Placeholder 7">
            <a:extLst>
              <a:ext uri="{FF2B5EF4-FFF2-40B4-BE49-F238E27FC236}">
                <a16:creationId xmlns:a16="http://schemas.microsoft.com/office/drawing/2014/main" id="{D0E9B7EE-9335-DAB3-7338-DC0FED8E1B05}"/>
              </a:ext>
            </a:extLst>
          </p:cNvPr>
          <p:cNvSpPr>
            <a:spLocks noGrp="1" noChangeAspect="1"/>
          </p:cNvSpPr>
          <p:nvPr>
            <p:ph type="pic" sz="quarter" idx="16" hasCustomPrompt="1"/>
          </p:nvPr>
        </p:nvSpPr>
        <p:spPr>
          <a:xfrm>
            <a:off x="550864" y="4869378"/>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6" name="Text Placeholder 10">
            <a:extLst>
              <a:ext uri="{FF2B5EF4-FFF2-40B4-BE49-F238E27FC236}">
                <a16:creationId xmlns:a16="http://schemas.microsoft.com/office/drawing/2014/main" id="{E866D697-0385-E970-DF76-F3A17287CAC9}"/>
              </a:ext>
            </a:extLst>
          </p:cNvPr>
          <p:cNvSpPr>
            <a:spLocks noGrp="1"/>
          </p:cNvSpPr>
          <p:nvPr>
            <p:ph type="body" sz="quarter" idx="17" hasCustomPrompt="1"/>
          </p:nvPr>
        </p:nvSpPr>
        <p:spPr>
          <a:xfrm>
            <a:off x="3844080" y="4869378"/>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Tree>
    <p:extLst>
      <p:ext uri="{BB962C8B-B14F-4D97-AF65-F5344CB8AC3E}">
        <p14:creationId xmlns:p14="http://schemas.microsoft.com/office/powerpoint/2010/main" val="118348801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Outline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Outline Slide</a:t>
            </a:r>
            <a:endParaRPr lang="en-IN" dirty="0"/>
          </a:p>
        </p:txBody>
      </p:sp>
      <p:sp>
        <p:nvSpPr>
          <p:cNvPr id="2" name="Rectangle 1">
            <a:extLst>
              <a:ext uri="{FF2B5EF4-FFF2-40B4-BE49-F238E27FC236}">
                <a16:creationId xmlns:a16="http://schemas.microsoft.com/office/drawing/2014/main" id="{3087025A-88BE-FB82-35D8-1944338EDC94}"/>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992945069"/>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Video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chemeClr val="tx1"/>
                </a:solidFill>
                <a:latin typeface="Adani Regular" panose="02000503000000020004" pitchFamily="2" charset="0"/>
                <a:cs typeface="Arial" panose="020B0604020202020204" pitchFamily="34" charset="0"/>
              </a:defRPr>
            </a:lvl1pPr>
          </a:lstStyle>
          <a:p>
            <a:r>
              <a:rPr lang="en-US" dirty="0"/>
              <a:t>Video Slide</a:t>
            </a:r>
            <a:endParaRPr lang="en-IN" dirty="0"/>
          </a:p>
        </p:txBody>
      </p:sp>
      <p:sp>
        <p:nvSpPr>
          <p:cNvPr id="5" name="Rectangle 4">
            <a:extLst>
              <a:ext uri="{FF2B5EF4-FFF2-40B4-BE49-F238E27FC236}">
                <a16:creationId xmlns:a16="http://schemas.microsoft.com/office/drawing/2014/main" id="{EDEF9227-6F58-B7C1-857A-676EAB62456D}"/>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pic>
        <p:nvPicPr>
          <p:cNvPr id="3" name="Picture 2" descr="Logo&#10;&#10;Description automatically generated with low confidence">
            <a:extLst>
              <a:ext uri="{FF2B5EF4-FFF2-40B4-BE49-F238E27FC236}">
                <a16:creationId xmlns:a16="http://schemas.microsoft.com/office/drawing/2014/main" id="{20F692E4-9C7D-6D85-46D1-218CC0B47D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2000" y="0"/>
            <a:ext cx="1440000" cy="1152000"/>
          </a:xfrm>
          <a:prstGeom prst="rect">
            <a:avLst/>
          </a:prstGeom>
        </p:spPr>
      </p:pic>
    </p:spTree>
    <p:extLst>
      <p:ext uri="{BB962C8B-B14F-4D97-AF65-F5344CB8AC3E}">
        <p14:creationId xmlns:p14="http://schemas.microsoft.com/office/powerpoint/2010/main" val="3276433092"/>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Reference_1">
    <p:spTree>
      <p:nvGrpSpPr>
        <p:cNvPr id="1" name=""/>
        <p:cNvGrpSpPr/>
        <p:nvPr/>
      </p:nvGrpSpPr>
      <p:grpSpPr>
        <a:xfrm>
          <a:off x="0" y="0"/>
          <a:ext cx="0" cy="0"/>
          <a:chOff x="0" y="0"/>
          <a:chExt cx="0" cy="0"/>
        </a:xfrm>
      </p:grpSpPr>
      <p:graphicFrame>
        <p:nvGraphicFramePr>
          <p:cNvPr id="13" name="Chart 12"/>
          <p:cNvGraphicFramePr/>
          <p:nvPr>
            <p:extLst>
              <p:ext uri="{D42A27DB-BD31-4B8C-83A1-F6EECF244321}">
                <p14:modId xmlns:p14="http://schemas.microsoft.com/office/powerpoint/2010/main" val="3681864551"/>
              </p:ext>
            </p:extLst>
          </p:nvPr>
        </p:nvGraphicFramePr>
        <p:xfrm>
          <a:off x="550864" y="1562102"/>
          <a:ext cx="5545136" cy="47466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p:cNvGraphicFramePr/>
          <p:nvPr>
            <p:extLst>
              <p:ext uri="{D42A27DB-BD31-4B8C-83A1-F6EECF244321}">
                <p14:modId xmlns:p14="http://schemas.microsoft.com/office/powerpoint/2010/main" val="1920275063"/>
              </p:ext>
            </p:extLst>
          </p:nvPr>
        </p:nvGraphicFramePr>
        <p:xfrm>
          <a:off x="6096000" y="1562102"/>
          <a:ext cx="5545139" cy="4746625"/>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8AB2EBCC-6697-C276-77D6-A265C4ED2830}"/>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5" name="Rectangle 4">
            <a:extLst>
              <a:ext uri="{FF2B5EF4-FFF2-40B4-BE49-F238E27FC236}">
                <a16:creationId xmlns:a16="http://schemas.microsoft.com/office/drawing/2014/main" id="{1ABC97F4-9D87-78D1-F4B7-DB19BDD9EF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4" name="Title 3">
            <a:extLst>
              <a:ext uri="{FF2B5EF4-FFF2-40B4-BE49-F238E27FC236}">
                <a16:creationId xmlns:a16="http://schemas.microsoft.com/office/drawing/2014/main" id="{92C6F67A-111F-F5AD-22DB-594DCF52CDCC}"/>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9" name="Text Placeholder 8">
            <a:extLst>
              <a:ext uri="{FF2B5EF4-FFF2-40B4-BE49-F238E27FC236}">
                <a16:creationId xmlns:a16="http://schemas.microsoft.com/office/drawing/2014/main" id="{96B4F3E5-4DAA-AE4E-7D07-E937576B794F}"/>
              </a:ext>
            </a:extLst>
          </p:cNvPr>
          <p:cNvSpPr>
            <a:spLocks noGrp="1"/>
          </p:cNvSpPr>
          <p:nvPr>
            <p:ph type="body" sz="quarter" idx="10" hasCustomPrompt="1"/>
          </p:nvPr>
        </p:nvSpPr>
        <p:spPr>
          <a:xfrm>
            <a:off x="4876800" y="6629400"/>
            <a:ext cx="2438400" cy="228600"/>
          </a:xfrm>
          <a:prstGeom prst="rect">
            <a:avLst/>
          </a:prstGeom>
        </p:spPr>
        <p:txBody>
          <a:bodyPr/>
          <a:lstStyle>
            <a:lvl1pPr marL="0" indent="0" algn="ctr">
              <a:buNone/>
              <a:defRPr sz="800"/>
            </a:lvl1pPr>
            <a:lvl2pPr marL="342900" indent="0">
              <a:buNone/>
              <a:defRPr/>
            </a:lvl2pPr>
            <a:lvl3pPr marL="685800" indent="0">
              <a:buNone/>
              <a:defRPr/>
            </a:lvl3pPr>
            <a:lvl4pPr marL="1028700" indent="0">
              <a:buNone/>
              <a:defRPr/>
            </a:lvl4pPr>
            <a:lvl5pPr marL="1371600" indent="0">
              <a:buNone/>
              <a:defRPr/>
            </a:lvl5pPr>
          </a:lstStyle>
          <a:p>
            <a:pPr lvl="0"/>
            <a:r>
              <a:rPr lang="en-US" dirty="0"/>
              <a:t>www.adaniuni.ac.in</a:t>
            </a:r>
          </a:p>
        </p:txBody>
      </p:sp>
    </p:spTree>
    <p:extLst>
      <p:ext uri="{BB962C8B-B14F-4D97-AF65-F5344CB8AC3E}">
        <p14:creationId xmlns:p14="http://schemas.microsoft.com/office/powerpoint/2010/main" val="237025370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Reference_2">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Chart Examples Slide</a:t>
            </a:r>
            <a:endParaRPr lang="en-IN" dirty="0"/>
          </a:p>
        </p:txBody>
      </p:sp>
      <p:graphicFrame>
        <p:nvGraphicFramePr>
          <p:cNvPr id="13" name="Chart 12"/>
          <p:cNvGraphicFramePr/>
          <p:nvPr>
            <p:extLst>
              <p:ext uri="{D42A27DB-BD31-4B8C-83A1-F6EECF244321}">
                <p14:modId xmlns:p14="http://schemas.microsoft.com/office/powerpoint/2010/main" val="1410898327"/>
              </p:ext>
            </p:extLst>
          </p:nvPr>
        </p:nvGraphicFramePr>
        <p:xfrm>
          <a:off x="550864" y="1562102"/>
          <a:ext cx="5545136" cy="4746625"/>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cx1="http://schemas.microsoft.com/office/drawing/2015/9/8/chartex">
        <mc:Choice Requires="cx1">
          <p:graphicFrame>
            <p:nvGraphicFramePr>
              <p:cNvPr id="14" name="Chart 13"/>
              <p:cNvGraphicFramePr/>
              <p:nvPr>
                <p:extLst>
                  <p:ext uri="{D42A27DB-BD31-4B8C-83A1-F6EECF244321}">
                    <p14:modId xmlns:p14="http://schemas.microsoft.com/office/powerpoint/2010/main" val="1122540892"/>
                  </p:ext>
                </p:extLst>
              </p:nvPr>
            </p:nvGraphicFramePr>
            <p:xfrm>
              <a:off x="6096000" y="1562102"/>
              <a:ext cx="5545139" cy="4746625"/>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4" name="Chart 13"/>
              <p:cNvPicPr>
                <a:picLocks noGrp="1" noRot="1" noChangeAspect="1" noMove="1" noResize="1" noEditPoints="1" noAdjustHandles="1" noChangeArrowheads="1" noChangeShapeType="1"/>
              </p:cNvPicPr>
              <p:nvPr/>
            </p:nvPicPr>
            <p:blipFill>
              <a:blip r:embed="rId4"/>
              <a:stretch>
                <a:fillRect/>
              </a:stretch>
            </p:blipFill>
            <p:spPr>
              <a:xfrm>
                <a:off x="6096000" y="1562102"/>
                <a:ext cx="5545139" cy="4746625"/>
              </a:xfrm>
              <a:prstGeom prst="rect">
                <a:avLst/>
              </a:prstGeom>
            </p:spPr>
          </p:pic>
        </mc:Fallback>
      </mc:AlternateContent>
      <p:sp>
        <p:nvSpPr>
          <p:cNvPr id="2" name="TextBox 1">
            <a:extLst>
              <a:ext uri="{FF2B5EF4-FFF2-40B4-BE49-F238E27FC236}">
                <a16:creationId xmlns:a16="http://schemas.microsoft.com/office/drawing/2014/main" id="{465875AA-C8C6-834F-A67C-B83FFBB2EF4D}"/>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4" name="Rectangle 3">
            <a:extLst>
              <a:ext uri="{FF2B5EF4-FFF2-40B4-BE49-F238E27FC236}">
                <a16:creationId xmlns:a16="http://schemas.microsoft.com/office/drawing/2014/main" id="{D5E7CED3-694A-364B-C08E-7713F2E55CA2}"/>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862656430"/>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Reference_3">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Table Examples Slide</a:t>
            </a:r>
            <a:endParaRPr lang="en-IN" dirty="0"/>
          </a:p>
        </p:txBody>
      </p:sp>
      <p:graphicFrame>
        <p:nvGraphicFramePr>
          <p:cNvPr id="15" name="Table 14"/>
          <p:cNvGraphicFramePr>
            <a:graphicFrameLocks noGrp="1"/>
          </p:cNvGraphicFramePr>
          <p:nvPr>
            <p:extLst>
              <p:ext uri="{D42A27DB-BD31-4B8C-83A1-F6EECF244321}">
                <p14:modId xmlns:p14="http://schemas.microsoft.com/office/powerpoint/2010/main" val="2668035954"/>
              </p:ext>
            </p:extLst>
          </p:nvPr>
        </p:nvGraphicFramePr>
        <p:xfrm>
          <a:off x="550863" y="1628775"/>
          <a:ext cx="11090275" cy="4679956"/>
        </p:xfrm>
        <a:graphic>
          <a:graphicData uri="http://schemas.openxmlformats.org/drawingml/2006/table">
            <a:tbl>
              <a:tblPr firstRow="1" bandRow="1">
                <a:tableStyleId>{5C22544A-7EE6-4342-B048-85BDC9FD1C3A}</a:tableStyleId>
              </a:tblPr>
              <a:tblGrid>
                <a:gridCol w="2218055">
                  <a:extLst>
                    <a:ext uri="{9D8B030D-6E8A-4147-A177-3AD203B41FA5}">
                      <a16:colId xmlns:a16="http://schemas.microsoft.com/office/drawing/2014/main" val="760433182"/>
                    </a:ext>
                  </a:extLst>
                </a:gridCol>
                <a:gridCol w="2218055">
                  <a:extLst>
                    <a:ext uri="{9D8B030D-6E8A-4147-A177-3AD203B41FA5}">
                      <a16:colId xmlns:a16="http://schemas.microsoft.com/office/drawing/2014/main" val="464844037"/>
                    </a:ext>
                  </a:extLst>
                </a:gridCol>
                <a:gridCol w="2218055">
                  <a:extLst>
                    <a:ext uri="{9D8B030D-6E8A-4147-A177-3AD203B41FA5}">
                      <a16:colId xmlns:a16="http://schemas.microsoft.com/office/drawing/2014/main" val="2292404349"/>
                    </a:ext>
                  </a:extLst>
                </a:gridCol>
                <a:gridCol w="2218055">
                  <a:extLst>
                    <a:ext uri="{9D8B030D-6E8A-4147-A177-3AD203B41FA5}">
                      <a16:colId xmlns:a16="http://schemas.microsoft.com/office/drawing/2014/main" val="3466406743"/>
                    </a:ext>
                  </a:extLst>
                </a:gridCol>
                <a:gridCol w="2218055">
                  <a:extLst>
                    <a:ext uri="{9D8B030D-6E8A-4147-A177-3AD203B41FA5}">
                      <a16:colId xmlns:a16="http://schemas.microsoft.com/office/drawing/2014/main" val="286127728"/>
                    </a:ext>
                  </a:extLst>
                </a:gridCol>
              </a:tblGrid>
              <a:tr h="330906">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extLst>
                  <a:ext uri="{0D108BD9-81ED-4DB2-BD59-A6C34878D82A}">
                    <a16:rowId xmlns:a16="http://schemas.microsoft.com/office/drawing/2014/main" val="3547812584"/>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42079725"/>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3270537555"/>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213147632"/>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539914641"/>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63643327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429135154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458342449"/>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11899060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527524379"/>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1039495270"/>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909696600"/>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828806302"/>
                  </a:ext>
                </a:extLst>
              </a:tr>
              <a:tr h="378178">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1762766552"/>
                  </a:ext>
                </a:extLst>
              </a:tr>
            </a:tbl>
          </a:graphicData>
        </a:graphic>
      </p:graphicFrame>
      <p:sp>
        <p:nvSpPr>
          <p:cNvPr id="2" name="TextBox 1">
            <a:extLst>
              <a:ext uri="{FF2B5EF4-FFF2-40B4-BE49-F238E27FC236}">
                <a16:creationId xmlns:a16="http://schemas.microsoft.com/office/drawing/2014/main" id="{C0D82470-48EE-B6F0-3F37-324BDFD128E3}"/>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3" name="Rectangle 2">
            <a:extLst>
              <a:ext uri="{FF2B5EF4-FFF2-40B4-BE49-F238E27FC236}">
                <a16:creationId xmlns:a16="http://schemas.microsoft.com/office/drawing/2014/main" id="{B3201B78-A60B-51FD-9B73-85EB4A9ADE69}"/>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28684297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Reference_4">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Icon Examples Slide</a:t>
            </a:r>
            <a:endParaRPr lang="en-IN" dirty="0"/>
          </a:p>
        </p:txBody>
      </p:sp>
      <p:pic>
        <p:nvPicPr>
          <p:cNvPr id="18" name="Graphic 17" descr="Lights On with solid fill">
            <a:extLst>
              <a:ext uri="{FF2B5EF4-FFF2-40B4-BE49-F238E27FC236}">
                <a16:creationId xmlns:a16="http://schemas.microsoft.com/office/drawing/2014/main" id="{88325546-6B41-345F-0763-15FFF0F4378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38800" y="2971800"/>
            <a:ext cx="914400" cy="914400"/>
          </a:xfrm>
          <a:prstGeom prst="rect">
            <a:avLst/>
          </a:prstGeom>
        </p:spPr>
      </p:pic>
      <p:pic>
        <p:nvPicPr>
          <p:cNvPr id="20" name="Graphic 19" descr="Good Idea with solid fill">
            <a:extLst>
              <a:ext uri="{FF2B5EF4-FFF2-40B4-BE49-F238E27FC236}">
                <a16:creationId xmlns:a16="http://schemas.microsoft.com/office/drawing/2014/main" id="{04F3672C-E6DA-D99D-27D9-7EEF24EA212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0575" y="2971800"/>
            <a:ext cx="914400" cy="914400"/>
          </a:xfrm>
          <a:prstGeom prst="rect">
            <a:avLst/>
          </a:prstGeom>
        </p:spPr>
      </p:pic>
      <p:pic>
        <p:nvPicPr>
          <p:cNvPr id="22" name="Graphic 21" descr="Group brainstorm outline">
            <a:extLst>
              <a:ext uri="{FF2B5EF4-FFF2-40B4-BE49-F238E27FC236}">
                <a16:creationId xmlns:a16="http://schemas.microsoft.com/office/drawing/2014/main" id="{2DE071CA-39F3-EB9D-1CBB-AE5706D8FA8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69687" y="3019272"/>
            <a:ext cx="914400" cy="914400"/>
          </a:xfrm>
          <a:prstGeom prst="rect">
            <a:avLst/>
          </a:prstGeom>
        </p:spPr>
      </p:pic>
      <p:pic>
        <p:nvPicPr>
          <p:cNvPr id="24" name="Graphic 23" descr="Right Brain with solid fill">
            <a:extLst>
              <a:ext uri="{FF2B5EF4-FFF2-40B4-BE49-F238E27FC236}">
                <a16:creationId xmlns:a16="http://schemas.microsoft.com/office/drawing/2014/main" id="{E94A7687-3463-0FBD-4A21-AE4EB35C690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77025" y="2971800"/>
            <a:ext cx="914400" cy="914400"/>
          </a:xfrm>
          <a:prstGeom prst="rect">
            <a:avLst/>
          </a:prstGeom>
        </p:spPr>
      </p:pic>
      <p:pic>
        <p:nvPicPr>
          <p:cNvPr id="26" name="Graphic 25" descr="Meeting with solid fill">
            <a:extLst>
              <a:ext uri="{FF2B5EF4-FFF2-40B4-BE49-F238E27FC236}">
                <a16:creationId xmlns:a16="http://schemas.microsoft.com/office/drawing/2014/main" id="{522B4FCE-49F7-2FB8-1097-A9F6752A5D3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07913" y="3019272"/>
            <a:ext cx="914400" cy="914400"/>
          </a:xfrm>
          <a:prstGeom prst="rect">
            <a:avLst/>
          </a:prstGeom>
        </p:spPr>
      </p:pic>
      <p:sp>
        <p:nvSpPr>
          <p:cNvPr id="27" name="TextBox 26">
            <a:extLst>
              <a:ext uri="{FF2B5EF4-FFF2-40B4-BE49-F238E27FC236}">
                <a16:creationId xmlns:a16="http://schemas.microsoft.com/office/drawing/2014/main" id="{50446BF0-D54C-843B-2911-E657D3BC2D4D}"/>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2" name="Rectangle 1">
            <a:extLst>
              <a:ext uri="{FF2B5EF4-FFF2-40B4-BE49-F238E27FC236}">
                <a16:creationId xmlns:a16="http://schemas.microsoft.com/office/drawing/2014/main" id="{90187AF8-5A86-6C78-4BFB-DD6D7582AF17}"/>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097415516"/>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3505" y="770467"/>
            <a:ext cx="10782300" cy="3352800"/>
          </a:xfrm>
        </p:spPr>
        <p:txBody>
          <a:bodyPr anchor="b">
            <a:noAutofit/>
          </a:bodyPr>
          <a:lstStyle>
            <a:lvl1pPr algn="l">
              <a:lnSpc>
                <a:spcPct val="80000"/>
              </a:lnSpc>
              <a:defRPr sz="80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3" y="4198409"/>
            <a:ext cx="9228201" cy="1645920"/>
          </a:xfrm>
        </p:spPr>
        <p:txBody>
          <a:bodyPr>
            <a:normAutofit/>
          </a:bodyPr>
          <a:lstStyle>
            <a:lvl1pPr marL="0" indent="0" algn="l">
              <a:buNone/>
              <a:defRPr sz="28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75000"/>
                  </a:srgbClr>
                </a:solidFill>
              </a:defRPr>
            </a:lvl1pPr>
          </a:lstStyle>
          <a:p>
            <a:endParaRPr lang="en-US" dirty="0"/>
          </a:p>
        </p:txBody>
      </p:sp>
      <p:sp>
        <p:nvSpPr>
          <p:cNvPr id="8" name="Footer Placeholder 7"/>
          <p:cNvSpPr>
            <a:spLocks noGrp="1"/>
          </p:cNvSpPr>
          <p:nvPr>
            <p:ph type="ftr" sz="quarter" idx="11"/>
          </p:nvPr>
        </p:nvSpPr>
        <p:spPr/>
        <p:txBody>
          <a:bodyPr/>
          <a:lstStyle>
            <a:lvl1pPr>
              <a:defRPr>
                <a:solidFill>
                  <a:srgbClr val="FFFFFF">
                    <a:alpha val="75000"/>
                  </a:srgbClr>
                </a:solidFill>
              </a:defRPr>
            </a:lvl1pPr>
          </a:lstStyle>
          <a:p>
            <a:r>
              <a:rPr lang="en-US"/>
              <a:t>www.adaniuni.ac.in</a:t>
            </a:r>
            <a:endParaRPr lang="en-US" dirty="0"/>
          </a:p>
        </p:txBody>
      </p:sp>
      <p:sp>
        <p:nvSpPr>
          <p:cNvPr id="9" name="Slide Number Placeholder 8"/>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smtClean="0"/>
              <a:pPr/>
              <a:t>‹#›</a:t>
            </a:fld>
            <a:endParaRPr lang="en-US" dirty="0"/>
          </a:p>
        </p:txBody>
      </p:sp>
      <p:pic>
        <p:nvPicPr>
          <p:cNvPr id="10" name="Picture 9" descr="A logo with text and letters&#10;&#10;AI-generated content may be incorrect.">
            <a:extLst>
              <a:ext uri="{FF2B5EF4-FFF2-40B4-BE49-F238E27FC236}">
                <a16:creationId xmlns:a16="http://schemas.microsoft.com/office/drawing/2014/main" id="{32A431A8-E226-BF17-59B3-6B7211B58E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11480" y="228600"/>
            <a:ext cx="2838080" cy="716354"/>
          </a:xfrm>
          <a:prstGeom prst="rect">
            <a:avLst/>
          </a:prstGeom>
        </p:spPr>
      </p:pic>
    </p:spTree>
    <p:extLst>
      <p:ext uri="{BB962C8B-B14F-4D97-AF65-F5344CB8AC3E}">
        <p14:creationId xmlns:p14="http://schemas.microsoft.com/office/powerpoint/2010/main" val="25558143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5pPr marL="1371600" indent="0">
              <a:buNone/>
              <a:defRPr/>
            </a:lvl5pPr>
          </a:lstStyle>
          <a:p>
            <a:pPr lvl="0"/>
            <a:r>
              <a:rPr lang="en-US"/>
              <a:t>Click to edit Master text styles</a:t>
            </a:r>
          </a:p>
        </p:txBody>
      </p:sp>
      <p:pic>
        <p:nvPicPr>
          <p:cNvPr id="8" name="Picture 7" descr="A logo with text and letters&#10;&#10;AI-generated content may be incorrect.">
            <a:extLst>
              <a:ext uri="{FF2B5EF4-FFF2-40B4-BE49-F238E27FC236}">
                <a16:creationId xmlns:a16="http://schemas.microsoft.com/office/drawing/2014/main" id="{4E71ACBB-47D9-1085-15DE-EDD896C1EA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11480" y="228600"/>
            <a:ext cx="2838080" cy="716354"/>
          </a:xfrm>
          <a:prstGeom prst="rect">
            <a:avLst/>
          </a:prstGeom>
        </p:spPr>
      </p:pic>
      <p:sp>
        <p:nvSpPr>
          <p:cNvPr id="12" name="Title 11">
            <a:extLst>
              <a:ext uri="{FF2B5EF4-FFF2-40B4-BE49-F238E27FC236}">
                <a16:creationId xmlns:a16="http://schemas.microsoft.com/office/drawing/2014/main" id="{0B5C42D7-3AFB-0805-C59E-0BBF542AB548}"/>
              </a:ext>
            </a:extLst>
          </p:cNvPr>
          <p:cNvSpPr>
            <a:spLocks noGrp="1"/>
          </p:cNvSpPr>
          <p:nvPr>
            <p:ph type="title"/>
          </p:nvPr>
        </p:nvSpPr>
        <p:spPr>
          <a:xfrm>
            <a:off x="838200" y="365126"/>
            <a:ext cx="10947400" cy="716354"/>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6136888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8480E-65E8-712F-8BED-7D11F1501C73}"/>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dirty="0"/>
          </a:p>
        </p:txBody>
      </p:sp>
    </p:spTree>
    <p:extLst>
      <p:ext uri="{BB962C8B-B14F-4D97-AF65-F5344CB8AC3E}">
        <p14:creationId xmlns:p14="http://schemas.microsoft.com/office/powerpoint/2010/main" val="155774064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14" y="0"/>
            <a:ext cx="12191948" cy="6858000"/>
            <a:chOff x="-11" y="0"/>
            <a:chExt cx="9143961" cy="5143500"/>
          </a:xfrm>
        </p:grpSpPr>
        <p:sp>
          <p:nvSpPr>
            <p:cNvPr id="10" name="Google Shape;10;p2"/>
            <p:cNvSpPr/>
            <p:nvPr/>
          </p:nvSpPr>
          <p:spPr>
            <a:xfrm>
              <a:off x="7854550" y="202020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 name="Google Shape;11;p2"/>
            <p:cNvSpPr/>
            <p:nvPr/>
          </p:nvSpPr>
          <p:spPr>
            <a:xfrm>
              <a:off x="6780400" y="1853711"/>
              <a:ext cx="2010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 name="Google Shape;12;p2"/>
            <p:cNvSpPr/>
            <p:nvPr/>
          </p:nvSpPr>
          <p:spPr>
            <a:xfrm>
              <a:off x="8325550" y="1608144"/>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 name="Google Shape;13;p2"/>
            <p:cNvSpPr/>
            <p:nvPr/>
          </p:nvSpPr>
          <p:spPr>
            <a:xfrm>
              <a:off x="8064500" y="2099322"/>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 name="Google Shape;14;p2"/>
            <p:cNvSpPr/>
            <p:nvPr/>
          </p:nvSpPr>
          <p:spPr>
            <a:xfrm>
              <a:off x="0" y="0"/>
              <a:ext cx="352500" cy="1976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 name="Google Shape;15;p2"/>
            <p:cNvSpPr/>
            <p:nvPr/>
          </p:nvSpPr>
          <p:spPr>
            <a:xfrm rot="10800000">
              <a:off x="352600" y="4409825"/>
              <a:ext cx="1889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 name="Google Shape;16;p2"/>
            <p:cNvSpPr/>
            <p:nvPr/>
          </p:nvSpPr>
          <p:spPr>
            <a:xfrm rot="10800000">
              <a:off x="-11" y="4655393"/>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7" name="Google Shape;17;p2"/>
          <p:cNvSpPr txBox="1">
            <a:spLocks noGrp="1"/>
          </p:cNvSpPr>
          <p:nvPr>
            <p:ph type="ctrTitle"/>
          </p:nvPr>
        </p:nvSpPr>
        <p:spPr>
          <a:xfrm>
            <a:off x="1205833" y="1448733"/>
            <a:ext cx="7418800" cy="33324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4500" b="0">
                <a:latin typeface="Inter ExtraBold"/>
                <a:ea typeface="Inter ExtraBold"/>
                <a:cs typeface="Inter ExtraBold"/>
                <a:sym typeface="Inter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8" name="Google Shape;18;p2"/>
          <p:cNvSpPr txBox="1">
            <a:spLocks noGrp="1"/>
          </p:cNvSpPr>
          <p:nvPr>
            <p:ph type="subTitle" idx="1"/>
          </p:nvPr>
        </p:nvSpPr>
        <p:spPr>
          <a:xfrm>
            <a:off x="1205833" y="4665833"/>
            <a:ext cx="7418800" cy="696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None/>
              <a:defRPr sz="1800">
                <a:latin typeface="Inter"/>
                <a:ea typeface="Inter"/>
                <a:cs typeface="Inter"/>
                <a:sym typeface="Inter"/>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1263962939"/>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
        <p:cNvGrpSpPr/>
        <p:nvPr/>
      </p:nvGrpSpPr>
      <p:grpSpPr>
        <a:xfrm>
          <a:off x="0" y="0"/>
          <a:ext cx="0" cy="0"/>
          <a:chOff x="0" y="0"/>
          <a:chExt cx="0" cy="0"/>
        </a:xfrm>
      </p:grpSpPr>
      <p:grpSp>
        <p:nvGrpSpPr>
          <p:cNvPr id="20" name="Google Shape;20;p3"/>
          <p:cNvGrpSpPr/>
          <p:nvPr/>
        </p:nvGrpSpPr>
        <p:grpSpPr>
          <a:xfrm>
            <a:off x="0" y="-3299"/>
            <a:ext cx="10813867" cy="6861300"/>
            <a:chOff x="0" y="-2475"/>
            <a:chExt cx="8110400" cy="5145975"/>
          </a:xfrm>
        </p:grpSpPr>
        <p:sp>
          <p:nvSpPr>
            <p:cNvPr id="21" name="Google Shape;21;p3"/>
            <p:cNvSpPr/>
            <p:nvPr/>
          </p:nvSpPr>
          <p:spPr>
            <a:xfrm>
              <a:off x="6821000" y="202020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 name="Google Shape;22;p3"/>
            <p:cNvSpPr/>
            <p:nvPr/>
          </p:nvSpPr>
          <p:spPr>
            <a:xfrm rot="10800000">
              <a:off x="0" y="-2475"/>
              <a:ext cx="565200" cy="539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 name="Google Shape;23;p3"/>
            <p:cNvSpPr/>
            <p:nvPr/>
          </p:nvSpPr>
          <p:spPr>
            <a:xfrm>
              <a:off x="0" y="507600"/>
              <a:ext cx="229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 name="Google Shape;24;p3"/>
            <p:cNvSpPr/>
            <p:nvPr/>
          </p:nvSpPr>
          <p:spPr>
            <a:xfrm>
              <a:off x="6964375" y="175576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 name="Google Shape;25;p3"/>
            <p:cNvSpPr/>
            <p:nvPr/>
          </p:nvSpPr>
          <p:spPr>
            <a:xfrm>
              <a:off x="6703325" y="2246947"/>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 name="Google Shape;26;p3"/>
            <p:cNvSpPr/>
            <p:nvPr/>
          </p:nvSpPr>
          <p:spPr>
            <a:xfrm>
              <a:off x="5504875" y="2001350"/>
              <a:ext cx="1925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7" name="Google Shape;27;p3"/>
          <p:cNvSpPr txBox="1">
            <a:spLocks noGrp="1"/>
          </p:cNvSpPr>
          <p:nvPr>
            <p:ph type="title"/>
          </p:nvPr>
        </p:nvSpPr>
        <p:spPr>
          <a:xfrm>
            <a:off x="1277033" y="2341033"/>
            <a:ext cx="5977200" cy="2594800"/>
          </a:xfrm>
          <a:prstGeom prst="rect">
            <a:avLst/>
          </a:prstGeom>
        </p:spPr>
        <p:txBody>
          <a:bodyPr spcFirstLastPara="1" wrap="square" lIns="91425" tIns="91425" rIns="91425" bIns="91425" anchor="ctr" anchorCtr="0">
            <a:noAutofit/>
          </a:bodyPr>
          <a:lstStyle>
            <a:lvl1pPr lvl="0" algn="l">
              <a:spcBef>
                <a:spcPts val="0"/>
              </a:spcBef>
              <a:spcAft>
                <a:spcPts val="0"/>
              </a:spcAft>
              <a:buSzPts val="3600"/>
              <a:buNone/>
              <a:defRPr sz="5000" b="1"/>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28" name="Google Shape;28;p3"/>
          <p:cNvSpPr txBox="1">
            <a:spLocks noGrp="1"/>
          </p:cNvSpPr>
          <p:nvPr>
            <p:ph type="subTitle" idx="1"/>
          </p:nvPr>
        </p:nvSpPr>
        <p:spPr>
          <a:xfrm>
            <a:off x="1277033" y="4816200"/>
            <a:ext cx="4533200" cy="8444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29" name="Google Shape;29;p3"/>
          <p:cNvSpPr txBox="1">
            <a:spLocks noGrp="1"/>
          </p:cNvSpPr>
          <p:nvPr>
            <p:ph type="title" idx="2" hasCustomPrompt="1"/>
          </p:nvPr>
        </p:nvSpPr>
        <p:spPr>
          <a:xfrm>
            <a:off x="1243167" y="1237533"/>
            <a:ext cx="1954400" cy="1243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65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4210119780"/>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0"/>
        <p:cNvGrpSpPr/>
        <p:nvPr/>
      </p:nvGrpSpPr>
      <p:grpSpPr>
        <a:xfrm>
          <a:off x="0" y="0"/>
          <a:ext cx="0" cy="0"/>
          <a:chOff x="0" y="0"/>
          <a:chExt cx="0" cy="0"/>
        </a:xfrm>
      </p:grpSpPr>
      <p:grpSp>
        <p:nvGrpSpPr>
          <p:cNvPr id="31" name="Google Shape;31;p4"/>
          <p:cNvGrpSpPr/>
          <p:nvPr/>
        </p:nvGrpSpPr>
        <p:grpSpPr>
          <a:xfrm>
            <a:off x="0" y="0"/>
            <a:ext cx="12192000" cy="6858000"/>
            <a:chOff x="0" y="0"/>
            <a:chExt cx="9144000" cy="5143500"/>
          </a:xfrm>
        </p:grpSpPr>
        <p:sp>
          <p:nvSpPr>
            <p:cNvPr id="32" name="Google Shape;32;p4"/>
            <p:cNvSpPr/>
            <p:nvPr/>
          </p:nvSpPr>
          <p:spPr>
            <a:xfrm>
              <a:off x="8925600" y="0"/>
              <a:ext cx="218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3" name="Google Shape;33;p4"/>
            <p:cNvSpPr/>
            <p:nvPr/>
          </p:nvSpPr>
          <p:spPr>
            <a:xfrm>
              <a:off x="0" y="2020200"/>
              <a:ext cx="218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 name="Google Shape;34;p4"/>
            <p:cNvSpPr/>
            <p:nvPr/>
          </p:nvSpPr>
          <p:spPr>
            <a:xfrm>
              <a:off x="0" y="1608150"/>
              <a:ext cx="358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5" name="Google Shape;35;p4"/>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36" name="Google Shape;36;p4"/>
          <p:cNvSpPr txBox="1">
            <a:spLocks noGrp="1"/>
          </p:cNvSpPr>
          <p:nvPr>
            <p:ph type="body" idx="1"/>
          </p:nvPr>
        </p:nvSpPr>
        <p:spPr>
          <a:xfrm>
            <a:off x="951200" y="1394253"/>
            <a:ext cx="10289600" cy="47540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rgbClr val="434343"/>
              </a:buClr>
              <a:buSzPts val="1200"/>
              <a:buFont typeface="Inter"/>
              <a:buAutoNum type="arabicPeriod"/>
              <a:defRPr sz="1100">
                <a:latin typeface="Inter"/>
                <a:ea typeface="Inter"/>
                <a:cs typeface="Inter"/>
                <a:sym typeface="Inter"/>
              </a:defRPr>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pPr lvl="0"/>
            <a:r>
              <a:rPr lang="en-US"/>
              <a:t>Click to edit Master text styles</a:t>
            </a:r>
          </a:p>
        </p:txBody>
      </p:sp>
    </p:spTree>
    <p:extLst>
      <p:ext uri="{BB962C8B-B14F-4D97-AF65-F5344CB8AC3E}">
        <p14:creationId xmlns:p14="http://schemas.microsoft.com/office/powerpoint/2010/main" val="985948557"/>
      </p:ext>
    </p:extLst>
  </p:cSld>
  <p:clrMapOvr>
    <a:masterClrMapping/>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7"/>
        <p:cNvGrpSpPr/>
        <p:nvPr/>
      </p:nvGrpSpPr>
      <p:grpSpPr>
        <a:xfrm>
          <a:off x="0" y="0"/>
          <a:ext cx="0" cy="0"/>
          <a:chOff x="0" y="0"/>
          <a:chExt cx="0" cy="0"/>
        </a:xfrm>
      </p:grpSpPr>
      <p:grpSp>
        <p:nvGrpSpPr>
          <p:cNvPr id="38" name="Google Shape;38;p5"/>
          <p:cNvGrpSpPr/>
          <p:nvPr/>
        </p:nvGrpSpPr>
        <p:grpSpPr>
          <a:xfrm>
            <a:off x="-166" y="0"/>
            <a:ext cx="12192167" cy="6858000"/>
            <a:chOff x="-125" y="0"/>
            <a:chExt cx="9144125" cy="5143500"/>
          </a:xfrm>
        </p:grpSpPr>
        <p:sp>
          <p:nvSpPr>
            <p:cNvPr id="39" name="Google Shape;39;p5"/>
            <p:cNvSpPr/>
            <p:nvPr/>
          </p:nvSpPr>
          <p:spPr>
            <a:xfrm rot="10800000">
              <a:off x="-100" y="4804200"/>
              <a:ext cx="430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 name="Google Shape;40;p5"/>
            <p:cNvSpPr/>
            <p:nvPr/>
          </p:nvSpPr>
          <p:spPr>
            <a:xfrm rot="10800000">
              <a:off x="7711500"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 name="Google Shape;41;p5"/>
            <p:cNvSpPr/>
            <p:nvPr/>
          </p:nvSpPr>
          <p:spPr>
            <a:xfrm rot="10800000">
              <a:off x="-125" y="4766475"/>
              <a:ext cx="1041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 name="Google Shape;42;p5"/>
            <p:cNvSpPr/>
            <p:nvPr/>
          </p:nvSpPr>
          <p:spPr>
            <a:xfrm rot="10800000">
              <a:off x="8394000" y="310875"/>
              <a:ext cx="750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3" name="Google Shape;43;p5"/>
          <p:cNvSpPr txBox="1">
            <a:spLocks noGrp="1"/>
          </p:cNvSpPr>
          <p:nvPr>
            <p:ph type="title"/>
          </p:nvPr>
        </p:nvSpPr>
        <p:spPr>
          <a:xfrm>
            <a:off x="951200" y="500087"/>
            <a:ext cx="102896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44" name="Google Shape;44;p5"/>
          <p:cNvSpPr txBox="1">
            <a:spLocks noGrp="1"/>
          </p:cNvSpPr>
          <p:nvPr>
            <p:ph type="body" idx="1"/>
          </p:nvPr>
        </p:nvSpPr>
        <p:spPr>
          <a:xfrm>
            <a:off x="1611600" y="3633949"/>
            <a:ext cx="4128800" cy="1139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45" name="Google Shape;45;p5"/>
          <p:cNvSpPr txBox="1">
            <a:spLocks noGrp="1"/>
          </p:cNvSpPr>
          <p:nvPr>
            <p:ph type="body" idx="2"/>
          </p:nvPr>
        </p:nvSpPr>
        <p:spPr>
          <a:xfrm>
            <a:off x="6451600" y="3633949"/>
            <a:ext cx="4128800" cy="1139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46" name="Google Shape;46;p5"/>
          <p:cNvSpPr txBox="1">
            <a:spLocks noGrp="1"/>
          </p:cNvSpPr>
          <p:nvPr>
            <p:ph type="title" idx="3"/>
          </p:nvPr>
        </p:nvSpPr>
        <p:spPr>
          <a:xfrm>
            <a:off x="1611600" y="3146984"/>
            <a:ext cx="4128800" cy="558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7" name="Google Shape;47;p5"/>
          <p:cNvSpPr txBox="1">
            <a:spLocks noGrp="1"/>
          </p:cNvSpPr>
          <p:nvPr>
            <p:ph type="title" idx="4"/>
          </p:nvPr>
        </p:nvSpPr>
        <p:spPr>
          <a:xfrm>
            <a:off x="6451600" y="3146984"/>
            <a:ext cx="4128800" cy="558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Tree>
    <p:extLst>
      <p:ext uri="{BB962C8B-B14F-4D97-AF65-F5344CB8AC3E}">
        <p14:creationId xmlns:p14="http://schemas.microsoft.com/office/powerpoint/2010/main" val="1122031954"/>
      </p:ext>
    </p:extLst>
  </p:cSld>
  <p:clrMapOvr>
    <a:masterClrMapping/>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8"/>
        <p:cNvGrpSpPr/>
        <p:nvPr/>
      </p:nvGrpSpPr>
      <p:grpSpPr>
        <a:xfrm>
          <a:off x="0" y="0"/>
          <a:ext cx="0" cy="0"/>
          <a:chOff x="0" y="0"/>
          <a:chExt cx="0" cy="0"/>
        </a:xfrm>
      </p:grpSpPr>
      <p:sp>
        <p:nvSpPr>
          <p:cNvPr id="49" name="Google Shape;49;p6"/>
          <p:cNvSpPr/>
          <p:nvPr/>
        </p:nvSpPr>
        <p:spPr>
          <a:xfrm rot="10800000" flipH="1">
            <a:off x="-1401" y="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0" name="Google Shape;50;p6"/>
          <p:cNvSpPr/>
          <p:nvPr/>
        </p:nvSpPr>
        <p:spPr>
          <a:xfrm flipH="1">
            <a:off x="10282000" y="640560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1" name="Google Shape;51;p6"/>
          <p:cNvSpPr/>
          <p:nvPr/>
        </p:nvSpPr>
        <p:spPr>
          <a:xfrm rot="10800000">
            <a:off x="100" y="4145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2" name="Google Shape;52;p6"/>
          <p:cNvSpPr/>
          <p:nvPr/>
        </p:nvSpPr>
        <p:spPr>
          <a:xfrm>
            <a:off x="11691794" y="5892644"/>
            <a:ext cx="497805"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3" name="Google Shape;53;p6"/>
          <p:cNvSpPr/>
          <p:nvPr/>
        </p:nvSpPr>
        <p:spPr>
          <a:xfrm>
            <a:off x="11533007" y="6547548"/>
            <a:ext cx="545068"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4" name="Google Shape;54;p6"/>
          <p:cNvSpPr txBox="1">
            <a:spLocks noGrp="1"/>
          </p:cNvSpPr>
          <p:nvPr>
            <p:ph type="title"/>
          </p:nvPr>
        </p:nvSpPr>
        <p:spPr>
          <a:xfrm>
            <a:off x="641933" y="500167"/>
            <a:ext cx="10907600" cy="76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5"/>
              </a:buClr>
              <a:buSzPts val="2800"/>
              <a:buNone/>
              <a:defRPr/>
            </a:lvl1pPr>
            <a:lvl2pPr lvl="1">
              <a:spcBef>
                <a:spcPts val="0"/>
              </a:spcBef>
              <a:spcAft>
                <a:spcPts val="0"/>
              </a:spcAft>
              <a:buClr>
                <a:schemeClr val="accent5"/>
              </a:buClr>
              <a:buSzPts val="2800"/>
              <a:buNone/>
              <a:defRPr>
                <a:solidFill>
                  <a:schemeClr val="accent5"/>
                </a:solidFill>
              </a:defRPr>
            </a:lvl2pPr>
            <a:lvl3pPr lvl="2">
              <a:spcBef>
                <a:spcPts val="0"/>
              </a:spcBef>
              <a:spcAft>
                <a:spcPts val="0"/>
              </a:spcAft>
              <a:buClr>
                <a:schemeClr val="accent5"/>
              </a:buClr>
              <a:buSzPts val="2800"/>
              <a:buNone/>
              <a:defRPr>
                <a:solidFill>
                  <a:schemeClr val="accent5"/>
                </a:solidFill>
              </a:defRPr>
            </a:lvl3pPr>
            <a:lvl4pPr lvl="3">
              <a:spcBef>
                <a:spcPts val="0"/>
              </a:spcBef>
              <a:spcAft>
                <a:spcPts val="0"/>
              </a:spcAft>
              <a:buClr>
                <a:schemeClr val="accent5"/>
              </a:buClr>
              <a:buSzPts val="2800"/>
              <a:buNone/>
              <a:defRPr>
                <a:solidFill>
                  <a:schemeClr val="accent5"/>
                </a:solidFill>
              </a:defRPr>
            </a:lvl4pPr>
            <a:lvl5pPr lvl="4">
              <a:spcBef>
                <a:spcPts val="0"/>
              </a:spcBef>
              <a:spcAft>
                <a:spcPts val="0"/>
              </a:spcAft>
              <a:buClr>
                <a:schemeClr val="accent5"/>
              </a:buClr>
              <a:buSzPts val="2800"/>
              <a:buNone/>
              <a:defRPr>
                <a:solidFill>
                  <a:schemeClr val="accent5"/>
                </a:solidFill>
              </a:defRPr>
            </a:lvl5pPr>
            <a:lvl6pPr lvl="5">
              <a:spcBef>
                <a:spcPts val="0"/>
              </a:spcBef>
              <a:spcAft>
                <a:spcPts val="0"/>
              </a:spcAft>
              <a:buClr>
                <a:schemeClr val="accent5"/>
              </a:buClr>
              <a:buSzPts val="2800"/>
              <a:buNone/>
              <a:defRPr>
                <a:solidFill>
                  <a:schemeClr val="accent5"/>
                </a:solidFill>
              </a:defRPr>
            </a:lvl6pPr>
            <a:lvl7pPr lvl="6">
              <a:spcBef>
                <a:spcPts val="0"/>
              </a:spcBef>
              <a:spcAft>
                <a:spcPts val="0"/>
              </a:spcAft>
              <a:buClr>
                <a:schemeClr val="accent5"/>
              </a:buClr>
              <a:buSzPts val="2800"/>
              <a:buNone/>
              <a:defRPr>
                <a:solidFill>
                  <a:schemeClr val="accent5"/>
                </a:solidFill>
              </a:defRPr>
            </a:lvl7pPr>
            <a:lvl8pPr lvl="7">
              <a:spcBef>
                <a:spcPts val="0"/>
              </a:spcBef>
              <a:spcAft>
                <a:spcPts val="0"/>
              </a:spcAft>
              <a:buClr>
                <a:schemeClr val="accent5"/>
              </a:buClr>
              <a:buSzPts val="2800"/>
              <a:buNone/>
              <a:defRPr>
                <a:solidFill>
                  <a:schemeClr val="accent5"/>
                </a:solidFill>
              </a:defRPr>
            </a:lvl8pPr>
            <a:lvl9pPr lvl="8">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
        <p:nvSpPr>
          <p:cNvPr id="55" name="Google Shape;55;p6"/>
          <p:cNvSpPr/>
          <p:nvPr/>
        </p:nvSpPr>
        <p:spPr>
          <a:xfrm>
            <a:off x="10682777" y="6220100"/>
            <a:ext cx="129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2585159047"/>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6"/>
        <p:cNvGrpSpPr/>
        <p:nvPr/>
      </p:nvGrpSpPr>
      <p:grpSpPr>
        <a:xfrm>
          <a:off x="0" y="0"/>
          <a:ext cx="0" cy="0"/>
          <a:chOff x="0" y="0"/>
          <a:chExt cx="0" cy="0"/>
        </a:xfrm>
      </p:grpSpPr>
      <p:grpSp>
        <p:nvGrpSpPr>
          <p:cNvPr id="57" name="Google Shape;57;p7"/>
          <p:cNvGrpSpPr/>
          <p:nvPr/>
        </p:nvGrpSpPr>
        <p:grpSpPr>
          <a:xfrm>
            <a:off x="286502" y="0"/>
            <a:ext cx="11905500" cy="6858000"/>
            <a:chOff x="214875" y="0"/>
            <a:chExt cx="8929125" cy="5143500"/>
          </a:xfrm>
        </p:grpSpPr>
        <p:sp>
          <p:nvSpPr>
            <p:cNvPr id="58" name="Google Shape;58;p7"/>
            <p:cNvSpPr/>
            <p:nvPr/>
          </p:nvSpPr>
          <p:spPr>
            <a:xfrm>
              <a:off x="713950" y="4297800"/>
              <a:ext cx="1289400" cy="845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9" name="Google Shape;59;p7"/>
            <p:cNvSpPr/>
            <p:nvPr/>
          </p:nvSpPr>
          <p:spPr>
            <a:xfrm>
              <a:off x="713950" y="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 name="Google Shape;60;p7"/>
            <p:cNvSpPr/>
            <p:nvPr/>
          </p:nvSpPr>
          <p:spPr>
            <a:xfrm rot="10800000">
              <a:off x="8315700" y="4804200"/>
              <a:ext cx="828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 name="Google Shape;61;p7"/>
            <p:cNvSpPr/>
            <p:nvPr/>
          </p:nvSpPr>
          <p:spPr>
            <a:xfrm rot="10800000">
              <a:off x="214875" y="920672"/>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 name="Google Shape;62;p7"/>
            <p:cNvSpPr/>
            <p:nvPr/>
          </p:nvSpPr>
          <p:spPr>
            <a:xfrm rot="10800000">
              <a:off x="398225" y="429494"/>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 name="Google Shape;63;p7"/>
            <p:cNvSpPr/>
            <p:nvPr/>
          </p:nvSpPr>
          <p:spPr>
            <a:xfrm rot="10800000">
              <a:off x="8690850" y="4766475"/>
              <a:ext cx="448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 name="Google Shape;64;p7"/>
            <p:cNvSpPr/>
            <p:nvPr/>
          </p:nvSpPr>
          <p:spPr>
            <a:xfrm rot="10800000">
              <a:off x="567550" y="675075"/>
              <a:ext cx="18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65" name="Google Shape;65;p7"/>
          <p:cNvSpPr txBox="1">
            <a:spLocks noGrp="1"/>
          </p:cNvSpPr>
          <p:nvPr>
            <p:ph type="title"/>
          </p:nvPr>
        </p:nvSpPr>
        <p:spPr>
          <a:xfrm>
            <a:off x="3861200" y="1249000"/>
            <a:ext cx="7379600" cy="1319200"/>
          </a:xfrm>
          <a:prstGeom prst="rect">
            <a:avLst/>
          </a:prstGeom>
        </p:spPr>
        <p:txBody>
          <a:bodyPr spcFirstLastPara="1" wrap="square" lIns="91425" tIns="91425" rIns="91425" bIns="91425" anchor="ctr" anchorCtr="0">
            <a:noAutofit/>
          </a:bodyPr>
          <a:lstStyle>
            <a:lvl1pPr lvl="0" algn="l">
              <a:spcBef>
                <a:spcPts val="0"/>
              </a:spcBef>
              <a:spcAft>
                <a:spcPts val="0"/>
              </a:spcAft>
              <a:buSzPts val="2400"/>
              <a:buNone/>
              <a:defRPr sz="3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US"/>
              <a:t>Click to edit Master title style</a:t>
            </a:r>
            <a:endParaRPr/>
          </a:p>
        </p:txBody>
      </p:sp>
      <p:sp>
        <p:nvSpPr>
          <p:cNvPr id="66" name="Google Shape;66;p7"/>
          <p:cNvSpPr txBox="1">
            <a:spLocks noGrp="1"/>
          </p:cNvSpPr>
          <p:nvPr>
            <p:ph type="body" idx="1"/>
          </p:nvPr>
        </p:nvSpPr>
        <p:spPr>
          <a:xfrm>
            <a:off x="3861200" y="2516200"/>
            <a:ext cx="6898400" cy="30928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rgbClr val="595959"/>
              </a:buClr>
              <a:buSzPts val="1400"/>
              <a:buFont typeface="Anaheim"/>
              <a:buChar char="●"/>
              <a:defRPr/>
            </a:lvl1pPr>
            <a:lvl2pPr marL="914400" lvl="1" indent="-317500">
              <a:spcBef>
                <a:spcPts val="1000"/>
              </a:spcBef>
              <a:spcAft>
                <a:spcPts val="0"/>
              </a:spcAft>
              <a:buClr>
                <a:srgbClr val="595959"/>
              </a:buClr>
              <a:buSzPts val="1400"/>
              <a:buFont typeface="Anaheim"/>
              <a:buChar char="○"/>
              <a:defRPr sz="1200"/>
            </a:lvl2pPr>
            <a:lvl3pPr marL="1371600" lvl="2" indent="-317500">
              <a:spcBef>
                <a:spcPts val="0"/>
              </a:spcBef>
              <a:spcAft>
                <a:spcPts val="0"/>
              </a:spcAft>
              <a:buClr>
                <a:srgbClr val="595959"/>
              </a:buClr>
              <a:buSzPts val="1400"/>
              <a:buFont typeface="Anaheim"/>
              <a:buChar char="■"/>
              <a:defRPr sz="1200"/>
            </a:lvl3pPr>
            <a:lvl4pPr marL="1828800" lvl="3" indent="-317500">
              <a:spcBef>
                <a:spcPts val="0"/>
              </a:spcBef>
              <a:spcAft>
                <a:spcPts val="0"/>
              </a:spcAft>
              <a:buClr>
                <a:srgbClr val="595959"/>
              </a:buClr>
              <a:buSzPts val="1400"/>
              <a:buFont typeface="Anaheim"/>
              <a:buChar char="●"/>
              <a:defRPr sz="1200"/>
            </a:lvl4pPr>
            <a:lvl5pPr marL="2286000" lvl="4" indent="-317500">
              <a:spcBef>
                <a:spcPts val="0"/>
              </a:spcBef>
              <a:spcAft>
                <a:spcPts val="0"/>
              </a:spcAft>
              <a:buClr>
                <a:srgbClr val="595959"/>
              </a:buClr>
              <a:buSzPts val="1400"/>
              <a:buFont typeface="Anaheim"/>
              <a:buChar char="○"/>
              <a:defRPr sz="1200"/>
            </a:lvl5pPr>
            <a:lvl6pPr marL="2743200" lvl="5" indent="-317500">
              <a:spcBef>
                <a:spcPts val="0"/>
              </a:spcBef>
              <a:spcAft>
                <a:spcPts val="0"/>
              </a:spcAft>
              <a:buClr>
                <a:srgbClr val="595959"/>
              </a:buClr>
              <a:buSzPts val="1400"/>
              <a:buFont typeface="Anaheim"/>
              <a:buChar char="■"/>
              <a:defRPr sz="1200"/>
            </a:lvl6pPr>
            <a:lvl7pPr marL="3200400" lvl="6" indent="-317500">
              <a:spcBef>
                <a:spcPts val="0"/>
              </a:spcBef>
              <a:spcAft>
                <a:spcPts val="0"/>
              </a:spcAft>
              <a:buClr>
                <a:srgbClr val="595959"/>
              </a:buClr>
              <a:buSzPts val="1400"/>
              <a:buFont typeface="Anaheim"/>
              <a:buChar char="●"/>
              <a:defRPr sz="1200"/>
            </a:lvl7pPr>
            <a:lvl8pPr marL="3657600" lvl="7" indent="-317500">
              <a:spcBef>
                <a:spcPts val="0"/>
              </a:spcBef>
              <a:spcAft>
                <a:spcPts val="0"/>
              </a:spcAft>
              <a:buClr>
                <a:srgbClr val="595959"/>
              </a:buClr>
              <a:buSzPts val="1400"/>
              <a:buFont typeface="Anaheim"/>
              <a:buChar char="○"/>
              <a:defRPr sz="1200"/>
            </a:lvl8pPr>
            <a:lvl9pPr marL="4114800" lvl="8" indent="-317500">
              <a:spcBef>
                <a:spcPts val="0"/>
              </a:spcBef>
              <a:spcAft>
                <a:spcPts val="0"/>
              </a:spcAft>
              <a:buClr>
                <a:srgbClr val="595959"/>
              </a:buClr>
              <a:buSzPts val="1400"/>
              <a:buFont typeface="Anaheim"/>
              <a:buChar char="■"/>
              <a:defRPr sz="1200"/>
            </a:lvl9pPr>
          </a:lstStyle>
          <a:p>
            <a:pPr lvl="0"/>
            <a:r>
              <a:rPr lang="en-US"/>
              <a:t>Click to edit Master text styles</a:t>
            </a:r>
          </a:p>
        </p:txBody>
      </p:sp>
    </p:spTree>
    <p:extLst>
      <p:ext uri="{BB962C8B-B14F-4D97-AF65-F5344CB8AC3E}">
        <p14:creationId xmlns:p14="http://schemas.microsoft.com/office/powerpoint/2010/main" val="734175057"/>
      </p:ext>
    </p:extLst>
  </p:cSld>
  <p:clrMapOvr>
    <a:masterClrMapping/>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7"/>
        <p:cNvGrpSpPr/>
        <p:nvPr/>
      </p:nvGrpSpPr>
      <p:grpSpPr>
        <a:xfrm>
          <a:off x="0" y="0"/>
          <a:ext cx="0" cy="0"/>
          <a:chOff x="0" y="0"/>
          <a:chExt cx="0" cy="0"/>
        </a:xfrm>
      </p:grpSpPr>
      <p:grpSp>
        <p:nvGrpSpPr>
          <p:cNvPr id="68" name="Google Shape;68;p8"/>
          <p:cNvGrpSpPr/>
          <p:nvPr/>
        </p:nvGrpSpPr>
        <p:grpSpPr>
          <a:xfrm>
            <a:off x="2" y="2"/>
            <a:ext cx="12191993" cy="6858167"/>
            <a:chOff x="0" y="0"/>
            <a:chExt cx="9143995" cy="5143625"/>
          </a:xfrm>
        </p:grpSpPr>
        <p:grpSp>
          <p:nvGrpSpPr>
            <p:cNvPr id="69" name="Google Shape;69;p8"/>
            <p:cNvGrpSpPr/>
            <p:nvPr/>
          </p:nvGrpSpPr>
          <p:grpSpPr>
            <a:xfrm>
              <a:off x="0" y="0"/>
              <a:ext cx="9143995" cy="5143625"/>
              <a:chOff x="0" y="0"/>
              <a:chExt cx="9143995" cy="5143625"/>
            </a:xfrm>
          </p:grpSpPr>
          <p:sp>
            <p:nvSpPr>
              <p:cNvPr id="70" name="Google Shape;70;p8"/>
              <p:cNvSpPr/>
              <p:nvPr/>
            </p:nvSpPr>
            <p:spPr>
              <a:xfrm flipH="1">
                <a:off x="0" y="4188125"/>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 name="Google Shape;71;p8"/>
              <p:cNvSpPr/>
              <p:nvPr/>
            </p:nvSpPr>
            <p:spPr>
              <a:xfrm flipH="1">
                <a:off x="1751145" y="4419475"/>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 name="Google Shape;72;p8"/>
              <p:cNvSpPr/>
              <p:nvPr/>
            </p:nvSpPr>
            <p:spPr>
              <a:xfrm flipH="1">
                <a:off x="2151456" y="4665075"/>
                <a:ext cx="215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 name="Google Shape;73;p8"/>
              <p:cNvSpPr/>
              <p:nvPr/>
            </p:nvSpPr>
            <p:spPr>
              <a:xfrm>
                <a:off x="6416695" y="0"/>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 name="Google Shape;74;p8"/>
              <p:cNvSpPr/>
              <p:nvPr/>
            </p:nvSpPr>
            <p:spPr>
              <a:xfrm>
                <a:off x="4726699" y="231350"/>
                <a:ext cx="2694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 name="Google Shape;75;p8"/>
              <p:cNvSpPr/>
              <p:nvPr/>
            </p:nvSpPr>
            <p:spPr>
              <a:xfrm>
                <a:off x="6279349" y="722525"/>
                <a:ext cx="111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 name="Google Shape;76;p8"/>
              <p:cNvSpPr/>
              <p:nvPr/>
            </p:nvSpPr>
            <p:spPr>
              <a:xfrm>
                <a:off x="6858825" y="476950"/>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77" name="Google Shape;77;p8"/>
            <p:cNvSpPr/>
            <p:nvPr/>
          </p:nvSpPr>
          <p:spPr>
            <a:xfrm flipH="1">
              <a:off x="2074151" y="4910650"/>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78" name="Google Shape;78;p8"/>
          <p:cNvSpPr txBox="1">
            <a:spLocks noGrp="1"/>
          </p:cNvSpPr>
          <p:nvPr>
            <p:ph type="title"/>
          </p:nvPr>
        </p:nvSpPr>
        <p:spPr>
          <a:xfrm>
            <a:off x="1880300" y="1720700"/>
            <a:ext cx="8431600" cy="3506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5"/>
              </a:buClr>
              <a:buSzPts val="4800"/>
              <a:buNone/>
              <a:defRPr sz="9000"/>
            </a:lvl1pPr>
            <a:lvl2pPr lvl="1">
              <a:spcBef>
                <a:spcPts val="0"/>
              </a:spcBef>
              <a:spcAft>
                <a:spcPts val="0"/>
              </a:spcAft>
              <a:buClr>
                <a:schemeClr val="accent5"/>
              </a:buClr>
              <a:buSzPts val="4800"/>
              <a:buNone/>
              <a:defRPr sz="4800">
                <a:solidFill>
                  <a:schemeClr val="accent5"/>
                </a:solidFill>
              </a:defRPr>
            </a:lvl2pPr>
            <a:lvl3pPr lvl="2">
              <a:spcBef>
                <a:spcPts val="0"/>
              </a:spcBef>
              <a:spcAft>
                <a:spcPts val="0"/>
              </a:spcAft>
              <a:buClr>
                <a:schemeClr val="accent5"/>
              </a:buClr>
              <a:buSzPts val="4800"/>
              <a:buNone/>
              <a:defRPr sz="4800">
                <a:solidFill>
                  <a:schemeClr val="accent5"/>
                </a:solidFill>
              </a:defRPr>
            </a:lvl3pPr>
            <a:lvl4pPr lvl="3">
              <a:spcBef>
                <a:spcPts val="0"/>
              </a:spcBef>
              <a:spcAft>
                <a:spcPts val="0"/>
              </a:spcAft>
              <a:buClr>
                <a:schemeClr val="accent5"/>
              </a:buClr>
              <a:buSzPts val="4800"/>
              <a:buNone/>
              <a:defRPr sz="4800">
                <a:solidFill>
                  <a:schemeClr val="accent5"/>
                </a:solidFill>
              </a:defRPr>
            </a:lvl4pPr>
            <a:lvl5pPr lvl="4">
              <a:spcBef>
                <a:spcPts val="0"/>
              </a:spcBef>
              <a:spcAft>
                <a:spcPts val="0"/>
              </a:spcAft>
              <a:buClr>
                <a:schemeClr val="accent5"/>
              </a:buClr>
              <a:buSzPts val="4800"/>
              <a:buNone/>
              <a:defRPr sz="4800">
                <a:solidFill>
                  <a:schemeClr val="accent5"/>
                </a:solidFill>
              </a:defRPr>
            </a:lvl5pPr>
            <a:lvl6pPr lvl="5">
              <a:spcBef>
                <a:spcPts val="0"/>
              </a:spcBef>
              <a:spcAft>
                <a:spcPts val="0"/>
              </a:spcAft>
              <a:buClr>
                <a:schemeClr val="accent5"/>
              </a:buClr>
              <a:buSzPts val="4800"/>
              <a:buNone/>
              <a:defRPr sz="4800">
                <a:solidFill>
                  <a:schemeClr val="accent5"/>
                </a:solidFill>
              </a:defRPr>
            </a:lvl6pPr>
            <a:lvl7pPr lvl="6">
              <a:spcBef>
                <a:spcPts val="0"/>
              </a:spcBef>
              <a:spcAft>
                <a:spcPts val="0"/>
              </a:spcAft>
              <a:buClr>
                <a:schemeClr val="accent5"/>
              </a:buClr>
              <a:buSzPts val="4800"/>
              <a:buNone/>
              <a:defRPr sz="4800">
                <a:solidFill>
                  <a:schemeClr val="accent5"/>
                </a:solidFill>
              </a:defRPr>
            </a:lvl7pPr>
            <a:lvl8pPr lvl="7">
              <a:spcBef>
                <a:spcPts val="0"/>
              </a:spcBef>
              <a:spcAft>
                <a:spcPts val="0"/>
              </a:spcAft>
              <a:buClr>
                <a:schemeClr val="accent5"/>
              </a:buClr>
              <a:buSzPts val="4800"/>
              <a:buNone/>
              <a:defRPr sz="4800">
                <a:solidFill>
                  <a:schemeClr val="accent5"/>
                </a:solidFill>
              </a:defRPr>
            </a:lvl8pPr>
            <a:lvl9pPr lvl="8">
              <a:spcBef>
                <a:spcPts val="0"/>
              </a:spcBef>
              <a:spcAft>
                <a:spcPts val="0"/>
              </a:spcAft>
              <a:buClr>
                <a:schemeClr val="accent5"/>
              </a:buClr>
              <a:buSzPts val="4800"/>
              <a:buNone/>
              <a:defRPr sz="4800">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2515121611"/>
      </p:ext>
    </p:extLst>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9"/>
        <p:cNvGrpSpPr/>
        <p:nvPr/>
      </p:nvGrpSpPr>
      <p:grpSpPr>
        <a:xfrm>
          <a:off x="0" y="0"/>
          <a:ext cx="0" cy="0"/>
          <a:chOff x="0" y="0"/>
          <a:chExt cx="0" cy="0"/>
        </a:xfrm>
      </p:grpSpPr>
      <p:grpSp>
        <p:nvGrpSpPr>
          <p:cNvPr id="80" name="Google Shape;80;p9"/>
          <p:cNvGrpSpPr/>
          <p:nvPr/>
        </p:nvGrpSpPr>
        <p:grpSpPr>
          <a:xfrm>
            <a:off x="-6" y="4600235"/>
            <a:ext cx="12191939" cy="2257767"/>
            <a:chOff x="-4" y="3450175"/>
            <a:chExt cx="9143954" cy="1693325"/>
          </a:xfrm>
        </p:grpSpPr>
        <p:sp>
          <p:nvSpPr>
            <p:cNvPr id="81" name="Google Shape;81;p9"/>
            <p:cNvSpPr/>
            <p:nvPr/>
          </p:nvSpPr>
          <p:spPr>
            <a:xfrm>
              <a:off x="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 name="Google Shape;82;p9"/>
            <p:cNvSpPr/>
            <p:nvPr/>
          </p:nvSpPr>
          <p:spPr>
            <a:xfrm rot="10800000">
              <a:off x="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 name="Google Shape;83;p9"/>
            <p:cNvSpPr/>
            <p:nvPr/>
          </p:nvSpPr>
          <p:spPr>
            <a:xfrm rot="10800000">
              <a:off x="-4"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 name="Google Shape;84;p9"/>
            <p:cNvSpPr/>
            <p:nvPr/>
          </p:nvSpPr>
          <p:spPr>
            <a:xfrm>
              <a:off x="8591950" y="3450175"/>
              <a:ext cx="552000" cy="16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85" name="Google Shape;85;p9"/>
          <p:cNvSpPr txBox="1">
            <a:spLocks noGrp="1"/>
          </p:cNvSpPr>
          <p:nvPr>
            <p:ph type="title"/>
          </p:nvPr>
        </p:nvSpPr>
        <p:spPr>
          <a:xfrm>
            <a:off x="1296433" y="2138100"/>
            <a:ext cx="5393600" cy="1548800"/>
          </a:xfrm>
          <a:prstGeom prst="rect">
            <a:avLst/>
          </a:prstGeom>
        </p:spPr>
        <p:txBody>
          <a:bodyPr spcFirstLastPara="1" wrap="square" lIns="91425" tIns="91425" rIns="91425" bIns="91425" anchor="b" anchorCtr="0">
            <a:noAutofit/>
          </a:bodyPr>
          <a:lstStyle>
            <a:lvl1pPr lvl="0" algn="l">
              <a:spcBef>
                <a:spcPts val="0"/>
              </a:spcBef>
              <a:spcAft>
                <a:spcPts val="0"/>
              </a:spcAft>
              <a:buSzPts val="4200"/>
              <a:buNone/>
              <a:defRPr sz="3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86" name="Google Shape;86;p9"/>
          <p:cNvSpPr txBox="1">
            <a:spLocks noGrp="1"/>
          </p:cNvSpPr>
          <p:nvPr>
            <p:ph type="subTitle" idx="1"/>
          </p:nvPr>
        </p:nvSpPr>
        <p:spPr>
          <a:xfrm>
            <a:off x="1296433" y="3596300"/>
            <a:ext cx="4853200" cy="1123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grpSp>
        <p:nvGrpSpPr>
          <p:cNvPr id="87" name="Google Shape;87;p9"/>
          <p:cNvGrpSpPr/>
          <p:nvPr/>
        </p:nvGrpSpPr>
        <p:grpSpPr>
          <a:xfrm>
            <a:off x="8" y="1560800"/>
            <a:ext cx="548401" cy="452400"/>
            <a:chOff x="8732704" y="1170600"/>
            <a:chExt cx="411301" cy="339300"/>
          </a:xfrm>
        </p:grpSpPr>
        <p:sp>
          <p:nvSpPr>
            <p:cNvPr id="88" name="Google Shape;88;p9"/>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 name="Google Shape;89;p9"/>
            <p:cNvSpPr/>
            <p:nvPr/>
          </p:nvSpPr>
          <p:spPr>
            <a:xfrm rot="10800000">
              <a:off x="87327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179647442"/>
      </p:ext>
    </p:extLst>
  </p:cSld>
  <p:clrMapOvr>
    <a:masterClrMapping/>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0"/>
        <p:cNvGrpSpPr/>
        <p:nvPr/>
      </p:nvGrpSpPr>
      <p:grpSpPr>
        <a:xfrm>
          <a:off x="0" y="0"/>
          <a:ext cx="0" cy="0"/>
          <a:chOff x="0" y="0"/>
          <a:chExt cx="0" cy="0"/>
        </a:xfrm>
      </p:grpSpPr>
      <p:grpSp>
        <p:nvGrpSpPr>
          <p:cNvPr id="91" name="Google Shape;91;p10"/>
          <p:cNvGrpSpPr/>
          <p:nvPr/>
        </p:nvGrpSpPr>
        <p:grpSpPr>
          <a:xfrm>
            <a:off x="-1402" y="0"/>
            <a:ext cx="12191195" cy="6858000"/>
            <a:chOff x="-1051" y="0"/>
            <a:chExt cx="9143396" cy="5143500"/>
          </a:xfrm>
        </p:grpSpPr>
        <p:sp>
          <p:nvSpPr>
            <p:cNvPr id="92" name="Google Shape;92;p10"/>
            <p:cNvSpPr/>
            <p:nvPr/>
          </p:nvSpPr>
          <p:spPr>
            <a:xfrm rot="10800000" flipH="1">
              <a:off x="-1051"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 name="Google Shape;93;p10"/>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 name="Google Shape;94;p10"/>
            <p:cNvSpPr/>
            <p:nvPr/>
          </p:nvSpPr>
          <p:spPr>
            <a:xfrm rot="10800000">
              <a:off x="75" y="31087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 name="Google Shape;95;p10"/>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 name="Google Shape;96;p10"/>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 name="Google Shape;97;p10"/>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98" name="Google Shape;98;p10"/>
          <p:cNvSpPr txBox="1">
            <a:spLocks noGrp="1"/>
          </p:cNvSpPr>
          <p:nvPr>
            <p:ph type="title"/>
          </p:nvPr>
        </p:nvSpPr>
        <p:spPr>
          <a:xfrm>
            <a:off x="6513959" y="581633"/>
            <a:ext cx="4853200" cy="14260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accent5"/>
              </a:buClr>
              <a:buSzPts val="2800"/>
              <a:buNone/>
              <a:defRPr sz="2600"/>
            </a:lvl1pPr>
            <a:lvl2pPr lvl="1">
              <a:spcBef>
                <a:spcPts val="0"/>
              </a:spcBef>
              <a:spcAft>
                <a:spcPts val="0"/>
              </a:spcAft>
              <a:buClr>
                <a:schemeClr val="accent5"/>
              </a:buClr>
              <a:buSzPts val="2800"/>
              <a:buNone/>
              <a:defRPr>
                <a:solidFill>
                  <a:schemeClr val="accent5"/>
                </a:solidFill>
                <a:latin typeface="Nunito"/>
                <a:ea typeface="Nunito"/>
                <a:cs typeface="Nunito"/>
                <a:sym typeface="Nunito"/>
              </a:defRPr>
            </a:lvl2pPr>
            <a:lvl3pPr lvl="2">
              <a:spcBef>
                <a:spcPts val="0"/>
              </a:spcBef>
              <a:spcAft>
                <a:spcPts val="0"/>
              </a:spcAft>
              <a:buClr>
                <a:schemeClr val="accent5"/>
              </a:buClr>
              <a:buSzPts val="2800"/>
              <a:buNone/>
              <a:defRPr>
                <a:solidFill>
                  <a:schemeClr val="accent5"/>
                </a:solidFill>
                <a:latin typeface="Nunito"/>
                <a:ea typeface="Nunito"/>
                <a:cs typeface="Nunito"/>
                <a:sym typeface="Nunito"/>
              </a:defRPr>
            </a:lvl3pPr>
            <a:lvl4pPr lvl="3">
              <a:spcBef>
                <a:spcPts val="0"/>
              </a:spcBef>
              <a:spcAft>
                <a:spcPts val="0"/>
              </a:spcAft>
              <a:buClr>
                <a:schemeClr val="accent5"/>
              </a:buClr>
              <a:buSzPts val="2800"/>
              <a:buNone/>
              <a:defRPr>
                <a:solidFill>
                  <a:schemeClr val="accent5"/>
                </a:solidFill>
                <a:latin typeface="Nunito"/>
                <a:ea typeface="Nunito"/>
                <a:cs typeface="Nunito"/>
                <a:sym typeface="Nunito"/>
              </a:defRPr>
            </a:lvl4pPr>
            <a:lvl5pPr lvl="4">
              <a:spcBef>
                <a:spcPts val="0"/>
              </a:spcBef>
              <a:spcAft>
                <a:spcPts val="0"/>
              </a:spcAft>
              <a:buClr>
                <a:schemeClr val="accent5"/>
              </a:buClr>
              <a:buSzPts val="2800"/>
              <a:buNone/>
              <a:defRPr>
                <a:solidFill>
                  <a:schemeClr val="accent5"/>
                </a:solidFill>
                <a:latin typeface="Nunito"/>
                <a:ea typeface="Nunito"/>
                <a:cs typeface="Nunito"/>
                <a:sym typeface="Nunito"/>
              </a:defRPr>
            </a:lvl5pPr>
            <a:lvl6pPr lvl="5">
              <a:spcBef>
                <a:spcPts val="0"/>
              </a:spcBef>
              <a:spcAft>
                <a:spcPts val="0"/>
              </a:spcAft>
              <a:buClr>
                <a:schemeClr val="accent5"/>
              </a:buClr>
              <a:buSzPts val="2800"/>
              <a:buNone/>
              <a:defRPr>
                <a:solidFill>
                  <a:schemeClr val="accent5"/>
                </a:solidFill>
                <a:latin typeface="Nunito"/>
                <a:ea typeface="Nunito"/>
                <a:cs typeface="Nunito"/>
                <a:sym typeface="Nunito"/>
              </a:defRPr>
            </a:lvl6pPr>
            <a:lvl7pPr lvl="6">
              <a:spcBef>
                <a:spcPts val="0"/>
              </a:spcBef>
              <a:spcAft>
                <a:spcPts val="0"/>
              </a:spcAft>
              <a:buClr>
                <a:schemeClr val="accent5"/>
              </a:buClr>
              <a:buSzPts val="2800"/>
              <a:buNone/>
              <a:defRPr>
                <a:solidFill>
                  <a:schemeClr val="accent5"/>
                </a:solidFill>
                <a:latin typeface="Nunito"/>
                <a:ea typeface="Nunito"/>
                <a:cs typeface="Nunito"/>
                <a:sym typeface="Nunito"/>
              </a:defRPr>
            </a:lvl7pPr>
            <a:lvl8pPr lvl="7">
              <a:spcBef>
                <a:spcPts val="0"/>
              </a:spcBef>
              <a:spcAft>
                <a:spcPts val="0"/>
              </a:spcAft>
              <a:buClr>
                <a:schemeClr val="accent5"/>
              </a:buClr>
              <a:buSzPts val="2800"/>
              <a:buNone/>
              <a:defRPr>
                <a:solidFill>
                  <a:schemeClr val="accent5"/>
                </a:solidFill>
                <a:latin typeface="Nunito"/>
                <a:ea typeface="Nunito"/>
                <a:cs typeface="Nunito"/>
                <a:sym typeface="Nunito"/>
              </a:defRPr>
            </a:lvl8pPr>
            <a:lvl9pPr lvl="8">
              <a:spcBef>
                <a:spcPts val="0"/>
              </a:spcBef>
              <a:spcAft>
                <a:spcPts val="0"/>
              </a:spcAft>
              <a:buClr>
                <a:schemeClr val="accent5"/>
              </a:buClr>
              <a:buSzPts val="2800"/>
              <a:buNone/>
              <a:defRPr>
                <a:solidFill>
                  <a:schemeClr val="accent5"/>
                </a:solidFill>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3166831608"/>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9"/>
        <p:cNvGrpSpPr/>
        <p:nvPr/>
      </p:nvGrpSpPr>
      <p:grpSpPr>
        <a:xfrm>
          <a:off x="0" y="0"/>
          <a:ext cx="0" cy="0"/>
          <a:chOff x="0" y="0"/>
          <a:chExt cx="0" cy="0"/>
        </a:xfrm>
      </p:grpSpPr>
      <p:grpSp>
        <p:nvGrpSpPr>
          <p:cNvPr id="100" name="Google Shape;100;p11"/>
          <p:cNvGrpSpPr/>
          <p:nvPr/>
        </p:nvGrpSpPr>
        <p:grpSpPr>
          <a:xfrm>
            <a:off x="13" y="67"/>
            <a:ext cx="12194556" cy="6857933"/>
            <a:chOff x="8" y="50"/>
            <a:chExt cx="9145917" cy="5143450"/>
          </a:xfrm>
        </p:grpSpPr>
        <p:sp>
          <p:nvSpPr>
            <p:cNvPr id="101" name="Google Shape;101;p11"/>
            <p:cNvSpPr/>
            <p:nvPr/>
          </p:nvSpPr>
          <p:spPr>
            <a:xfrm rot="10800000">
              <a:off x="150" y="50"/>
              <a:ext cx="3101400" cy="1155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 name="Google Shape;102;p11"/>
            <p:cNvSpPr/>
            <p:nvPr/>
          </p:nvSpPr>
          <p:spPr>
            <a:xfrm>
              <a:off x="6166025" y="4090075"/>
              <a:ext cx="2979900" cy="105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3" name="Google Shape;103;p11"/>
            <p:cNvSpPr/>
            <p:nvPr/>
          </p:nvSpPr>
          <p:spPr>
            <a:xfrm rot="10800000" flipH="1">
              <a:off x="77"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 name="Google Shape;104;p11"/>
            <p:cNvSpPr/>
            <p:nvPr/>
          </p:nvSpPr>
          <p:spPr>
            <a:xfrm rot="10800000">
              <a:off x="5646927" y="4910650"/>
              <a:ext cx="15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 name="Google Shape;105;p11"/>
            <p:cNvSpPr/>
            <p:nvPr/>
          </p:nvSpPr>
          <p:spPr>
            <a:xfrm rot="10800000">
              <a:off x="4541894" y="4419483"/>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 name="Google Shape;106;p11"/>
            <p:cNvSpPr/>
            <p:nvPr/>
          </p:nvSpPr>
          <p:spPr>
            <a:xfrm rot="10800000">
              <a:off x="6431591" y="4665050"/>
              <a:ext cx="1200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 name="Google Shape;107;p11"/>
            <p:cNvSpPr/>
            <p:nvPr/>
          </p:nvSpPr>
          <p:spPr>
            <a:xfrm rot="10800000" flipH="1">
              <a:off x="77"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 name="Google Shape;108;p11"/>
            <p:cNvSpPr/>
            <p:nvPr/>
          </p:nvSpPr>
          <p:spPr>
            <a:xfrm>
              <a:off x="2017" y="4804200"/>
              <a:ext cx="1715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 name="Google Shape;109;p11"/>
            <p:cNvSpPr/>
            <p:nvPr/>
          </p:nvSpPr>
          <p:spPr>
            <a:xfrm flipH="1">
              <a:off x="34" y="4910650"/>
              <a:ext cx="127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 name="Google Shape;110;p11"/>
            <p:cNvSpPr/>
            <p:nvPr/>
          </p:nvSpPr>
          <p:spPr>
            <a:xfrm flipH="1">
              <a:off x="8" y="4665075"/>
              <a:ext cx="713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11" name="Google Shape;111;p11"/>
            <p:cNvGrpSpPr/>
            <p:nvPr/>
          </p:nvGrpSpPr>
          <p:grpSpPr>
            <a:xfrm flipH="1">
              <a:off x="2021" y="178472"/>
              <a:ext cx="897900" cy="302453"/>
              <a:chOff x="8246106" y="178472"/>
              <a:chExt cx="897900" cy="302453"/>
            </a:xfrm>
          </p:grpSpPr>
          <p:sp>
            <p:nvSpPr>
              <p:cNvPr id="112" name="Google Shape;112;p11"/>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 name="Google Shape;113;p11"/>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14" name="Google Shape;114;p11"/>
          <p:cNvSpPr txBox="1">
            <a:spLocks noGrp="1"/>
          </p:cNvSpPr>
          <p:nvPr>
            <p:ph type="title" hasCustomPrompt="1"/>
          </p:nvPr>
        </p:nvSpPr>
        <p:spPr>
          <a:xfrm>
            <a:off x="1373467" y="1854584"/>
            <a:ext cx="9445200" cy="2365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2000"/>
              <a:buNone/>
              <a:defRPr sz="9000"/>
            </a:lvl1pPr>
            <a:lvl2pPr lvl="1" algn="ctr">
              <a:spcBef>
                <a:spcPts val="0"/>
              </a:spcBef>
              <a:spcAft>
                <a:spcPts val="0"/>
              </a:spcAft>
              <a:buClr>
                <a:schemeClr val="accent5"/>
              </a:buClr>
              <a:buSzPts val="12000"/>
              <a:buNone/>
              <a:defRPr sz="12000">
                <a:solidFill>
                  <a:schemeClr val="accent5"/>
                </a:solidFill>
              </a:defRPr>
            </a:lvl2pPr>
            <a:lvl3pPr lvl="2" algn="ctr">
              <a:spcBef>
                <a:spcPts val="0"/>
              </a:spcBef>
              <a:spcAft>
                <a:spcPts val="0"/>
              </a:spcAft>
              <a:buClr>
                <a:schemeClr val="accent5"/>
              </a:buClr>
              <a:buSzPts val="12000"/>
              <a:buNone/>
              <a:defRPr sz="12000">
                <a:solidFill>
                  <a:schemeClr val="accent5"/>
                </a:solidFill>
              </a:defRPr>
            </a:lvl3pPr>
            <a:lvl4pPr lvl="3" algn="ctr">
              <a:spcBef>
                <a:spcPts val="0"/>
              </a:spcBef>
              <a:spcAft>
                <a:spcPts val="0"/>
              </a:spcAft>
              <a:buClr>
                <a:schemeClr val="accent5"/>
              </a:buClr>
              <a:buSzPts val="12000"/>
              <a:buNone/>
              <a:defRPr sz="12000">
                <a:solidFill>
                  <a:schemeClr val="accent5"/>
                </a:solidFill>
              </a:defRPr>
            </a:lvl4pPr>
            <a:lvl5pPr lvl="4" algn="ctr">
              <a:spcBef>
                <a:spcPts val="0"/>
              </a:spcBef>
              <a:spcAft>
                <a:spcPts val="0"/>
              </a:spcAft>
              <a:buClr>
                <a:schemeClr val="accent5"/>
              </a:buClr>
              <a:buSzPts val="12000"/>
              <a:buNone/>
              <a:defRPr sz="12000">
                <a:solidFill>
                  <a:schemeClr val="accent5"/>
                </a:solidFill>
              </a:defRPr>
            </a:lvl5pPr>
            <a:lvl6pPr lvl="5" algn="ctr">
              <a:spcBef>
                <a:spcPts val="0"/>
              </a:spcBef>
              <a:spcAft>
                <a:spcPts val="0"/>
              </a:spcAft>
              <a:buClr>
                <a:schemeClr val="accent5"/>
              </a:buClr>
              <a:buSzPts val="12000"/>
              <a:buNone/>
              <a:defRPr sz="12000">
                <a:solidFill>
                  <a:schemeClr val="accent5"/>
                </a:solidFill>
              </a:defRPr>
            </a:lvl6pPr>
            <a:lvl7pPr lvl="6" algn="ctr">
              <a:spcBef>
                <a:spcPts val="0"/>
              </a:spcBef>
              <a:spcAft>
                <a:spcPts val="0"/>
              </a:spcAft>
              <a:buClr>
                <a:schemeClr val="accent5"/>
              </a:buClr>
              <a:buSzPts val="12000"/>
              <a:buNone/>
              <a:defRPr sz="12000">
                <a:solidFill>
                  <a:schemeClr val="accent5"/>
                </a:solidFill>
              </a:defRPr>
            </a:lvl7pPr>
            <a:lvl8pPr lvl="7" algn="ctr">
              <a:spcBef>
                <a:spcPts val="0"/>
              </a:spcBef>
              <a:spcAft>
                <a:spcPts val="0"/>
              </a:spcAft>
              <a:buClr>
                <a:schemeClr val="accent5"/>
              </a:buClr>
              <a:buSzPts val="12000"/>
              <a:buNone/>
              <a:defRPr sz="12000">
                <a:solidFill>
                  <a:schemeClr val="accent5"/>
                </a:solidFill>
              </a:defRPr>
            </a:lvl8pPr>
            <a:lvl9pPr lvl="8" algn="ctr">
              <a:spcBef>
                <a:spcPts val="0"/>
              </a:spcBef>
              <a:spcAft>
                <a:spcPts val="0"/>
              </a:spcAft>
              <a:buClr>
                <a:schemeClr val="accent5"/>
              </a:buClr>
              <a:buSzPts val="12000"/>
              <a:buNone/>
              <a:defRPr sz="12000">
                <a:solidFill>
                  <a:schemeClr val="accent5"/>
                </a:solidFill>
              </a:defRPr>
            </a:lvl9pPr>
          </a:lstStyle>
          <a:p>
            <a:r>
              <a:t>xx%</a:t>
            </a:r>
          </a:p>
        </p:txBody>
      </p:sp>
      <p:sp>
        <p:nvSpPr>
          <p:cNvPr id="115" name="Google Shape;115;p11"/>
          <p:cNvSpPr txBox="1">
            <a:spLocks noGrp="1"/>
          </p:cNvSpPr>
          <p:nvPr>
            <p:ph type="body" idx="1"/>
          </p:nvPr>
        </p:nvSpPr>
        <p:spPr>
          <a:xfrm>
            <a:off x="3242933" y="4109317"/>
            <a:ext cx="5706000" cy="10300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sz="1600"/>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en-US"/>
              <a:t>Click to edit Master text styles</a:t>
            </a:r>
          </a:p>
        </p:txBody>
      </p:sp>
    </p:spTree>
    <p:extLst>
      <p:ext uri="{BB962C8B-B14F-4D97-AF65-F5344CB8AC3E}">
        <p14:creationId xmlns:p14="http://schemas.microsoft.com/office/powerpoint/2010/main" val="3717944825"/>
      </p:ext>
    </p:extLst>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6"/>
        <p:cNvGrpSpPr/>
        <p:nvPr/>
      </p:nvGrpSpPr>
      <p:grpSpPr>
        <a:xfrm>
          <a:off x="0" y="0"/>
          <a:ext cx="0" cy="0"/>
          <a:chOff x="0" y="0"/>
          <a:chExt cx="0" cy="0"/>
        </a:xfrm>
      </p:grpSpPr>
    </p:spTree>
    <p:extLst>
      <p:ext uri="{BB962C8B-B14F-4D97-AF65-F5344CB8AC3E}">
        <p14:creationId xmlns:p14="http://schemas.microsoft.com/office/powerpoint/2010/main" val="1571199936"/>
      </p:ext>
    </p:extLst>
  </p:cSld>
  <p:clrMapOvr>
    <a:masterClrMapping/>
  </p:clrMapOvr>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17"/>
        <p:cNvGrpSpPr/>
        <p:nvPr/>
      </p:nvGrpSpPr>
      <p:grpSpPr>
        <a:xfrm>
          <a:off x="0" y="0"/>
          <a:ext cx="0" cy="0"/>
          <a:chOff x="0" y="0"/>
          <a:chExt cx="0" cy="0"/>
        </a:xfrm>
      </p:grpSpPr>
      <p:grpSp>
        <p:nvGrpSpPr>
          <p:cNvPr id="118" name="Google Shape;118;p13"/>
          <p:cNvGrpSpPr/>
          <p:nvPr/>
        </p:nvGrpSpPr>
        <p:grpSpPr>
          <a:xfrm>
            <a:off x="0" y="0"/>
            <a:ext cx="12192133" cy="6857800"/>
            <a:chOff x="0" y="0"/>
            <a:chExt cx="9144100" cy="5143350"/>
          </a:xfrm>
        </p:grpSpPr>
        <p:sp>
          <p:nvSpPr>
            <p:cNvPr id="119" name="Google Shape;119;p13"/>
            <p:cNvSpPr/>
            <p:nvPr/>
          </p:nvSpPr>
          <p:spPr>
            <a:xfrm>
              <a:off x="0" y="0"/>
              <a:ext cx="482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 name="Google Shape;120;p13"/>
            <p:cNvSpPr/>
            <p:nvPr/>
          </p:nvSpPr>
          <p:spPr>
            <a:xfrm>
              <a:off x="8703400" y="4875750"/>
              <a:ext cx="440700" cy="267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 name="Google Shape;121;p13"/>
            <p:cNvSpPr/>
            <p:nvPr/>
          </p:nvSpPr>
          <p:spPr>
            <a:xfrm rot="10800000">
              <a:off x="233825" y="631123"/>
              <a:ext cx="898200" cy="60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 name="Google Shape;122;p13"/>
            <p:cNvSpPr/>
            <p:nvPr/>
          </p:nvSpPr>
          <p:spPr>
            <a:xfrm rot="10800000">
              <a:off x="76107" y="874967"/>
              <a:ext cx="365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 name="Google Shape;123;p13"/>
            <p:cNvSpPr/>
            <p:nvPr/>
          </p:nvSpPr>
          <p:spPr>
            <a:xfrm rot="10800000">
              <a:off x="158218" y="383789"/>
              <a:ext cx="400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 name="Google Shape;124;p13"/>
            <p:cNvSpPr/>
            <p:nvPr/>
          </p:nvSpPr>
          <p:spPr>
            <a:xfrm rot="10800000">
              <a:off x="8869898" y="4839525"/>
              <a:ext cx="274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25" name="Google Shape;125;p13"/>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26" name="Google Shape;126;p13"/>
          <p:cNvSpPr txBox="1">
            <a:spLocks noGrp="1"/>
          </p:cNvSpPr>
          <p:nvPr>
            <p:ph type="title" idx="2" hasCustomPrompt="1"/>
          </p:nvPr>
        </p:nvSpPr>
        <p:spPr>
          <a:xfrm>
            <a:off x="1945321" y="1621608"/>
            <a:ext cx="137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7" name="Google Shape;127;p13"/>
          <p:cNvSpPr txBox="1">
            <a:spLocks noGrp="1"/>
          </p:cNvSpPr>
          <p:nvPr>
            <p:ph type="title" idx="3"/>
          </p:nvPr>
        </p:nvSpPr>
        <p:spPr>
          <a:xfrm>
            <a:off x="1960600" y="2244200"/>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28" name="Google Shape;128;p13"/>
          <p:cNvSpPr txBox="1">
            <a:spLocks noGrp="1"/>
          </p:cNvSpPr>
          <p:nvPr>
            <p:ph type="title" idx="4"/>
          </p:nvPr>
        </p:nvSpPr>
        <p:spPr>
          <a:xfrm>
            <a:off x="1960600" y="2836116"/>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29" name="Google Shape;129;p13"/>
          <p:cNvSpPr txBox="1">
            <a:spLocks noGrp="1"/>
          </p:cNvSpPr>
          <p:nvPr>
            <p:ph type="title" idx="5" hasCustomPrompt="1"/>
          </p:nvPr>
        </p:nvSpPr>
        <p:spPr>
          <a:xfrm>
            <a:off x="6907821" y="1621608"/>
            <a:ext cx="140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0" name="Google Shape;130;p13"/>
          <p:cNvSpPr txBox="1">
            <a:spLocks noGrp="1"/>
          </p:cNvSpPr>
          <p:nvPr>
            <p:ph type="title" idx="6"/>
          </p:nvPr>
        </p:nvSpPr>
        <p:spPr>
          <a:xfrm>
            <a:off x="6923100" y="2244200"/>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1" name="Google Shape;131;p13"/>
          <p:cNvSpPr txBox="1">
            <a:spLocks noGrp="1"/>
          </p:cNvSpPr>
          <p:nvPr>
            <p:ph type="title" idx="7"/>
          </p:nvPr>
        </p:nvSpPr>
        <p:spPr>
          <a:xfrm>
            <a:off x="6923100" y="2836116"/>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32" name="Google Shape;132;p13"/>
          <p:cNvSpPr txBox="1">
            <a:spLocks noGrp="1"/>
          </p:cNvSpPr>
          <p:nvPr>
            <p:ph type="title" idx="8" hasCustomPrompt="1"/>
          </p:nvPr>
        </p:nvSpPr>
        <p:spPr>
          <a:xfrm>
            <a:off x="1945321" y="4061285"/>
            <a:ext cx="137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3" name="Google Shape;133;p13"/>
          <p:cNvSpPr txBox="1">
            <a:spLocks noGrp="1"/>
          </p:cNvSpPr>
          <p:nvPr>
            <p:ph type="title" idx="9"/>
          </p:nvPr>
        </p:nvSpPr>
        <p:spPr>
          <a:xfrm>
            <a:off x="1960600" y="4683869"/>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4" name="Google Shape;134;p13"/>
          <p:cNvSpPr txBox="1">
            <a:spLocks noGrp="1"/>
          </p:cNvSpPr>
          <p:nvPr>
            <p:ph type="title" idx="13"/>
          </p:nvPr>
        </p:nvSpPr>
        <p:spPr>
          <a:xfrm>
            <a:off x="1960600" y="5275795"/>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35" name="Google Shape;135;p13"/>
          <p:cNvSpPr txBox="1">
            <a:spLocks noGrp="1"/>
          </p:cNvSpPr>
          <p:nvPr>
            <p:ph type="title" idx="14" hasCustomPrompt="1"/>
          </p:nvPr>
        </p:nvSpPr>
        <p:spPr>
          <a:xfrm>
            <a:off x="6907821" y="4061285"/>
            <a:ext cx="140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6" name="Google Shape;136;p13"/>
          <p:cNvSpPr txBox="1">
            <a:spLocks noGrp="1"/>
          </p:cNvSpPr>
          <p:nvPr>
            <p:ph type="title" idx="15"/>
          </p:nvPr>
        </p:nvSpPr>
        <p:spPr>
          <a:xfrm>
            <a:off x="6923100" y="4683869"/>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7" name="Google Shape;137;p13"/>
          <p:cNvSpPr txBox="1">
            <a:spLocks noGrp="1"/>
          </p:cNvSpPr>
          <p:nvPr>
            <p:ph type="title" idx="16"/>
          </p:nvPr>
        </p:nvSpPr>
        <p:spPr>
          <a:xfrm>
            <a:off x="6923100" y="5275795"/>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1672094993"/>
      </p:ext>
    </p:extLst>
  </p:cSld>
  <p:clrMapOvr>
    <a:masterClrMapping/>
  </p:clrMapOvr>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38"/>
        <p:cNvGrpSpPr/>
        <p:nvPr/>
      </p:nvGrpSpPr>
      <p:grpSpPr>
        <a:xfrm>
          <a:off x="0" y="0"/>
          <a:ext cx="0" cy="0"/>
          <a:chOff x="0" y="0"/>
          <a:chExt cx="0" cy="0"/>
        </a:xfrm>
      </p:grpSpPr>
      <p:grpSp>
        <p:nvGrpSpPr>
          <p:cNvPr id="139" name="Google Shape;139;p14"/>
          <p:cNvGrpSpPr/>
          <p:nvPr/>
        </p:nvGrpSpPr>
        <p:grpSpPr>
          <a:xfrm>
            <a:off x="2" y="2"/>
            <a:ext cx="12191993" cy="6858167"/>
            <a:chOff x="0" y="0"/>
            <a:chExt cx="9143995" cy="5143625"/>
          </a:xfrm>
        </p:grpSpPr>
        <p:sp>
          <p:nvSpPr>
            <p:cNvPr id="140" name="Google Shape;140;p14"/>
            <p:cNvSpPr/>
            <p:nvPr/>
          </p:nvSpPr>
          <p:spPr>
            <a:xfrm flipH="1">
              <a:off x="0" y="4188125"/>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 name="Google Shape;141;p14"/>
            <p:cNvSpPr/>
            <p:nvPr/>
          </p:nvSpPr>
          <p:spPr>
            <a:xfrm flipH="1">
              <a:off x="1751145" y="4419475"/>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 name="Google Shape;142;p14"/>
            <p:cNvSpPr/>
            <p:nvPr/>
          </p:nvSpPr>
          <p:spPr>
            <a:xfrm flipH="1">
              <a:off x="2074151" y="4910650"/>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 name="Google Shape;143;p14"/>
            <p:cNvSpPr/>
            <p:nvPr/>
          </p:nvSpPr>
          <p:spPr>
            <a:xfrm flipH="1">
              <a:off x="2151456" y="4665075"/>
              <a:ext cx="215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 name="Google Shape;144;p14"/>
            <p:cNvSpPr/>
            <p:nvPr/>
          </p:nvSpPr>
          <p:spPr>
            <a:xfrm>
              <a:off x="6416695" y="0"/>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 name="Google Shape;145;p14"/>
            <p:cNvSpPr/>
            <p:nvPr/>
          </p:nvSpPr>
          <p:spPr>
            <a:xfrm>
              <a:off x="4726699" y="231350"/>
              <a:ext cx="2694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 name="Google Shape;146;p14"/>
            <p:cNvSpPr/>
            <p:nvPr/>
          </p:nvSpPr>
          <p:spPr>
            <a:xfrm>
              <a:off x="6279349" y="722525"/>
              <a:ext cx="111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7" name="Google Shape;147;p14"/>
            <p:cNvSpPr/>
            <p:nvPr/>
          </p:nvSpPr>
          <p:spPr>
            <a:xfrm>
              <a:off x="6858825" y="476950"/>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48" name="Google Shape;148;p14"/>
          <p:cNvSpPr txBox="1">
            <a:spLocks noGrp="1"/>
          </p:cNvSpPr>
          <p:nvPr>
            <p:ph type="title"/>
          </p:nvPr>
        </p:nvSpPr>
        <p:spPr>
          <a:xfrm>
            <a:off x="1392300" y="2810233"/>
            <a:ext cx="9407200" cy="1554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rPr lang="en-US"/>
              <a:t>Click to edit Master title style</a:t>
            </a:r>
            <a:endParaRPr/>
          </a:p>
        </p:txBody>
      </p:sp>
      <p:sp>
        <p:nvSpPr>
          <p:cNvPr id="149" name="Google Shape;149;p14"/>
          <p:cNvSpPr txBox="1">
            <a:spLocks noGrp="1"/>
          </p:cNvSpPr>
          <p:nvPr>
            <p:ph type="subTitle" idx="1"/>
          </p:nvPr>
        </p:nvSpPr>
        <p:spPr>
          <a:xfrm>
            <a:off x="2662367" y="4359000"/>
            <a:ext cx="6867200" cy="69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50" name="Google Shape;150;p14"/>
          <p:cNvSpPr txBox="1">
            <a:spLocks noGrp="1"/>
          </p:cNvSpPr>
          <p:nvPr>
            <p:ph type="title" idx="2" hasCustomPrompt="1"/>
          </p:nvPr>
        </p:nvSpPr>
        <p:spPr>
          <a:xfrm>
            <a:off x="5046733" y="1801784"/>
            <a:ext cx="2098400" cy="1029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65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1517016421"/>
      </p:ext>
    </p:extLst>
  </p:cSld>
  <p:clrMapOvr>
    <a:masterClrMapping/>
  </p:clrMapOvr>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51"/>
        <p:cNvGrpSpPr/>
        <p:nvPr/>
      </p:nvGrpSpPr>
      <p:grpSpPr>
        <a:xfrm>
          <a:off x="0" y="0"/>
          <a:ext cx="0" cy="0"/>
          <a:chOff x="0" y="0"/>
          <a:chExt cx="0" cy="0"/>
        </a:xfrm>
      </p:grpSpPr>
      <p:grpSp>
        <p:nvGrpSpPr>
          <p:cNvPr id="152" name="Google Shape;152;p15"/>
          <p:cNvGrpSpPr/>
          <p:nvPr/>
        </p:nvGrpSpPr>
        <p:grpSpPr>
          <a:xfrm>
            <a:off x="105" y="68"/>
            <a:ext cx="12191764" cy="6857733"/>
            <a:chOff x="77" y="50"/>
            <a:chExt cx="9143823" cy="5143300"/>
          </a:xfrm>
        </p:grpSpPr>
        <p:sp>
          <p:nvSpPr>
            <p:cNvPr id="153" name="Google Shape;153;p15"/>
            <p:cNvSpPr/>
            <p:nvPr/>
          </p:nvSpPr>
          <p:spPr>
            <a:xfrm rot="10800000">
              <a:off x="150" y="50"/>
              <a:ext cx="3101400" cy="1155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4" name="Google Shape;154;p15"/>
            <p:cNvSpPr/>
            <p:nvPr/>
          </p:nvSpPr>
          <p:spPr>
            <a:xfrm rot="10800000" flipH="1">
              <a:off x="77"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5" name="Google Shape;155;p15"/>
            <p:cNvSpPr/>
            <p:nvPr/>
          </p:nvSpPr>
          <p:spPr>
            <a:xfrm rot="10800000" flipH="1">
              <a:off x="77"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56" name="Google Shape;156;p15"/>
            <p:cNvGrpSpPr/>
            <p:nvPr/>
          </p:nvGrpSpPr>
          <p:grpSpPr>
            <a:xfrm flipH="1">
              <a:off x="2021" y="178472"/>
              <a:ext cx="897900" cy="302453"/>
              <a:chOff x="8246106" y="178472"/>
              <a:chExt cx="897900" cy="302453"/>
            </a:xfrm>
          </p:grpSpPr>
          <p:sp>
            <p:nvSpPr>
              <p:cNvPr id="157" name="Google Shape;157;p15"/>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8" name="Google Shape;158;p15"/>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159" name="Google Shape;159;p15"/>
            <p:cNvGrpSpPr/>
            <p:nvPr/>
          </p:nvGrpSpPr>
          <p:grpSpPr>
            <a:xfrm>
              <a:off x="4541894" y="4419483"/>
              <a:ext cx="4602006" cy="723867"/>
              <a:chOff x="4541894" y="4419483"/>
              <a:chExt cx="4602006" cy="723867"/>
            </a:xfrm>
          </p:grpSpPr>
          <p:sp>
            <p:nvSpPr>
              <p:cNvPr id="160" name="Google Shape;160;p15"/>
              <p:cNvSpPr/>
              <p:nvPr/>
            </p:nvSpPr>
            <p:spPr>
              <a:xfrm>
                <a:off x="5202200" y="4875750"/>
                <a:ext cx="3941700" cy="267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1" name="Google Shape;161;p15"/>
              <p:cNvSpPr/>
              <p:nvPr/>
            </p:nvSpPr>
            <p:spPr>
              <a:xfrm rot="10800000">
                <a:off x="5646927" y="4910650"/>
                <a:ext cx="15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2" name="Google Shape;162;p15"/>
              <p:cNvSpPr/>
              <p:nvPr/>
            </p:nvSpPr>
            <p:spPr>
              <a:xfrm rot="10800000">
                <a:off x="4541894" y="4419483"/>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3" name="Google Shape;163;p15"/>
              <p:cNvSpPr/>
              <p:nvPr/>
            </p:nvSpPr>
            <p:spPr>
              <a:xfrm rot="10800000">
                <a:off x="6431591" y="4665050"/>
                <a:ext cx="1200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64" name="Google Shape;164;p15"/>
          <p:cNvSpPr txBox="1">
            <a:spLocks noGrp="1"/>
          </p:cNvSpPr>
          <p:nvPr>
            <p:ph type="title"/>
          </p:nvPr>
        </p:nvSpPr>
        <p:spPr>
          <a:xfrm>
            <a:off x="1740367" y="2483567"/>
            <a:ext cx="9059200" cy="2208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40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rPr lang="en-US"/>
              <a:t>Click to edit Master title style</a:t>
            </a:r>
            <a:endParaRPr/>
          </a:p>
        </p:txBody>
      </p:sp>
      <p:sp>
        <p:nvSpPr>
          <p:cNvPr id="165" name="Google Shape;165;p15"/>
          <p:cNvSpPr txBox="1">
            <a:spLocks noGrp="1"/>
          </p:cNvSpPr>
          <p:nvPr>
            <p:ph type="subTitle" idx="1"/>
          </p:nvPr>
        </p:nvSpPr>
        <p:spPr>
          <a:xfrm>
            <a:off x="3932300" y="4691567"/>
            <a:ext cx="6867200" cy="697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400"/>
              <a:buNone/>
              <a:defRPr sz="15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66" name="Google Shape;166;p15"/>
          <p:cNvSpPr txBox="1">
            <a:spLocks noGrp="1"/>
          </p:cNvSpPr>
          <p:nvPr>
            <p:ph type="title" idx="2" hasCustomPrompt="1"/>
          </p:nvPr>
        </p:nvSpPr>
        <p:spPr>
          <a:xfrm>
            <a:off x="8701100" y="1293803"/>
            <a:ext cx="2098400" cy="1227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65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4123879500"/>
      </p:ext>
    </p:extLst>
  </p:cSld>
  <p:clrMapOvr>
    <a:masterClrMapping/>
  </p:clrMapOvr>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7"/>
        <p:cNvGrpSpPr/>
        <p:nvPr/>
      </p:nvGrpSpPr>
      <p:grpSpPr>
        <a:xfrm>
          <a:off x="0" y="0"/>
          <a:ext cx="0" cy="0"/>
          <a:chOff x="0" y="0"/>
          <a:chExt cx="0" cy="0"/>
        </a:xfrm>
      </p:grpSpPr>
      <p:grpSp>
        <p:nvGrpSpPr>
          <p:cNvPr id="168" name="Google Shape;168;p16"/>
          <p:cNvGrpSpPr/>
          <p:nvPr/>
        </p:nvGrpSpPr>
        <p:grpSpPr>
          <a:xfrm>
            <a:off x="102" y="-3299"/>
            <a:ext cx="12192033" cy="6861300"/>
            <a:chOff x="75" y="-2475"/>
            <a:chExt cx="9144025" cy="5145975"/>
          </a:xfrm>
        </p:grpSpPr>
        <p:sp>
          <p:nvSpPr>
            <p:cNvPr id="169" name="Google Shape;169;p16"/>
            <p:cNvSpPr/>
            <p:nvPr/>
          </p:nvSpPr>
          <p:spPr>
            <a:xfrm rot="10800000">
              <a:off x="75" y="4289400"/>
              <a:ext cx="3324000" cy="854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0" name="Google Shape;170;p16"/>
            <p:cNvSpPr/>
            <p:nvPr/>
          </p:nvSpPr>
          <p:spPr>
            <a:xfrm rot="10800000">
              <a:off x="5820000" y="-2475"/>
              <a:ext cx="3324000" cy="539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1" name="Google Shape;171;p16"/>
            <p:cNvSpPr/>
            <p:nvPr/>
          </p:nvSpPr>
          <p:spPr>
            <a:xfrm>
              <a:off x="8008000" y="507600"/>
              <a:ext cx="113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2" name="Google Shape;172;p16"/>
            <p:cNvSpPr/>
            <p:nvPr/>
          </p:nvSpPr>
          <p:spPr>
            <a:xfrm rot="10800000">
              <a:off x="2155025" y="4500053"/>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3" name="Google Shape;173;p16"/>
            <p:cNvSpPr/>
            <p:nvPr/>
          </p:nvSpPr>
          <p:spPr>
            <a:xfrm rot="10800000">
              <a:off x="2338375" y="4008875"/>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4" name="Google Shape;174;p16"/>
            <p:cNvSpPr/>
            <p:nvPr/>
          </p:nvSpPr>
          <p:spPr>
            <a:xfrm rot="10800000">
              <a:off x="2567050" y="4254450"/>
              <a:ext cx="1853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75" name="Google Shape;175;p16"/>
          <p:cNvSpPr txBox="1">
            <a:spLocks noGrp="1"/>
          </p:cNvSpPr>
          <p:nvPr>
            <p:ph type="title"/>
          </p:nvPr>
        </p:nvSpPr>
        <p:spPr>
          <a:xfrm>
            <a:off x="3316900" y="4003500"/>
            <a:ext cx="55580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176" name="Google Shape;176;p16"/>
          <p:cNvSpPr txBox="1">
            <a:spLocks noGrp="1"/>
          </p:cNvSpPr>
          <p:nvPr>
            <p:ph type="title" idx="2"/>
          </p:nvPr>
        </p:nvSpPr>
        <p:spPr>
          <a:xfrm>
            <a:off x="2582000" y="2165400"/>
            <a:ext cx="7028400" cy="21208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2800"/>
              <a:buNone/>
              <a:defRPr sz="2000" b="0">
                <a:solidFill>
                  <a:schemeClr val="dk2"/>
                </a:solidFill>
                <a:latin typeface="Inter"/>
                <a:ea typeface="Inter"/>
                <a:cs typeface="Inter"/>
                <a:sym typeface="Inter"/>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591045894"/>
      </p:ext>
    </p:extLst>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77"/>
        <p:cNvGrpSpPr/>
        <p:nvPr/>
      </p:nvGrpSpPr>
      <p:grpSpPr>
        <a:xfrm>
          <a:off x="0" y="0"/>
          <a:ext cx="0" cy="0"/>
          <a:chOff x="0" y="0"/>
          <a:chExt cx="0" cy="0"/>
        </a:xfrm>
      </p:grpSpPr>
      <p:sp>
        <p:nvSpPr>
          <p:cNvPr id="178" name="Google Shape;178;p17"/>
          <p:cNvSpPr txBox="1">
            <a:spLocks noGrp="1"/>
          </p:cNvSpPr>
          <p:nvPr>
            <p:ph type="title"/>
          </p:nvPr>
        </p:nvSpPr>
        <p:spPr>
          <a:xfrm>
            <a:off x="896800" y="500167"/>
            <a:ext cx="1039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grpSp>
        <p:nvGrpSpPr>
          <p:cNvPr id="179" name="Google Shape;179;p17"/>
          <p:cNvGrpSpPr/>
          <p:nvPr/>
        </p:nvGrpSpPr>
        <p:grpSpPr>
          <a:xfrm>
            <a:off x="95" y="0"/>
            <a:ext cx="12194516" cy="6858000"/>
            <a:chOff x="70" y="0"/>
            <a:chExt cx="9145887" cy="5143500"/>
          </a:xfrm>
        </p:grpSpPr>
        <p:sp>
          <p:nvSpPr>
            <p:cNvPr id="180" name="Google Shape;180;p17"/>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1" name="Google Shape;181;p17"/>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2" name="Google Shape;182;p17"/>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3" name="Google Shape;183;p17"/>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4" name="Google Shape;184;p17"/>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5" name="Google Shape;185;p17"/>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6" name="Google Shape;186;p17"/>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7" name="Google Shape;187;p17"/>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8" name="Google Shape;188;p17"/>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9" name="Google Shape;189;p17"/>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90" name="Google Shape;190;p17"/>
            <p:cNvGrpSpPr/>
            <p:nvPr/>
          </p:nvGrpSpPr>
          <p:grpSpPr>
            <a:xfrm>
              <a:off x="8246106" y="178472"/>
              <a:ext cx="897900" cy="302453"/>
              <a:chOff x="8246106" y="178472"/>
              <a:chExt cx="897900" cy="302453"/>
            </a:xfrm>
          </p:grpSpPr>
          <p:sp>
            <p:nvSpPr>
              <p:cNvPr id="191" name="Google Shape;191;p17"/>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2" name="Google Shape;192;p17"/>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Tree>
    <p:extLst>
      <p:ext uri="{BB962C8B-B14F-4D97-AF65-F5344CB8AC3E}">
        <p14:creationId xmlns:p14="http://schemas.microsoft.com/office/powerpoint/2010/main" val="406724910"/>
      </p:ext>
    </p:extLst>
  </p:cSld>
  <p:clrMapOvr>
    <a:masterClrMapping/>
  </p:clrMapOvr>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93"/>
        <p:cNvGrpSpPr/>
        <p:nvPr/>
      </p:nvGrpSpPr>
      <p:grpSpPr>
        <a:xfrm>
          <a:off x="0" y="0"/>
          <a:ext cx="0" cy="0"/>
          <a:chOff x="0" y="0"/>
          <a:chExt cx="0" cy="0"/>
        </a:xfrm>
      </p:grpSpPr>
      <p:grpSp>
        <p:nvGrpSpPr>
          <p:cNvPr id="194" name="Google Shape;194;p18"/>
          <p:cNvGrpSpPr/>
          <p:nvPr/>
        </p:nvGrpSpPr>
        <p:grpSpPr>
          <a:xfrm>
            <a:off x="-2760" y="0"/>
            <a:ext cx="12194768" cy="6858000"/>
            <a:chOff x="-2070" y="0"/>
            <a:chExt cx="9146076" cy="5143500"/>
          </a:xfrm>
        </p:grpSpPr>
        <p:sp>
          <p:nvSpPr>
            <p:cNvPr id="195" name="Google Shape;195;p18"/>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6" name="Google Shape;196;p18"/>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7" name="Google Shape;197;p18"/>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8" name="Google Shape;198;p18"/>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9" name="Google Shape;199;p18"/>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0" name="Google Shape;200;p18"/>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1" name="Google Shape;201;p18"/>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2" name="Google Shape;202;p18"/>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3" name="Google Shape;203;p18"/>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4" name="Google Shape;204;p18"/>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5" name="Google Shape;205;p18"/>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6" name="Google Shape;206;p18"/>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07" name="Google Shape;207;p18"/>
          <p:cNvSpPr txBox="1">
            <a:spLocks noGrp="1"/>
          </p:cNvSpPr>
          <p:nvPr>
            <p:ph type="title"/>
          </p:nvPr>
        </p:nvSpPr>
        <p:spPr>
          <a:xfrm>
            <a:off x="800300" y="500167"/>
            <a:ext cx="105912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758133285"/>
      </p:ext>
    </p:extLst>
  </p:cSld>
  <p:clrMapOvr>
    <a:masterClrMapping/>
  </p:clrMapOvr>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208"/>
        <p:cNvGrpSpPr/>
        <p:nvPr/>
      </p:nvGrpSpPr>
      <p:grpSpPr>
        <a:xfrm>
          <a:off x="0" y="0"/>
          <a:ext cx="0" cy="0"/>
          <a:chOff x="0" y="0"/>
          <a:chExt cx="0" cy="0"/>
        </a:xfrm>
      </p:grpSpPr>
      <p:sp>
        <p:nvSpPr>
          <p:cNvPr id="209" name="Google Shape;209;p19"/>
          <p:cNvSpPr/>
          <p:nvPr/>
        </p:nvSpPr>
        <p:spPr>
          <a:xfrm rot="10800000">
            <a:off x="10611588" y="0"/>
            <a:ext cx="1580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0" name="Google Shape;210;p19"/>
          <p:cNvSpPr/>
          <p:nvPr/>
        </p:nvSpPr>
        <p:spPr>
          <a:xfrm rot="10800000" flipH="1">
            <a:off x="10994808" y="237963"/>
            <a:ext cx="1197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1" name="Google Shape;211;p19"/>
          <p:cNvSpPr/>
          <p:nvPr/>
        </p:nvSpPr>
        <p:spPr>
          <a:xfrm rot="10800000" flipH="1">
            <a:off x="11572808" y="555633"/>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2" name="Google Shape;212;p19"/>
          <p:cNvSpPr/>
          <p:nvPr/>
        </p:nvSpPr>
        <p:spPr>
          <a:xfrm flipH="1">
            <a:off x="8" y="6405600"/>
            <a:ext cx="4158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3" name="Google Shape;213;p19"/>
          <p:cNvSpPr/>
          <p:nvPr/>
        </p:nvSpPr>
        <p:spPr>
          <a:xfrm rot="10800000" flipH="1">
            <a:off x="12" y="6210700"/>
            <a:ext cx="33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4" name="Google Shape;214;p19"/>
          <p:cNvSpPr/>
          <p:nvPr/>
        </p:nvSpPr>
        <p:spPr>
          <a:xfrm rot="10800000" flipH="1">
            <a:off x="23" y="6528367"/>
            <a:ext cx="107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5" name="Google Shape;215;p19"/>
          <p:cNvSpPr/>
          <p:nvPr/>
        </p:nvSpPr>
        <p:spPr>
          <a:xfrm>
            <a:off x="8" y="1560800"/>
            <a:ext cx="548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6" name="Google Shape;216;p19"/>
          <p:cNvSpPr/>
          <p:nvPr/>
        </p:nvSpPr>
        <p:spPr>
          <a:xfrm rot="10800000">
            <a:off x="-64" y="1666933"/>
            <a:ext cx="17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7" name="Google Shape;217;p19"/>
          <p:cNvSpPr txBox="1">
            <a:spLocks noGrp="1"/>
          </p:cNvSpPr>
          <p:nvPr>
            <p:ph type="title"/>
          </p:nvPr>
        </p:nvSpPr>
        <p:spPr>
          <a:xfrm>
            <a:off x="911833" y="500167"/>
            <a:ext cx="10368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414891940"/>
      </p:ext>
    </p:extLst>
  </p:cSld>
  <p:clrMapOvr>
    <a:masterClrMapping/>
  </p:clrMapOvr>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218"/>
        <p:cNvGrpSpPr/>
        <p:nvPr/>
      </p:nvGrpSpPr>
      <p:grpSpPr>
        <a:xfrm>
          <a:off x="0" y="0"/>
          <a:ext cx="0" cy="0"/>
          <a:chOff x="0" y="0"/>
          <a:chExt cx="0" cy="0"/>
        </a:xfrm>
      </p:grpSpPr>
      <p:sp>
        <p:nvSpPr>
          <p:cNvPr id="219" name="Google Shape;219;p20"/>
          <p:cNvSpPr/>
          <p:nvPr/>
        </p:nvSpPr>
        <p:spPr>
          <a:xfrm flipH="1">
            <a:off x="-27" y="0"/>
            <a:ext cx="742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0" name="Google Shape;220;p20"/>
          <p:cNvSpPr/>
          <p:nvPr/>
        </p:nvSpPr>
        <p:spPr>
          <a:xfrm rot="10800000">
            <a:off x="10284399" y="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1" name="Google Shape;221;p20"/>
          <p:cNvSpPr/>
          <p:nvPr/>
        </p:nvSpPr>
        <p:spPr>
          <a:xfrm rot="10800000" flipH="1">
            <a:off x="11571297" y="4145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2" name="Google Shape;222;p20"/>
          <p:cNvSpPr/>
          <p:nvPr/>
        </p:nvSpPr>
        <p:spPr>
          <a:xfrm rot="10800000" flipH="1">
            <a:off x="10846164" y="1834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3" name="Google Shape;223;p20"/>
          <p:cNvSpPr txBox="1">
            <a:spLocks noGrp="1"/>
          </p:cNvSpPr>
          <p:nvPr>
            <p:ph type="title"/>
          </p:nvPr>
        </p:nvSpPr>
        <p:spPr>
          <a:xfrm>
            <a:off x="911833" y="500167"/>
            <a:ext cx="10368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
        <p:nvSpPr>
          <p:cNvPr id="224" name="Google Shape;224;p20"/>
          <p:cNvSpPr/>
          <p:nvPr/>
        </p:nvSpPr>
        <p:spPr>
          <a:xfrm rot="10800000" flipH="1">
            <a:off x="-28" y="237967"/>
            <a:ext cx="476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5" name="Google Shape;225;p20"/>
          <p:cNvSpPr/>
          <p:nvPr/>
        </p:nvSpPr>
        <p:spPr>
          <a:xfrm rot="10800000" flipH="1">
            <a:off x="-29" y="555633"/>
            <a:ext cx="3116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1398634830"/>
      </p:ext>
    </p:extLst>
  </p:cSld>
  <p:clrMapOvr>
    <a:masterClrMapping/>
  </p:clrMapOvr>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26"/>
        <p:cNvGrpSpPr/>
        <p:nvPr/>
      </p:nvGrpSpPr>
      <p:grpSpPr>
        <a:xfrm>
          <a:off x="0" y="0"/>
          <a:ext cx="0" cy="0"/>
          <a:chOff x="0" y="0"/>
          <a:chExt cx="0" cy="0"/>
        </a:xfrm>
      </p:grpSpPr>
      <p:grpSp>
        <p:nvGrpSpPr>
          <p:cNvPr id="227" name="Google Shape;227;p21"/>
          <p:cNvGrpSpPr/>
          <p:nvPr/>
        </p:nvGrpSpPr>
        <p:grpSpPr>
          <a:xfrm>
            <a:off x="-200" y="0"/>
            <a:ext cx="12192199" cy="6858000"/>
            <a:chOff x="-150" y="0"/>
            <a:chExt cx="9144149" cy="5143500"/>
          </a:xfrm>
        </p:grpSpPr>
        <p:sp>
          <p:nvSpPr>
            <p:cNvPr id="228" name="Google Shape;228;p21"/>
            <p:cNvSpPr/>
            <p:nvPr/>
          </p:nvSpPr>
          <p:spPr>
            <a:xfrm flipH="1">
              <a:off x="-150" y="4090075"/>
              <a:ext cx="982500" cy="105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9" name="Google Shape;229;p21"/>
            <p:cNvSpPr/>
            <p:nvPr/>
          </p:nvSpPr>
          <p:spPr>
            <a:xfrm rot="10800000">
              <a:off x="497286" y="4910650"/>
              <a:ext cx="710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0" name="Google Shape;230;p21"/>
            <p:cNvSpPr/>
            <p:nvPr/>
          </p:nvSpPr>
          <p:spPr>
            <a:xfrm rot="10800000">
              <a:off x="207975" y="4419475"/>
              <a:ext cx="854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1" name="Google Shape;231;p21"/>
            <p:cNvSpPr/>
            <p:nvPr/>
          </p:nvSpPr>
          <p:spPr>
            <a:xfrm rot="10800000">
              <a:off x="831269" y="4665046"/>
              <a:ext cx="54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2" name="Google Shape;232;p21"/>
            <p:cNvSpPr/>
            <p:nvPr/>
          </p:nvSpPr>
          <p:spPr>
            <a:xfrm>
              <a:off x="6097750" y="2020200"/>
              <a:ext cx="16095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3" name="Google Shape;233;p21"/>
            <p:cNvSpPr/>
            <p:nvPr/>
          </p:nvSpPr>
          <p:spPr>
            <a:xfrm>
              <a:off x="6241125" y="175576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4" name="Google Shape;234;p21"/>
            <p:cNvSpPr/>
            <p:nvPr/>
          </p:nvSpPr>
          <p:spPr>
            <a:xfrm>
              <a:off x="5980075" y="2246947"/>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5" name="Google Shape;235;p21"/>
            <p:cNvSpPr/>
            <p:nvPr/>
          </p:nvSpPr>
          <p:spPr>
            <a:xfrm>
              <a:off x="5673525" y="2001350"/>
              <a:ext cx="103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6" name="Google Shape;236;p21"/>
            <p:cNvSpPr/>
            <p:nvPr/>
          </p:nvSpPr>
          <p:spPr>
            <a:xfrm>
              <a:off x="8110397" y="0"/>
              <a:ext cx="103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7" name="Google Shape;237;p21"/>
            <p:cNvSpPr/>
            <p:nvPr/>
          </p:nvSpPr>
          <p:spPr>
            <a:xfrm rot="10800000">
              <a:off x="8686799" y="302050"/>
              <a:ext cx="45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38" name="Google Shape;238;p21"/>
          <p:cNvSpPr txBox="1">
            <a:spLocks noGrp="1"/>
          </p:cNvSpPr>
          <p:nvPr>
            <p:ph type="title" hasCustomPrompt="1"/>
          </p:nvPr>
        </p:nvSpPr>
        <p:spPr>
          <a:xfrm>
            <a:off x="2013049" y="2721333"/>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39" name="Google Shape;239;p21"/>
          <p:cNvSpPr txBox="1">
            <a:spLocks noGrp="1"/>
          </p:cNvSpPr>
          <p:nvPr>
            <p:ph type="subTitle" idx="1"/>
          </p:nvPr>
        </p:nvSpPr>
        <p:spPr>
          <a:xfrm>
            <a:off x="2017049" y="3774267"/>
            <a:ext cx="5384400" cy="4244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240" name="Google Shape;240;p21"/>
          <p:cNvSpPr txBox="1">
            <a:spLocks noGrp="1"/>
          </p:cNvSpPr>
          <p:nvPr>
            <p:ph type="title" idx="2" hasCustomPrompt="1"/>
          </p:nvPr>
        </p:nvSpPr>
        <p:spPr>
          <a:xfrm>
            <a:off x="2013049" y="719600"/>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1" name="Google Shape;241;p21"/>
          <p:cNvSpPr txBox="1">
            <a:spLocks noGrp="1"/>
          </p:cNvSpPr>
          <p:nvPr>
            <p:ph type="subTitle" idx="3"/>
          </p:nvPr>
        </p:nvSpPr>
        <p:spPr>
          <a:xfrm>
            <a:off x="2017049" y="1772533"/>
            <a:ext cx="5384400" cy="42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242" name="Google Shape;242;p21"/>
          <p:cNvSpPr txBox="1">
            <a:spLocks noGrp="1"/>
          </p:cNvSpPr>
          <p:nvPr>
            <p:ph type="title" idx="4" hasCustomPrompt="1"/>
          </p:nvPr>
        </p:nvSpPr>
        <p:spPr>
          <a:xfrm>
            <a:off x="2013049" y="4723067"/>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3" name="Google Shape;243;p21"/>
          <p:cNvSpPr txBox="1">
            <a:spLocks noGrp="1"/>
          </p:cNvSpPr>
          <p:nvPr>
            <p:ph type="subTitle" idx="5"/>
          </p:nvPr>
        </p:nvSpPr>
        <p:spPr>
          <a:xfrm>
            <a:off x="2017049" y="5776133"/>
            <a:ext cx="5384400" cy="42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697665043"/>
      </p:ext>
    </p:extLst>
  </p:cSld>
  <p:clrMapOvr>
    <a:masterClrMapping/>
  </p:clrMapOvr>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and one column 2">
  <p:cSld name="Title and one column 2">
    <p:spTree>
      <p:nvGrpSpPr>
        <p:cNvPr id="1" name="Shape 244"/>
        <p:cNvGrpSpPr/>
        <p:nvPr/>
      </p:nvGrpSpPr>
      <p:grpSpPr>
        <a:xfrm>
          <a:off x="0" y="0"/>
          <a:ext cx="0" cy="0"/>
          <a:chOff x="0" y="0"/>
          <a:chExt cx="0" cy="0"/>
        </a:xfrm>
      </p:grpSpPr>
      <p:sp>
        <p:nvSpPr>
          <p:cNvPr id="245" name="Google Shape;245;p22"/>
          <p:cNvSpPr/>
          <p:nvPr/>
        </p:nvSpPr>
        <p:spPr>
          <a:xfrm>
            <a:off x="0" y="0"/>
            <a:ext cx="1719200" cy="4164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6" name="Google Shape;246;p22"/>
          <p:cNvSpPr/>
          <p:nvPr/>
        </p:nvSpPr>
        <p:spPr>
          <a:xfrm>
            <a:off x="0" y="6501000"/>
            <a:ext cx="2895200" cy="356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7" name="Google Shape;247;p22"/>
          <p:cNvSpPr/>
          <p:nvPr/>
        </p:nvSpPr>
        <p:spPr>
          <a:xfrm rot="10800000">
            <a:off x="906400" y="4276463"/>
            <a:ext cx="1091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8" name="Google Shape;248;p22"/>
          <p:cNvSpPr/>
          <p:nvPr/>
        </p:nvSpPr>
        <p:spPr>
          <a:xfrm rot="10800000">
            <a:off x="1150867" y="3621559"/>
            <a:ext cx="1194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9" name="Google Shape;249;p22"/>
          <p:cNvSpPr/>
          <p:nvPr/>
        </p:nvSpPr>
        <p:spPr>
          <a:xfrm rot="10800000">
            <a:off x="11252000" y="5719200"/>
            <a:ext cx="940000" cy="1138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0" name="Google Shape;250;p22"/>
          <p:cNvSpPr/>
          <p:nvPr/>
        </p:nvSpPr>
        <p:spPr>
          <a:xfrm rot="10800000">
            <a:off x="1391543" y="3949000"/>
            <a:ext cx="2286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1" name="Google Shape;251;p22"/>
          <p:cNvSpPr/>
          <p:nvPr/>
        </p:nvSpPr>
        <p:spPr>
          <a:xfrm rot="10800000">
            <a:off x="71" y="6452700"/>
            <a:ext cx="1180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2" name="Google Shape;252;p22"/>
          <p:cNvSpPr txBox="1">
            <a:spLocks noGrp="1"/>
          </p:cNvSpPr>
          <p:nvPr>
            <p:ph type="title"/>
          </p:nvPr>
        </p:nvSpPr>
        <p:spPr>
          <a:xfrm>
            <a:off x="5371267" y="2204851"/>
            <a:ext cx="5130400" cy="736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4200"/>
              <a:buNone/>
              <a:defRPr sz="30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r>
              <a:rPr lang="en-US"/>
              <a:t>Click to edit Master title style</a:t>
            </a:r>
            <a:endParaRPr/>
          </a:p>
        </p:txBody>
      </p:sp>
      <p:sp>
        <p:nvSpPr>
          <p:cNvPr id="253" name="Google Shape;253;p22"/>
          <p:cNvSpPr txBox="1">
            <a:spLocks noGrp="1"/>
          </p:cNvSpPr>
          <p:nvPr>
            <p:ph type="subTitle" idx="1"/>
          </p:nvPr>
        </p:nvSpPr>
        <p:spPr>
          <a:xfrm>
            <a:off x="5371267" y="2897556"/>
            <a:ext cx="5130400" cy="195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r>
              <a:rPr lang="en-US"/>
              <a:t>Click to edit Master subtitle style</a:t>
            </a:r>
            <a:endParaRPr/>
          </a:p>
        </p:txBody>
      </p:sp>
    </p:spTree>
    <p:extLst>
      <p:ext uri="{BB962C8B-B14F-4D97-AF65-F5344CB8AC3E}">
        <p14:creationId xmlns:p14="http://schemas.microsoft.com/office/powerpoint/2010/main" val="2953766309"/>
      </p:ext>
    </p:extLst>
  </p:cSld>
  <p:clrMapOvr>
    <a:masterClrMapping/>
  </p:clrMapOvr>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254"/>
        <p:cNvGrpSpPr/>
        <p:nvPr/>
      </p:nvGrpSpPr>
      <p:grpSpPr>
        <a:xfrm>
          <a:off x="0" y="0"/>
          <a:ext cx="0" cy="0"/>
          <a:chOff x="0" y="0"/>
          <a:chExt cx="0" cy="0"/>
        </a:xfrm>
      </p:grpSpPr>
      <p:grpSp>
        <p:nvGrpSpPr>
          <p:cNvPr id="255" name="Google Shape;255;p23"/>
          <p:cNvGrpSpPr/>
          <p:nvPr/>
        </p:nvGrpSpPr>
        <p:grpSpPr>
          <a:xfrm>
            <a:off x="-141" y="0"/>
            <a:ext cx="12189887" cy="6858000"/>
            <a:chOff x="-106" y="0"/>
            <a:chExt cx="9142415" cy="5143500"/>
          </a:xfrm>
        </p:grpSpPr>
        <p:sp>
          <p:nvSpPr>
            <p:cNvPr id="256" name="Google Shape;256;p23"/>
            <p:cNvSpPr/>
            <p:nvPr/>
          </p:nvSpPr>
          <p:spPr>
            <a:xfrm flipH="1">
              <a:off x="4984500" y="4804200"/>
              <a:ext cx="4157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7" name="Google Shape;257;p23"/>
            <p:cNvSpPr/>
            <p:nvPr/>
          </p:nvSpPr>
          <p:spPr>
            <a:xfrm>
              <a:off x="8049709" y="4419475"/>
              <a:ext cx="1092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8" name="Google Shape;258;p23"/>
            <p:cNvSpPr/>
            <p:nvPr/>
          </p:nvSpPr>
          <p:spPr>
            <a:xfrm>
              <a:off x="7705947" y="4910650"/>
              <a:ext cx="679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9" name="Google Shape;259;p23"/>
            <p:cNvSpPr/>
            <p:nvPr/>
          </p:nvSpPr>
          <p:spPr>
            <a:xfrm>
              <a:off x="6663067" y="4665075"/>
              <a:ext cx="1951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0" name="Google Shape;260;p23"/>
            <p:cNvSpPr/>
            <p:nvPr/>
          </p:nvSpPr>
          <p:spPr>
            <a:xfrm rot="10800000" flipH="1">
              <a:off x="6"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1" name="Google Shape;261;p23"/>
            <p:cNvSpPr/>
            <p:nvPr/>
          </p:nvSpPr>
          <p:spPr>
            <a:xfrm rot="10800000">
              <a:off x="-106" y="178475"/>
              <a:ext cx="33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2" name="Google Shape;262;p23"/>
            <p:cNvSpPr/>
            <p:nvPr/>
          </p:nvSpPr>
          <p:spPr>
            <a:xfrm rot="10800000">
              <a:off x="-31" y="416725"/>
              <a:ext cx="171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3" name="Google Shape;263;p23"/>
            <p:cNvSpPr/>
            <p:nvPr/>
          </p:nvSpPr>
          <p:spPr>
            <a:xfrm rot="10800000">
              <a:off x="1019719" y="35250"/>
              <a:ext cx="33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64" name="Google Shape;264;p23"/>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65" name="Google Shape;265;p23"/>
          <p:cNvSpPr txBox="1">
            <a:spLocks noGrp="1"/>
          </p:cNvSpPr>
          <p:nvPr>
            <p:ph type="title" idx="2"/>
          </p:nvPr>
        </p:nvSpPr>
        <p:spPr>
          <a:xfrm>
            <a:off x="6404447" y="2981900"/>
            <a:ext cx="4460400" cy="708800"/>
          </a:xfrm>
          <a:prstGeom prst="rect">
            <a:avLst/>
          </a:prstGeom>
          <a:solidFill>
            <a:schemeClr val="dk1"/>
          </a:solidFill>
        </p:spPr>
        <p:txBody>
          <a:bodyPr spcFirstLastPara="1" wrap="square" lIns="91425" tIns="91425" rIns="91425" bIns="91425" anchor="b" anchorCtr="0">
            <a:noAutofit/>
          </a:bodyPr>
          <a:lstStyle>
            <a:lvl1pPr lvl="0" rtl="0">
              <a:spcBef>
                <a:spcPts val="0"/>
              </a:spcBef>
              <a:spcAft>
                <a:spcPts val="0"/>
              </a:spcAft>
              <a:buSzPts val="2000"/>
              <a:buNone/>
              <a:defRPr sz="1800" b="1">
                <a:solidFill>
                  <a:schemeClr val="lt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66" name="Google Shape;266;p23"/>
          <p:cNvSpPr txBox="1">
            <a:spLocks noGrp="1"/>
          </p:cNvSpPr>
          <p:nvPr>
            <p:ph type="title" idx="3"/>
          </p:nvPr>
        </p:nvSpPr>
        <p:spPr>
          <a:xfrm>
            <a:off x="6404441" y="3690715"/>
            <a:ext cx="4460400" cy="1704800"/>
          </a:xfrm>
          <a:prstGeom prst="rect">
            <a:avLst/>
          </a:prstGeom>
          <a:solidFill>
            <a:schemeClr val="accent3"/>
          </a:solidFill>
        </p:spPr>
        <p:txBody>
          <a:bodyPr spcFirstLastPara="1" wrap="square" lIns="91425" tIns="91425" rIns="91425" bIns="91425" anchor="ctr" anchorCtr="0">
            <a:noAutofit/>
          </a:bodyPr>
          <a:lstStyle>
            <a:lvl1pPr lvl="0" rtl="0">
              <a:lnSpc>
                <a:spcPct val="115000"/>
              </a:lnSpc>
              <a:spcBef>
                <a:spcPts val="0"/>
              </a:spcBef>
              <a:spcAft>
                <a:spcPts val="0"/>
              </a:spcAft>
              <a:buSzPts val="1200"/>
              <a:buFont typeface="Nunito"/>
              <a:buChar char="■"/>
              <a:defRPr sz="1400" b="0">
                <a:solidFill>
                  <a:schemeClr val="dk2"/>
                </a:solidFill>
                <a:latin typeface="Inter"/>
                <a:ea typeface="Inter"/>
                <a:cs typeface="Inter"/>
                <a:sym typeface="Inter"/>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r>
              <a:rPr lang="en-US"/>
              <a:t>Click to edit Master title style</a:t>
            </a:r>
            <a:endParaRPr/>
          </a:p>
        </p:txBody>
      </p:sp>
      <p:sp>
        <p:nvSpPr>
          <p:cNvPr id="267" name="Google Shape;267;p23"/>
          <p:cNvSpPr txBox="1">
            <a:spLocks noGrp="1"/>
          </p:cNvSpPr>
          <p:nvPr>
            <p:ph type="title" idx="4"/>
          </p:nvPr>
        </p:nvSpPr>
        <p:spPr>
          <a:xfrm>
            <a:off x="1327151" y="2981884"/>
            <a:ext cx="4460800" cy="708800"/>
          </a:xfrm>
          <a:prstGeom prst="rect">
            <a:avLst/>
          </a:prstGeom>
          <a:solidFill>
            <a:schemeClr val="dk1"/>
          </a:solidFill>
        </p:spPr>
        <p:txBody>
          <a:bodyPr spcFirstLastPara="1" wrap="square" lIns="91425" tIns="91425" rIns="91425" bIns="91425" anchor="b" anchorCtr="0">
            <a:noAutofit/>
          </a:bodyPr>
          <a:lstStyle>
            <a:lvl1pPr lvl="0" rtl="0">
              <a:spcBef>
                <a:spcPts val="0"/>
              </a:spcBef>
              <a:spcAft>
                <a:spcPts val="0"/>
              </a:spcAft>
              <a:buSzPts val="2000"/>
              <a:buNone/>
              <a:defRPr sz="1800" b="1">
                <a:solidFill>
                  <a:schemeClr val="lt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68" name="Google Shape;268;p23"/>
          <p:cNvSpPr txBox="1">
            <a:spLocks noGrp="1"/>
          </p:cNvSpPr>
          <p:nvPr>
            <p:ph type="title" idx="5"/>
          </p:nvPr>
        </p:nvSpPr>
        <p:spPr>
          <a:xfrm>
            <a:off x="1327317" y="3690699"/>
            <a:ext cx="4460400" cy="1704800"/>
          </a:xfrm>
          <a:prstGeom prst="rect">
            <a:avLst/>
          </a:prstGeom>
          <a:solidFill>
            <a:schemeClr val="accent3"/>
          </a:solidFill>
        </p:spPr>
        <p:txBody>
          <a:bodyPr spcFirstLastPara="1" wrap="square" lIns="91425" tIns="91425" rIns="91425" bIns="91425" anchor="ctr" anchorCtr="0">
            <a:noAutofit/>
          </a:bodyPr>
          <a:lstStyle>
            <a:lvl1pPr lvl="0" rtl="0">
              <a:lnSpc>
                <a:spcPct val="115000"/>
              </a:lnSpc>
              <a:spcBef>
                <a:spcPts val="0"/>
              </a:spcBef>
              <a:spcAft>
                <a:spcPts val="0"/>
              </a:spcAft>
              <a:buSzPts val="1200"/>
              <a:buFont typeface="Nunito"/>
              <a:buChar char="■"/>
              <a:defRPr sz="1400" b="0">
                <a:solidFill>
                  <a:schemeClr val="dk2"/>
                </a:solidFill>
                <a:latin typeface="Inter"/>
                <a:ea typeface="Inter"/>
                <a:cs typeface="Inter"/>
                <a:sym typeface="Inter"/>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670373049"/>
      </p:ext>
    </p:extLst>
  </p:cSld>
  <p:clrMapOvr>
    <a:masterClrMapping/>
  </p:clrMapOvr>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69"/>
        <p:cNvGrpSpPr/>
        <p:nvPr/>
      </p:nvGrpSpPr>
      <p:grpSpPr>
        <a:xfrm>
          <a:off x="0" y="0"/>
          <a:ext cx="0" cy="0"/>
          <a:chOff x="0" y="0"/>
          <a:chExt cx="0" cy="0"/>
        </a:xfrm>
      </p:grpSpPr>
      <p:grpSp>
        <p:nvGrpSpPr>
          <p:cNvPr id="270" name="Google Shape;270;p24"/>
          <p:cNvGrpSpPr/>
          <p:nvPr/>
        </p:nvGrpSpPr>
        <p:grpSpPr>
          <a:xfrm>
            <a:off x="-95" y="4600235"/>
            <a:ext cx="12189889" cy="2257767"/>
            <a:chOff x="-72" y="3450175"/>
            <a:chExt cx="9142417" cy="1693325"/>
          </a:xfrm>
        </p:grpSpPr>
        <p:sp>
          <p:nvSpPr>
            <p:cNvPr id="271" name="Google Shape;271;p24"/>
            <p:cNvSpPr/>
            <p:nvPr/>
          </p:nvSpPr>
          <p:spPr>
            <a:xfrm flipH="1">
              <a:off x="154" y="3450175"/>
              <a:ext cx="183300" cy="16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2" name="Google Shape;272;p24"/>
            <p:cNvSpPr/>
            <p:nvPr/>
          </p:nvSpPr>
          <p:spPr>
            <a:xfrm flipH="1">
              <a:off x="-72" y="4896275"/>
              <a:ext cx="138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3" name="Google Shape;273;p24"/>
            <p:cNvSpPr/>
            <p:nvPr/>
          </p:nvSpPr>
          <p:spPr>
            <a:xfrm flipH="1">
              <a:off x="52" y="4658025"/>
              <a:ext cx="451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4" name="Google Shape;274;p24"/>
            <p:cNvSpPr/>
            <p:nvPr/>
          </p:nvSpPr>
          <p:spPr>
            <a:xfrm flipH="1">
              <a:off x="125" y="4419775"/>
              <a:ext cx="563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5" name="Google Shape;275;p24"/>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6" name="Google Shape;276;p24"/>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7" name="Google Shape;277;p24"/>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8" name="Google Shape;278;p24"/>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79" name="Google Shape;279;p24"/>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80" name="Google Shape;280;p24"/>
          <p:cNvSpPr txBox="1">
            <a:spLocks noGrp="1"/>
          </p:cNvSpPr>
          <p:nvPr>
            <p:ph type="title" idx="2" hasCustomPrompt="1"/>
          </p:nvPr>
        </p:nvSpPr>
        <p:spPr>
          <a:xfrm>
            <a:off x="5273819"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1" name="Google Shape;281;p24"/>
          <p:cNvSpPr txBox="1">
            <a:spLocks noGrp="1"/>
          </p:cNvSpPr>
          <p:nvPr>
            <p:ph type="title" idx="3"/>
          </p:nvPr>
        </p:nvSpPr>
        <p:spPr>
          <a:xfrm>
            <a:off x="4416817"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2" name="Google Shape;282;p24"/>
          <p:cNvSpPr txBox="1">
            <a:spLocks noGrp="1"/>
          </p:cNvSpPr>
          <p:nvPr>
            <p:ph type="title" idx="4"/>
          </p:nvPr>
        </p:nvSpPr>
        <p:spPr>
          <a:xfrm>
            <a:off x="4416815"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283" name="Google Shape;283;p24"/>
          <p:cNvSpPr txBox="1">
            <a:spLocks noGrp="1"/>
          </p:cNvSpPr>
          <p:nvPr>
            <p:ph type="title" idx="5" hasCustomPrompt="1"/>
          </p:nvPr>
        </p:nvSpPr>
        <p:spPr>
          <a:xfrm>
            <a:off x="1608373"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4" name="Google Shape;284;p24"/>
          <p:cNvSpPr txBox="1">
            <a:spLocks noGrp="1"/>
          </p:cNvSpPr>
          <p:nvPr>
            <p:ph type="title" idx="6"/>
          </p:nvPr>
        </p:nvSpPr>
        <p:spPr>
          <a:xfrm>
            <a:off x="751500"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5" name="Google Shape;285;p24"/>
          <p:cNvSpPr txBox="1">
            <a:spLocks noGrp="1"/>
          </p:cNvSpPr>
          <p:nvPr>
            <p:ph type="title" idx="7"/>
          </p:nvPr>
        </p:nvSpPr>
        <p:spPr>
          <a:xfrm>
            <a:off x="751367"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286" name="Google Shape;286;p24"/>
          <p:cNvSpPr txBox="1">
            <a:spLocks noGrp="1"/>
          </p:cNvSpPr>
          <p:nvPr>
            <p:ph type="title" idx="8" hasCustomPrompt="1"/>
          </p:nvPr>
        </p:nvSpPr>
        <p:spPr>
          <a:xfrm>
            <a:off x="8939263"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7" name="Google Shape;287;p24"/>
          <p:cNvSpPr txBox="1">
            <a:spLocks noGrp="1"/>
          </p:cNvSpPr>
          <p:nvPr>
            <p:ph type="title" idx="9"/>
          </p:nvPr>
        </p:nvSpPr>
        <p:spPr>
          <a:xfrm>
            <a:off x="8082167"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8" name="Google Shape;288;p24"/>
          <p:cNvSpPr txBox="1">
            <a:spLocks noGrp="1"/>
          </p:cNvSpPr>
          <p:nvPr>
            <p:ph type="title" idx="13"/>
          </p:nvPr>
        </p:nvSpPr>
        <p:spPr>
          <a:xfrm>
            <a:off x="8082264"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164004393"/>
      </p:ext>
    </p:extLst>
  </p:cSld>
  <p:clrMapOvr>
    <a:masterClrMapping/>
  </p:clrMapOvr>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289"/>
        <p:cNvGrpSpPr/>
        <p:nvPr/>
      </p:nvGrpSpPr>
      <p:grpSpPr>
        <a:xfrm>
          <a:off x="0" y="0"/>
          <a:ext cx="0" cy="0"/>
          <a:chOff x="0" y="0"/>
          <a:chExt cx="0" cy="0"/>
        </a:xfrm>
      </p:grpSpPr>
      <p:grpSp>
        <p:nvGrpSpPr>
          <p:cNvPr id="290" name="Google Shape;290;p25"/>
          <p:cNvGrpSpPr/>
          <p:nvPr/>
        </p:nvGrpSpPr>
        <p:grpSpPr>
          <a:xfrm>
            <a:off x="95" y="0"/>
            <a:ext cx="12194516" cy="6858000"/>
            <a:chOff x="70" y="0"/>
            <a:chExt cx="9145887" cy="5143500"/>
          </a:xfrm>
        </p:grpSpPr>
        <p:sp>
          <p:nvSpPr>
            <p:cNvPr id="291" name="Google Shape;291;p25"/>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2" name="Google Shape;292;p25"/>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3" name="Google Shape;293;p25"/>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4" name="Google Shape;294;p25"/>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5" name="Google Shape;295;p25"/>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6" name="Google Shape;296;p25"/>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7" name="Google Shape;297;p25"/>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8" name="Google Shape;298;p25"/>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9" name="Google Shape;299;p25"/>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0" name="Google Shape;300;p25"/>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301" name="Google Shape;301;p25"/>
            <p:cNvGrpSpPr/>
            <p:nvPr/>
          </p:nvGrpSpPr>
          <p:grpSpPr>
            <a:xfrm>
              <a:off x="8246106" y="178472"/>
              <a:ext cx="897900" cy="302453"/>
              <a:chOff x="8246106" y="178472"/>
              <a:chExt cx="897900" cy="302453"/>
            </a:xfrm>
          </p:grpSpPr>
          <p:sp>
            <p:nvSpPr>
              <p:cNvPr id="302" name="Google Shape;302;p25"/>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3" name="Google Shape;303;p25"/>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304" name="Google Shape;304;p25"/>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05" name="Google Shape;305;p25"/>
          <p:cNvSpPr txBox="1">
            <a:spLocks noGrp="1"/>
          </p:cNvSpPr>
          <p:nvPr>
            <p:ph type="title" idx="2"/>
          </p:nvPr>
        </p:nvSpPr>
        <p:spPr>
          <a:xfrm>
            <a:off x="4416800"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06" name="Google Shape;306;p25"/>
          <p:cNvSpPr txBox="1">
            <a:spLocks noGrp="1"/>
          </p:cNvSpPr>
          <p:nvPr>
            <p:ph type="title" idx="3"/>
          </p:nvPr>
        </p:nvSpPr>
        <p:spPr>
          <a:xfrm>
            <a:off x="44168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07" name="Google Shape;307;p25"/>
          <p:cNvSpPr txBox="1">
            <a:spLocks noGrp="1"/>
          </p:cNvSpPr>
          <p:nvPr>
            <p:ph type="title" idx="4"/>
          </p:nvPr>
        </p:nvSpPr>
        <p:spPr>
          <a:xfrm>
            <a:off x="853033"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08" name="Google Shape;308;p25"/>
          <p:cNvSpPr txBox="1">
            <a:spLocks noGrp="1"/>
          </p:cNvSpPr>
          <p:nvPr>
            <p:ph type="title" idx="5"/>
          </p:nvPr>
        </p:nvSpPr>
        <p:spPr>
          <a:xfrm>
            <a:off x="8530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09" name="Google Shape;309;p25"/>
          <p:cNvSpPr txBox="1">
            <a:spLocks noGrp="1"/>
          </p:cNvSpPr>
          <p:nvPr>
            <p:ph type="title" idx="6"/>
          </p:nvPr>
        </p:nvSpPr>
        <p:spPr>
          <a:xfrm>
            <a:off x="7980567"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10" name="Google Shape;310;p25"/>
          <p:cNvSpPr txBox="1">
            <a:spLocks noGrp="1"/>
          </p:cNvSpPr>
          <p:nvPr>
            <p:ph type="title" idx="7"/>
          </p:nvPr>
        </p:nvSpPr>
        <p:spPr>
          <a:xfrm>
            <a:off x="79806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11" name="Google Shape;311;p25"/>
          <p:cNvSpPr txBox="1">
            <a:spLocks noGrp="1"/>
          </p:cNvSpPr>
          <p:nvPr>
            <p:ph type="title" idx="8" hasCustomPrompt="1"/>
          </p:nvPr>
        </p:nvSpPr>
        <p:spPr>
          <a:xfrm>
            <a:off x="1889400"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12" name="Google Shape;312;p25"/>
          <p:cNvSpPr txBox="1">
            <a:spLocks noGrp="1"/>
          </p:cNvSpPr>
          <p:nvPr>
            <p:ph type="title" idx="9" hasCustomPrompt="1"/>
          </p:nvPr>
        </p:nvSpPr>
        <p:spPr>
          <a:xfrm>
            <a:off x="5453167"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13" name="Google Shape;313;p25"/>
          <p:cNvSpPr txBox="1">
            <a:spLocks noGrp="1"/>
          </p:cNvSpPr>
          <p:nvPr>
            <p:ph type="title" idx="13" hasCustomPrompt="1"/>
          </p:nvPr>
        </p:nvSpPr>
        <p:spPr>
          <a:xfrm>
            <a:off x="9016833"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2220019607"/>
      </p:ext>
    </p:extLst>
  </p:cSld>
  <p:clrMapOvr>
    <a:masterClrMapping/>
  </p:clrMapOvr>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314"/>
        <p:cNvGrpSpPr/>
        <p:nvPr/>
      </p:nvGrpSpPr>
      <p:grpSpPr>
        <a:xfrm>
          <a:off x="0" y="0"/>
          <a:ext cx="0" cy="0"/>
          <a:chOff x="0" y="0"/>
          <a:chExt cx="0" cy="0"/>
        </a:xfrm>
      </p:grpSpPr>
      <p:sp>
        <p:nvSpPr>
          <p:cNvPr id="315" name="Google Shape;315;p26"/>
          <p:cNvSpPr/>
          <p:nvPr/>
        </p:nvSpPr>
        <p:spPr>
          <a:xfrm rot="10800000">
            <a:off x="10611588" y="0"/>
            <a:ext cx="1580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6" name="Google Shape;316;p26"/>
          <p:cNvSpPr/>
          <p:nvPr/>
        </p:nvSpPr>
        <p:spPr>
          <a:xfrm rot="10800000" flipH="1">
            <a:off x="10994808" y="237963"/>
            <a:ext cx="1197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7" name="Google Shape;317;p26"/>
          <p:cNvSpPr/>
          <p:nvPr/>
        </p:nvSpPr>
        <p:spPr>
          <a:xfrm rot="10800000" flipH="1">
            <a:off x="11572808" y="555633"/>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8" name="Google Shape;318;p26"/>
          <p:cNvSpPr/>
          <p:nvPr/>
        </p:nvSpPr>
        <p:spPr>
          <a:xfrm flipH="1">
            <a:off x="8" y="6405600"/>
            <a:ext cx="4158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9" name="Google Shape;319;p26"/>
          <p:cNvSpPr/>
          <p:nvPr/>
        </p:nvSpPr>
        <p:spPr>
          <a:xfrm rot="10800000" flipH="1">
            <a:off x="12" y="6210700"/>
            <a:ext cx="33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0" name="Google Shape;320;p26"/>
          <p:cNvSpPr/>
          <p:nvPr/>
        </p:nvSpPr>
        <p:spPr>
          <a:xfrm rot="10800000" flipH="1">
            <a:off x="23" y="6528367"/>
            <a:ext cx="107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1" name="Google Shape;321;p26"/>
          <p:cNvSpPr/>
          <p:nvPr/>
        </p:nvSpPr>
        <p:spPr>
          <a:xfrm>
            <a:off x="8" y="1560800"/>
            <a:ext cx="548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2" name="Google Shape;322;p26"/>
          <p:cNvSpPr/>
          <p:nvPr/>
        </p:nvSpPr>
        <p:spPr>
          <a:xfrm rot="10800000">
            <a:off x="-64" y="1666933"/>
            <a:ext cx="17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3" name="Google Shape;323;p26"/>
          <p:cNvSpPr txBox="1">
            <a:spLocks noGrp="1"/>
          </p:cNvSpPr>
          <p:nvPr>
            <p:ph type="subTitle" idx="1"/>
          </p:nvPr>
        </p:nvSpPr>
        <p:spPr>
          <a:xfrm>
            <a:off x="1141667" y="4249467"/>
            <a:ext cx="3095600" cy="9032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subtitle style</a:t>
            </a:r>
            <a:endParaRPr/>
          </a:p>
        </p:txBody>
      </p:sp>
      <p:sp>
        <p:nvSpPr>
          <p:cNvPr id="324" name="Google Shape;324;p26"/>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25" name="Google Shape;325;p26"/>
          <p:cNvSpPr txBox="1">
            <a:spLocks noGrp="1"/>
          </p:cNvSpPr>
          <p:nvPr>
            <p:ph type="title" idx="2"/>
          </p:nvPr>
        </p:nvSpPr>
        <p:spPr>
          <a:xfrm>
            <a:off x="7954537"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6" name="Google Shape;326;p26"/>
          <p:cNvSpPr txBox="1">
            <a:spLocks noGrp="1"/>
          </p:cNvSpPr>
          <p:nvPr>
            <p:ph type="title" idx="3"/>
          </p:nvPr>
        </p:nvSpPr>
        <p:spPr>
          <a:xfrm>
            <a:off x="1147700"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7" name="Google Shape;327;p26"/>
          <p:cNvSpPr txBox="1">
            <a:spLocks noGrp="1"/>
          </p:cNvSpPr>
          <p:nvPr>
            <p:ph type="title" idx="4"/>
          </p:nvPr>
        </p:nvSpPr>
        <p:spPr>
          <a:xfrm>
            <a:off x="4548101"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8" name="Google Shape;328;p26"/>
          <p:cNvSpPr txBox="1">
            <a:spLocks noGrp="1"/>
          </p:cNvSpPr>
          <p:nvPr>
            <p:ph type="subTitle" idx="5"/>
          </p:nvPr>
        </p:nvSpPr>
        <p:spPr>
          <a:xfrm>
            <a:off x="4548101" y="4249467"/>
            <a:ext cx="3095600" cy="90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29" name="Google Shape;329;p26"/>
          <p:cNvSpPr txBox="1">
            <a:spLocks noGrp="1"/>
          </p:cNvSpPr>
          <p:nvPr>
            <p:ph type="subTitle" idx="6"/>
          </p:nvPr>
        </p:nvSpPr>
        <p:spPr>
          <a:xfrm>
            <a:off x="7954533" y="4249467"/>
            <a:ext cx="3095600" cy="90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407748686"/>
      </p:ext>
    </p:extLst>
  </p:cSld>
  <p:clrMapOvr>
    <a:masterClrMapping/>
  </p:clrMapOvr>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330"/>
        <p:cNvGrpSpPr/>
        <p:nvPr/>
      </p:nvGrpSpPr>
      <p:grpSpPr>
        <a:xfrm>
          <a:off x="0" y="0"/>
          <a:ext cx="0" cy="0"/>
          <a:chOff x="0" y="0"/>
          <a:chExt cx="0" cy="0"/>
        </a:xfrm>
      </p:grpSpPr>
      <p:sp>
        <p:nvSpPr>
          <p:cNvPr id="331" name="Google Shape;331;p27"/>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32" name="Google Shape;332;p27"/>
          <p:cNvSpPr txBox="1">
            <a:spLocks noGrp="1"/>
          </p:cNvSpPr>
          <p:nvPr>
            <p:ph type="title" idx="2"/>
          </p:nvPr>
        </p:nvSpPr>
        <p:spPr>
          <a:xfrm>
            <a:off x="6519633" y="2279321"/>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3" name="Google Shape;333;p27"/>
          <p:cNvSpPr txBox="1">
            <a:spLocks noGrp="1"/>
          </p:cNvSpPr>
          <p:nvPr>
            <p:ph type="title" idx="3"/>
          </p:nvPr>
        </p:nvSpPr>
        <p:spPr>
          <a:xfrm>
            <a:off x="6775733" y="2886521"/>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4" name="Google Shape;334;p27"/>
          <p:cNvSpPr txBox="1">
            <a:spLocks noGrp="1"/>
          </p:cNvSpPr>
          <p:nvPr>
            <p:ph type="title" idx="4"/>
          </p:nvPr>
        </p:nvSpPr>
        <p:spPr>
          <a:xfrm>
            <a:off x="1634967" y="2279321"/>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5" name="Google Shape;335;p27"/>
          <p:cNvSpPr txBox="1">
            <a:spLocks noGrp="1"/>
          </p:cNvSpPr>
          <p:nvPr>
            <p:ph type="title" idx="5"/>
          </p:nvPr>
        </p:nvSpPr>
        <p:spPr>
          <a:xfrm>
            <a:off x="1891167" y="2886521"/>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6" name="Google Shape;336;p27"/>
          <p:cNvSpPr txBox="1">
            <a:spLocks noGrp="1"/>
          </p:cNvSpPr>
          <p:nvPr>
            <p:ph type="title" idx="6"/>
          </p:nvPr>
        </p:nvSpPr>
        <p:spPr>
          <a:xfrm>
            <a:off x="6519633" y="4504105"/>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7" name="Google Shape;337;p27"/>
          <p:cNvSpPr txBox="1">
            <a:spLocks noGrp="1"/>
          </p:cNvSpPr>
          <p:nvPr>
            <p:ph type="title" idx="7"/>
          </p:nvPr>
        </p:nvSpPr>
        <p:spPr>
          <a:xfrm>
            <a:off x="6775733" y="5111305"/>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8" name="Google Shape;338;p27"/>
          <p:cNvSpPr txBox="1">
            <a:spLocks noGrp="1"/>
          </p:cNvSpPr>
          <p:nvPr>
            <p:ph type="title" idx="8"/>
          </p:nvPr>
        </p:nvSpPr>
        <p:spPr>
          <a:xfrm>
            <a:off x="1634967" y="4504105"/>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9" name="Google Shape;339;p27"/>
          <p:cNvSpPr txBox="1">
            <a:spLocks noGrp="1"/>
          </p:cNvSpPr>
          <p:nvPr>
            <p:ph type="title" idx="9"/>
          </p:nvPr>
        </p:nvSpPr>
        <p:spPr>
          <a:xfrm>
            <a:off x="1891167" y="5111305"/>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grpSp>
        <p:nvGrpSpPr>
          <p:cNvPr id="340" name="Google Shape;340;p27"/>
          <p:cNvGrpSpPr/>
          <p:nvPr/>
        </p:nvGrpSpPr>
        <p:grpSpPr>
          <a:xfrm>
            <a:off x="-2760" y="0"/>
            <a:ext cx="12194768" cy="6858000"/>
            <a:chOff x="-2070" y="0"/>
            <a:chExt cx="9146076" cy="5143500"/>
          </a:xfrm>
        </p:grpSpPr>
        <p:sp>
          <p:nvSpPr>
            <p:cNvPr id="341" name="Google Shape;341;p27"/>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2" name="Google Shape;342;p27"/>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3" name="Google Shape;343;p27"/>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4" name="Google Shape;344;p27"/>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5" name="Google Shape;345;p27"/>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6" name="Google Shape;346;p27"/>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7" name="Google Shape;347;p27"/>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8" name="Google Shape;348;p27"/>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9" name="Google Shape;349;p27"/>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0" name="Google Shape;350;p27"/>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1" name="Google Shape;351;p27"/>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2" name="Google Shape;352;p27"/>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3862187006"/>
      </p:ext>
    </p:extLst>
  </p:cSld>
  <p:clrMapOvr>
    <a:masterClrMapping/>
  </p:clrMapOvr>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53"/>
        <p:cNvGrpSpPr/>
        <p:nvPr/>
      </p:nvGrpSpPr>
      <p:grpSpPr>
        <a:xfrm>
          <a:off x="0" y="0"/>
          <a:ext cx="0" cy="0"/>
          <a:chOff x="0" y="0"/>
          <a:chExt cx="0" cy="0"/>
        </a:xfrm>
      </p:grpSpPr>
      <p:grpSp>
        <p:nvGrpSpPr>
          <p:cNvPr id="354" name="Google Shape;354;p28"/>
          <p:cNvGrpSpPr/>
          <p:nvPr/>
        </p:nvGrpSpPr>
        <p:grpSpPr>
          <a:xfrm>
            <a:off x="-1402" y="0"/>
            <a:ext cx="12191195" cy="6858000"/>
            <a:chOff x="-1051" y="0"/>
            <a:chExt cx="9143396" cy="5143500"/>
          </a:xfrm>
        </p:grpSpPr>
        <p:sp>
          <p:nvSpPr>
            <p:cNvPr id="355" name="Google Shape;355;p28"/>
            <p:cNvSpPr/>
            <p:nvPr/>
          </p:nvSpPr>
          <p:spPr>
            <a:xfrm rot="10800000" flipH="1">
              <a:off x="-1051"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6" name="Google Shape;356;p28"/>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7" name="Google Shape;357;p28"/>
            <p:cNvSpPr/>
            <p:nvPr/>
          </p:nvSpPr>
          <p:spPr>
            <a:xfrm rot="10800000">
              <a:off x="75" y="31087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8" name="Google Shape;358;p28"/>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9" name="Google Shape;359;p28"/>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60" name="Google Shape;360;p28"/>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61" name="Google Shape;361;p28"/>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62" name="Google Shape;362;p28"/>
          <p:cNvSpPr txBox="1">
            <a:spLocks noGrp="1"/>
          </p:cNvSpPr>
          <p:nvPr>
            <p:ph type="title" idx="2"/>
          </p:nvPr>
        </p:nvSpPr>
        <p:spPr>
          <a:xfrm>
            <a:off x="4466100"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3" name="Google Shape;363;p28"/>
          <p:cNvSpPr txBox="1">
            <a:spLocks noGrp="1"/>
          </p:cNvSpPr>
          <p:nvPr>
            <p:ph type="title" idx="3"/>
          </p:nvPr>
        </p:nvSpPr>
        <p:spPr>
          <a:xfrm>
            <a:off x="4466016"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4" name="Google Shape;364;p28"/>
          <p:cNvSpPr txBox="1">
            <a:spLocks noGrp="1"/>
          </p:cNvSpPr>
          <p:nvPr>
            <p:ph type="title" idx="4"/>
          </p:nvPr>
        </p:nvSpPr>
        <p:spPr>
          <a:xfrm>
            <a:off x="969600"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5" name="Google Shape;365;p28"/>
          <p:cNvSpPr txBox="1">
            <a:spLocks noGrp="1"/>
          </p:cNvSpPr>
          <p:nvPr>
            <p:ph type="title" idx="5"/>
          </p:nvPr>
        </p:nvSpPr>
        <p:spPr>
          <a:xfrm>
            <a:off x="969600"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6" name="Google Shape;366;p28"/>
          <p:cNvSpPr txBox="1">
            <a:spLocks noGrp="1"/>
          </p:cNvSpPr>
          <p:nvPr>
            <p:ph type="title" idx="6"/>
          </p:nvPr>
        </p:nvSpPr>
        <p:spPr>
          <a:xfrm>
            <a:off x="7962316"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7" name="Google Shape;367;p28"/>
          <p:cNvSpPr txBox="1">
            <a:spLocks noGrp="1"/>
          </p:cNvSpPr>
          <p:nvPr>
            <p:ph type="title" idx="7"/>
          </p:nvPr>
        </p:nvSpPr>
        <p:spPr>
          <a:xfrm>
            <a:off x="7962267"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8" name="Google Shape;368;p28"/>
          <p:cNvSpPr txBox="1">
            <a:spLocks noGrp="1"/>
          </p:cNvSpPr>
          <p:nvPr>
            <p:ph type="title" idx="8"/>
          </p:nvPr>
        </p:nvSpPr>
        <p:spPr>
          <a:xfrm>
            <a:off x="4466100"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9" name="Google Shape;369;p28"/>
          <p:cNvSpPr txBox="1">
            <a:spLocks noGrp="1"/>
          </p:cNvSpPr>
          <p:nvPr>
            <p:ph type="title" idx="9"/>
          </p:nvPr>
        </p:nvSpPr>
        <p:spPr>
          <a:xfrm>
            <a:off x="4466016"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70" name="Google Shape;370;p28"/>
          <p:cNvSpPr txBox="1">
            <a:spLocks noGrp="1"/>
          </p:cNvSpPr>
          <p:nvPr>
            <p:ph type="title" idx="13"/>
          </p:nvPr>
        </p:nvSpPr>
        <p:spPr>
          <a:xfrm>
            <a:off x="969600"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71" name="Google Shape;371;p28"/>
          <p:cNvSpPr txBox="1">
            <a:spLocks noGrp="1"/>
          </p:cNvSpPr>
          <p:nvPr>
            <p:ph type="title" idx="14"/>
          </p:nvPr>
        </p:nvSpPr>
        <p:spPr>
          <a:xfrm>
            <a:off x="969600"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72" name="Google Shape;372;p28"/>
          <p:cNvSpPr txBox="1">
            <a:spLocks noGrp="1"/>
          </p:cNvSpPr>
          <p:nvPr>
            <p:ph type="title" idx="15"/>
          </p:nvPr>
        </p:nvSpPr>
        <p:spPr>
          <a:xfrm>
            <a:off x="7962316"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73" name="Google Shape;373;p28"/>
          <p:cNvSpPr txBox="1">
            <a:spLocks noGrp="1"/>
          </p:cNvSpPr>
          <p:nvPr>
            <p:ph type="title" idx="16"/>
          </p:nvPr>
        </p:nvSpPr>
        <p:spPr>
          <a:xfrm>
            <a:off x="7962267"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1192586932"/>
      </p:ext>
    </p:extLst>
  </p:cSld>
  <p:clrMapOvr>
    <a:masterClrMapping/>
  </p:clrMapOvr>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and eight columns">
  <p:cSld name="Title and eight columns">
    <p:spTree>
      <p:nvGrpSpPr>
        <p:cNvPr id="1" name="Shape 374"/>
        <p:cNvGrpSpPr/>
        <p:nvPr/>
      </p:nvGrpSpPr>
      <p:grpSpPr>
        <a:xfrm>
          <a:off x="0" y="0"/>
          <a:ext cx="0" cy="0"/>
          <a:chOff x="0" y="0"/>
          <a:chExt cx="0" cy="0"/>
        </a:xfrm>
      </p:grpSpPr>
      <p:grpSp>
        <p:nvGrpSpPr>
          <p:cNvPr id="375" name="Google Shape;375;p29"/>
          <p:cNvGrpSpPr/>
          <p:nvPr/>
        </p:nvGrpSpPr>
        <p:grpSpPr>
          <a:xfrm>
            <a:off x="95" y="0"/>
            <a:ext cx="12194516" cy="6858000"/>
            <a:chOff x="70" y="0"/>
            <a:chExt cx="9145887" cy="5143500"/>
          </a:xfrm>
        </p:grpSpPr>
        <p:sp>
          <p:nvSpPr>
            <p:cNvPr id="376" name="Google Shape;376;p29"/>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7" name="Google Shape;377;p29"/>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8" name="Google Shape;378;p29"/>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9" name="Google Shape;379;p29"/>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0" name="Google Shape;380;p29"/>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1" name="Google Shape;381;p29"/>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2" name="Google Shape;382;p29"/>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3" name="Google Shape;383;p29"/>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4" name="Google Shape;384;p29"/>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5" name="Google Shape;385;p29"/>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86" name="Google Shape;386;p29"/>
          <p:cNvSpPr txBox="1">
            <a:spLocks noGrp="1"/>
          </p:cNvSpPr>
          <p:nvPr>
            <p:ph type="title"/>
          </p:nvPr>
        </p:nvSpPr>
        <p:spPr>
          <a:xfrm>
            <a:off x="877333" y="500167"/>
            <a:ext cx="104372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87" name="Google Shape;387;p29"/>
          <p:cNvSpPr txBox="1">
            <a:spLocks noGrp="1"/>
          </p:cNvSpPr>
          <p:nvPr>
            <p:ph type="title" idx="2"/>
          </p:nvPr>
        </p:nvSpPr>
        <p:spPr>
          <a:xfrm>
            <a:off x="1792156" y="19064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88" name="Google Shape;388;p29"/>
          <p:cNvSpPr txBox="1">
            <a:spLocks noGrp="1"/>
          </p:cNvSpPr>
          <p:nvPr>
            <p:ph type="title" idx="3" hasCustomPrompt="1"/>
          </p:nvPr>
        </p:nvSpPr>
        <p:spPr>
          <a:xfrm>
            <a:off x="951200" y="19064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89" name="Google Shape;389;p29"/>
          <p:cNvSpPr txBox="1">
            <a:spLocks noGrp="1"/>
          </p:cNvSpPr>
          <p:nvPr>
            <p:ph type="title" idx="4"/>
          </p:nvPr>
        </p:nvSpPr>
        <p:spPr>
          <a:xfrm>
            <a:off x="1792156" y="29572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0" name="Google Shape;390;p29"/>
          <p:cNvSpPr txBox="1">
            <a:spLocks noGrp="1"/>
          </p:cNvSpPr>
          <p:nvPr>
            <p:ph type="title" idx="5" hasCustomPrompt="1"/>
          </p:nvPr>
        </p:nvSpPr>
        <p:spPr>
          <a:xfrm>
            <a:off x="951200" y="29572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1" name="Google Shape;391;p29"/>
          <p:cNvSpPr txBox="1">
            <a:spLocks noGrp="1"/>
          </p:cNvSpPr>
          <p:nvPr>
            <p:ph type="title" idx="6"/>
          </p:nvPr>
        </p:nvSpPr>
        <p:spPr>
          <a:xfrm>
            <a:off x="1792156" y="40080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2" name="Google Shape;392;p29"/>
          <p:cNvSpPr txBox="1">
            <a:spLocks noGrp="1"/>
          </p:cNvSpPr>
          <p:nvPr>
            <p:ph type="title" idx="7" hasCustomPrompt="1"/>
          </p:nvPr>
        </p:nvSpPr>
        <p:spPr>
          <a:xfrm>
            <a:off x="951200" y="40080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3" name="Google Shape;393;p29"/>
          <p:cNvSpPr txBox="1">
            <a:spLocks noGrp="1"/>
          </p:cNvSpPr>
          <p:nvPr>
            <p:ph type="title" idx="8"/>
          </p:nvPr>
        </p:nvSpPr>
        <p:spPr>
          <a:xfrm>
            <a:off x="1792156" y="50588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4" name="Google Shape;394;p29"/>
          <p:cNvSpPr txBox="1">
            <a:spLocks noGrp="1"/>
          </p:cNvSpPr>
          <p:nvPr>
            <p:ph type="title" idx="9" hasCustomPrompt="1"/>
          </p:nvPr>
        </p:nvSpPr>
        <p:spPr>
          <a:xfrm>
            <a:off x="951200" y="50588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5" name="Google Shape;395;p29"/>
          <p:cNvSpPr txBox="1">
            <a:spLocks noGrp="1"/>
          </p:cNvSpPr>
          <p:nvPr>
            <p:ph type="title" idx="13"/>
          </p:nvPr>
        </p:nvSpPr>
        <p:spPr>
          <a:xfrm>
            <a:off x="7038977" y="19064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6" name="Google Shape;396;p29"/>
          <p:cNvSpPr txBox="1">
            <a:spLocks noGrp="1"/>
          </p:cNvSpPr>
          <p:nvPr>
            <p:ph type="title" idx="14" hasCustomPrompt="1"/>
          </p:nvPr>
        </p:nvSpPr>
        <p:spPr>
          <a:xfrm>
            <a:off x="6198021" y="19064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7" name="Google Shape;397;p29"/>
          <p:cNvSpPr txBox="1">
            <a:spLocks noGrp="1"/>
          </p:cNvSpPr>
          <p:nvPr>
            <p:ph type="title" idx="15"/>
          </p:nvPr>
        </p:nvSpPr>
        <p:spPr>
          <a:xfrm>
            <a:off x="7038977" y="29572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8" name="Google Shape;398;p29"/>
          <p:cNvSpPr txBox="1">
            <a:spLocks noGrp="1"/>
          </p:cNvSpPr>
          <p:nvPr>
            <p:ph type="title" idx="16" hasCustomPrompt="1"/>
          </p:nvPr>
        </p:nvSpPr>
        <p:spPr>
          <a:xfrm>
            <a:off x="6198021" y="29572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9" name="Google Shape;399;p29"/>
          <p:cNvSpPr txBox="1">
            <a:spLocks noGrp="1"/>
          </p:cNvSpPr>
          <p:nvPr>
            <p:ph type="title" idx="17"/>
          </p:nvPr>
        </p:nvSpPr>
        <p:spPr>
          <a:xfrm>
            <a:off x="7038977" y="40080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400" name="Google Shape;400;p29"/>
          <p:cNvSpPr txBox="1">
            <a:spLocks noGrp="1"/>
          </p:cNvSpPr>
          <p:nvPr>
            <p:ph type="title" idx="18" hasCustomPrompt="1"/>
          </p:nvPr>
        </p:nvSpPr>
        <p:spPr>
          <a:xfrm>
            <a:off x="6198021" y="40080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401" name="Google Shape;401;p29"/>
          <p:cNvSpPr txBox="1">
            <a:spLocks noGrp="1"/>
          </p:cNvSpPr>
          <p:nvPr>
            <p:ph type="title" idx="19"/>
          </p:nvPr>
        </p:nvSpPr>
        <p:spPr>
          <a:xfrm>
            <a:off x="7038977" y="50588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402" name="Google Shape;402;p29"/>
          <p:cNvSpPr txBox="1">
            <a:spLocks noGrp="1"/>
          </p:cNvSpPr>
          <p:nvPr>
            <p:ph type="title" idx="20" hasCustomPrompt="1"/>
          </p:nvPr>
        </p:nvSpPr>
        <p:spPr>
          <a:xfrm>
            <a:off x="6198021" y="50588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4131717541"/>
      </p:ext>
    </p:extLst>
  </p:cSld>
  <p:clrMapOvr>
    <a:masterClrMapping/>
  </p:clrMapOvr>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403"/>
        <p:cNvGrpSpPr/>
        <p:nvPr/>
      </p:nvGrpSpPr>
      <p:grpSpPr>
        <a:xfrm>
          <a:off x="0" y="0"/>
          <a:ext cx="0" cy="0"/>
          <a:chOff x="0" y="0"/>
          <a:chExt cx="0" cy="0"/>
        </a:xfrm>
      </p:grpSpPr>
      <p:grpSp>
        <p:nvGrpSpPr>
          <p:cNvPr id="404" name="Google Shape;404;p30"/>
          <p:cNvGrpSpPr/>
          <p:nvPr/>
        </p:nvGrpSpPr>
        <p:grpSpPr>
          <a:xfrm>
            <a:off x="-12" y="0"/>
            <a:ext cx="12199459" cy="6858000"/>
            <a:chOff x="-9" y="0"/>
            <a:chExt cx="9149594" cy="5143500"/>
          </a:xfrm>
        </p:grpSpPr>
        <p:sp>
          <p:nvSpPr>
            <p:cNvPr id="405" name="Google Shape;405;p30"/>
            <p:cNvSpPr/>
            <p:nvPr/>
          </p:nvSpPr>
          <p:spPr>
            <a:xfrm flipH="1">
              <a:off x="6345185" y="3123300"/>
              <a:ext cx="2804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6" name="Google Shape;406;p30"/>
            <p:cNvSpPr/>
            <p:nvPr/>
          </p:nvSpPr>
          <p:spPr>
            <a:xfrm rot="10800000" flipH="1">
              <a:off x="6"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7" name="Google Shape;407;p30"/>
            <p:cNvSpPr/>
            <p:nvPr/>
          </p:nvSpPr>
          <p:spPr>
            <a:xfrm rot="10800000">
              <a:off x="-9"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8" name="Google Shape;408;p30"/>
            <p:cNvSpPr/>
            <p:nvPr/>
          </p:nvSpPr>
          <p:spPr>
            <a:xfrm rot="10800000">
              <a:off x="-9"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9" name="Google Shape;409;p30"/>
            <p:cNvSpPr/>
            <p:nvPr/>
          </p:nvSpPr>
          <p:spPr>
            <a:xfrm rot="10800000" flipH="1">
              <a:off x="8341466" y="2948400"/>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0" name="Google Shape;410;p30"/>
            <p:cNvSpPr/>
            <p:nvPr/>
          </p:nvSpPr>
          <p:spPr>
            <a:xfrm rot="10800000" flipH="1">
              <a:off x="8506475" y="3194000"/>
              <a:ext cx="47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1" name="Google Shape;411;p30"/>
            <p:cNvSpPr/>
            <p:nvPr/>
          </p:nvSpPr>
          <p:spPr>
            <a:xfrm rot="10800000" flipH="1">
              <a:off x="8668275" y="2702825"/>
              <a:ext cx="291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2" name="Google Shape;412;p30"/>
            <p:cNvSpPr/>
            <p:nvPr/>
          </p:nvSpPr>
          <p:spPr>
            <a:xfrm rot="10800000" flipH="1">
              <a:off x="408441" y="4224088"/>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3" name="Google Shape;413;p30"/>
            <p:cNvSpPr/>
            <p:nvPr/>
          </p:nvSpPr>
          <p:spPr>
            <a:xfrm rot="10800000" flipH="1">
              <a:off x="735250" y="3978513"/>
              <a:ext cx="1550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14" name="Google Shape;414;p30"/>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2800"/>
              <a:buNone/>
              <a:defRPr/>
            </a:lvl1pPr>
            <a:lvl2pPr lvl="1" rtl="0">
              <a:spcBef>
                <a:spcPts val="0"/>
              </a:spcBef>
              <a:spcAft>
                <a:spcPts val="0"/>
              </a:spcAft>
              <a:buClr>
                <a:schemeClr val="accent6"/>
              </a:buClr>
              <a:buSzPts val="2800"/>
              <a:buNone/>
              <a:defRPr>
                <a:solidFill>
                  <a:schemeClr val="accent6"/>
                </a:solidFill>
              </a:defRPr>
            </a:lvl2pPr>
            <a:lvl3pPr lvl="2" rtl="0">
              <a:spcBef>
                <a:spcPts val="0"/>
              </a:spcBef>
              <a:spcAft>
                <a:spcPts val="0"/>
              </a:spcAft>
              <a:buClr>
                <a:schemeClr val="accent6"/>
              </a:buClr>
              <a:buSzPts val="2800"/>
              <a:buNone/>
              <a:defRPr>
                <a:solidFill>
                  <a:schemeClr val="accent6"/>
                </a:solidFill>
              </a:defRPr>
            </a:lvl3pPr>
            <a:lvl4pPr lvl="3" rtl="0">
              <a:spcBef>
                <a:spcPts val="0"/>
              </a:spcBef>
              <a:spcAft>
                <a:spcPts val="0"/>
              </a:spcAft>
              <a:buClr>
                <a:schemeClr val="accent6"/>
              </a:buClr>
              <a:buSzPts val="2800"/>
              <a:buNone/>
              <a:defRPr>
                <a:solidFill>
                  <a:schemeClr val="accent6"/>
                </a:solidFill>
              </a:defRPr>
            </a:lvl4pPr>
            <a:lvl5pPr lvl="4" rtl="0">
              <a:spcBef>
                <a:spcPts val="0"/>
              </a:spcBef>
              <a:spcAft>
                <a:spcPts val="0"/>
              </a:spcAft>
              <a:buClr>
                <a:schemeClr val="accent6"/>
              </a:buClr>
              <a:buSzPts val="2800"/>
              <a:buNone/>
              <a:defRPr>
                <a:solidFill>
                  <a:schemeClr val="accent6"/>
                </a:solidFill>
              </a:defRPr>
            </a:lvl5pPr>
            <a:lvl6pPr lvl="5" rtl="0">
              <a:spcBef>
                <a:spcPts val="0"/>
              </a:spcBef>
              <a:spcAft>
                <a:spcPts val="0"/>
              </a:spcAft>
              <a:buClr>
                <a:schemeClr val="accent6"/>
              </a:buClr>
              <a:buSzPts val="2800"/>
              <a:buNone/>
              <a:defRPr>
                <a:solidFill>
                  <a:schemeClr val="accent6"/>
                </a:solidFill>
              </a:defRPr>
            </a:lvl6pPr>
            <a:lvl7pPr lvl="6" rtl="0">
              <a:spcBef>
                <a:spcPts val="0"/>
              </a:spcBef>
              <a:spcAft>
                <a:spcPts val="0"/>
              </a:spcAft>
              <a:buClr>
                <a:schemeClr val="accent6"/>
              </a:buClr>
              <a:buSzPts val="2800"/>
              <a:buNone/>
              <a:defRPr>
                <a:solidFill>
                  <a:schemeClr val="accent6"/>
                </a:solidFill>
              </a:defRPr>
            </a:lvl7pPr>
            <a:lvl8pPr lvl="7" rtl="0">
              <a:spcBef>
                <a:spcPts val="0"/>
              </a:spcBef>
              <a:spcAft>
                <a:spcPts val="0"/>
              </a:spcAft>
              <a:buClr>
                <a:schemeClr val="accent6"/>
              </a:buClr>
              <a:buSzPts val="2800"/>
              <a:buNone/>
              <a:defRPr>
                <a:solidFill>
                  <a:schemeClr val="accent6"/>
                </a:solidFill>
              </a:defRPr>
            </a:lvl8pPr>
            <a:lvl9pPr lvl="8" rtl="0">
              <a:spcBef>
                <a:spcPts val="0"/>
              </a:spcBef>
              <a:spcAft>
                <a:spcPts val="0"/>
              </a:spcAft>
              <a:buClr>
                <a:schemeClr val="accent6"/>
              </a:buClr>
              <a:buSzPts val="2800"/>
              <a:buNone/>
              <a:defRPr>
                <a:solidFill>
                  <a:schemeClr val="accent6"/>
                </a:solidFill>
              </a:defRPr>
            </a:lvl9pPr>
          </a:lstStyle>
          <a:p>
            <a:r>
              <a:rPr lang="en-US"/>
              <a:t>Click to edit Master title style</a:t>
            </a:r>
            <a:endParaRPr/>
          </a:p>
        </p:txBody>
      </p:sp>
      <p:sp>
        <p:nvSpPr>
          <p:cNvPr id="415" name="Google Shape;415;p30"/>
          <p:cNvSpPr txBox="1">
            <a:spLocks noGrp="1"/>
          </p:cNvSpPr>
          <p:nvPr>
            <p:ph type="subTitle" idx="1"/>
          </p:nvPr>
        </p:nvSpPr>
        <p:spPr>
          <a:xfrm>
            <a:off x="1081267" y="3064667"/>
            <a:ext cx="3608000" cy="1862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187573226"/>
      </p:ext>
    </p:extLst>
  </p:cSld>
  <p:clrMapOvr>
    <a:masterClrMapping/>
  </p:clrMapOvr>
  <p:hf sldNum="0"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spTree>
      <p:nvGrpSpPr>
        <p:cNvPr id="1" name="Shape 416"/>
        <p:cNvGrpSpPr/>
        <p:nvPr/>
      </p:nvGrpSpPr>
      <p:grpSpPr>
        <a:xfrm>
          <a:off x="0" y="0"/>
          <a:ext cx="0" cy="0"/>
          <a:chOff x="0" y="0"/>
          <a:chExt cx="0" cy="0"/>
        </a:xfrm>
      </p:grpSpPr>
      <p:grpSp>
        <p:nvGrpSpPr>
          <p:cNvPr id="417" name="Google Shape;417;p31"/>
          <p:cNvGrpSpPr/>
          <p:nvPr/>
        </p:nvGrpSpPr>
        <p:grpSpPr>
          <a:xfrm>
            <a:off x="-64" y="0"/>
            <a:ext cx="12192072" cy="6858000"/>
            <a:chOff x="-48" y="0"/>
            <a:chExt cx="9144054" cy="5143500"/>
          </a:xfrm>
        </p:grpSpPr>
        <p:sp>
          <p:nvSpPr>
            <p:cNvPr id="418" name="Google Shape;418;p31"/>
            <p:cNvSpPr/>
            <p:nvPr/>
          </p:nvSpPr>
          <p:spPr>
            <a:xfrm rot="10800000">
              <a:off x="7958691"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9" name="Google Shape;419;p31"/>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0" name="Google Shape;420;p31"/>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1" name="Google Shape;421;p31"/>
            <p:cNvSpPr/>
            <p:nvPr/>
          </p:nvSpPr>
          <p:spPr>
            <a:xfrm flipH="1">
              <a:off x="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2" name="Google Shape;422;p31"/>
            <p:cNvSpPr/>
            <p:nvPr/>
          </p:nvSpPr>
          <p:spPr>
            <a:xfrm rot="10800000" flipH="1">
              <a:off x="9"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3" name="Google Shape;423;p31"/>
            <p:cNvSpPr/>
            <p:nvPr/>
          </p:nvSpPr>
          <p:spPr>
            <a:xfrm rot="10800000" flipH="1">
              <a:off x="17"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4" name="Google Shape;424;p31"/>
            <p:cNvSpPr/>
            <p:nvPr/>
          </p:nvSpPr>
          <p:spPr>
            <a:xfrm>
              <a:off x="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5" name="Google Shape;425;p31"/>
            <p:cNvSpPr/>
            <p:nvPr/>
          </p:nvSpPr>
          <p:spPr>
            <a:xfrm rot="10800000">
              <a:off x="-48" y="1250200"/>
              <a:ext cx="13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26" name="Google Shape;426;p31"/>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2800"/>
              <a:buNone/>
              <a:defRPr/>
            </a:lvl1pPr>
            <a:lvl2pPr lvl="1" rtl="0">
              <a:spcBef>
                <a:spcPts val="0"/>
              </a:spcBef>
              <a:spcAft>
                <a:spcPts val="0"/>
              </a:spcAft>
              <a:buClr>
                <a:schemeClr val="accent6"/>
              </a:buClr>
              <a:buSzPts val="2800"/>
              <a:buNone/>
              <a:defRPr>
                <a:solidFill>
                  <a:schemeClr val="accent6"/>
                </a:solidFill>
              </a:defRPr>
            </a:lvl2pPr>
            <a:lvl3pPr lvl="2" rtl="0">
              <a:spcBef>
                <a:spcPts val="0"/>
              </a:spcBef>
              <a:spcAft>
                <a:spcPts val="0"/>
              </a:spcAft>
              <a:buClr>
                <a:schemeClr val="accent6"/>
              </a:buClr>
              <a:buSzPts val="2800"/>
              <a:buNone/>
              <a:defRPr>
                <a:solidFill>
                  <a:schemeClr val="accent6"/>
                </a:solidFill>
              </a:defRPr>
            </a:lvl3pPr>
            <a:lvl4pPr lvl="3" rtl="0">
              <a:spcBef>
                <a:spcPts val="0"/>
              </a:spcBef>
              <a:spcAft>
                <a:spcPts val="0"/>
              </a:spcAft>
              <a:buClr>
                <a:schemeClr val="accent6"/>
              </a:buClr>
              <a:buSzPts val="2800"/>
              <a:buNone/>
              <a:defRPr>
                <a:solidFill>
                  <a:schemeClr val="accent6"/>
                </a:solidFill>
              </a:defRPr>
            </a:lvl4pPr>
            <a:lvl5pPr lvl="4" rtl="0">
              <a:spcBef>
                <a:spcPts val="0"/>
              </a:spcBef>
              <a:spcAft>
                <a:spcPts val="0"/>
              </a:spcAft>
              <a:buClr>
                <a:schemeClr val="accent6"/>
              </a:buClr>
              <a:buSzPts val="2800"/>
              <a:buNone/>
              <a:defRPr>
                <a:solidFill>
                  <a:schemeClr val="accent6"/>
                </a:solidFill>
              </a:defRPr>
            </a:lvl5pPr>
            <a:lvl6pPr lvl="5" rtl="0">
              <a:spcBef>
                <a:spcPts val="0"/>
              </a:spcBef>
              <a:spcAft>
                <a:spcPts val="0"/>
              </a:spcAft>
              <a:buClr>
                <a:schemeClr val="accent6"/>
              </a:buClr>
              <a:buSzPts val="2800"/>
              <a:buNone/>
              <a:defRPr>
                <a:solidFill>
                  <a:schemeClr val="accent6"/>
                </a:solidFill>
              </a:defRPr>
            </a:lvl6pPr>
            <a:lvl7pPr lvl="6" rtl="0">
              <a:spcBef>
                <a:spcPts val="0"/>
              </a:spcBef>
              <a:spcAft>
                <a:spcPts val="0"/>
              </a:spcAft>
              <a:buClr>
                <a:schemeClr val="accent6"/>
              </a:buClr>
              <a:buSzPts val="2800"/>
              <a:buNone/>
              <a:defRPr>
                <a:solidFill>
                  <a:schemeClr val="accent6"/>
                </a:solidFill>
              </a:defRPr>
            </a:lvl7pPr>
            <a:lvl8pPr lvl="7" rtl="0">
              <a:spcBef>
                <a:spcPts val="0"/>
              </a:spcBef>
              <a:spcAft>
                <a:spcPts val="0"/>
              </a:spcAft>
              <a:buClr>
                <a:schemeClr val="accent6"/>
              </a:buClr>
              <a:buSzPts val="2800"/>
              <a:buNone/>
              <a:defRPr>
                <a:solidFill>
                  <a:schemeClr val="accent6"/>
                </a:solidFill>
              </a:defRPr>
            </a:lvl8pPr>
            <a:lvl9pPr lvl="8" rtl="0">
              <a:spcBef>
                <a:spcPts val="0"/>
              </a:spcBef>
              <a:spcAft>
                <a:spcPts val="0"/>
              </a:spcAft>
              <a:buClr>
                <a:schemeClr val="accent6"/>
              </a:buClr>
              <a:buSzPts val="2800"/>
              <a:buNone/>
              <a:defRPr>
                <a:solidFill>
                  <a:schemeClr val="accent6"/>
                </a:solidFill>
              </a:defRPr>
            </a:lvl9pPr>
          </a:lstStyle>
          <a:p>
            <a:r>
              <a:rPr lang="en-US"/>
              <a:t>Click to edit Master title style</a:t>
            </a:r>
            <a:endParaRPr/>
          </a:p>
        </p:txBody>
      </p:sp>
      <p:sp>
        <p:nvSpPr>
          <p:cNvPr id="427" name="Google Shape;427;p31"/>
          <p:cNvSpPr txBox="1">
            <a:spLocks noGrp="1"/>
          </p:cNvSpPr>
          <p:nvPr>
            <p:ph type="subTitle" idx="1"/>
          </p:nvPr>
        </p:nvSpPr>
        <p:spPr>
          <a:xfrm>
            <a:off x="1091717" y="4077633"/>
            <a:ext cx="6437600" cy="53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28" name="Google Shape;428;p31"/>
          <p:cNvSpPr txBox="1">
            <a:spLocks noGrp="1"/>
          </p:cNvSpPr>
          <p:nvPr>
            <p:ph type="title" idx="2"/>
          </p:nvPr>
        </p:nvSpPr>
        <p:spPr>
          <a:xfrm>
            <a:off x="1085200" y="3509467"/>
            <a:ext cx="3110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29" name="Google Shape;429;p31"/>
          <p:cNvSpPr txBox="1">
            <a:spLocks noGrp="1"/>
          </p:cNvSpPr>
          <p:nvPr>
            <p:ph type="subTitle" idx="3"/>
          </p:nvPr>
        </p:nvSpPr>
        <p:spPr>
          <a:xfrm>
            <a:off x="1091717" y="1947067"/>
            <a:ext cx="6437600" cy="1562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30" name="Google Shape;430;p31"/>
          <p:cNvSpPr txBox="1">
            <a:spLocks noGrp="1"/>
          </p:cNvSpPr>
          <p:nvPr>
            <p:ph type="title" idx="4"/>
          </p:nvPr>
        </p:nvSpPr>
        <p:spPr>
          <a:xfrm>
            <a:off x="1085200" y="1378900"/>
            <a:ext cx="3110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31" name="Google Shape;431;p31"/>
          <p:cNvSpPr txBox="1">
            <a:spLocks noGrp="1"/>
          </p:cNvSpPr>
          <p:nvPr>
            <p:ph type="subTitle" idx="5"/>
          </p:nvPr>
        </p:nvSpPr>
        <p:spPr>
          <a:xfrm>
            <a:off x="1011700" y="5181000"/>
            <a:ext cx="6517600" cy="812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32" name="Google Shape;432;p31"/>
          <p:cNvSpPr txBox="1">
            <a:spLocks noGrp="1"/>
          </p:cNvSpPr>
          <p:nvPr>
            <p:ph type="title" idx="6"/>
          </p:nvPr>
        </p:nvSpPr>
        <p:spPr>
          <a:xfrm>
            <a:off x="1011700" y="4612833"/>
            <a:ext cx="31840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Tree>
    <p:extLst>
      <p:ext uri="{BB962C8B-B14F-4D97-AF65-F5344CB8AC3E}">
        <p14:creationId xmlns:p14="http://schemas.microsoft.com/office/powerpoint/2010/main" val="56269290"/>
      </p:ext>
    </p:extLst>
  </p:cSld>
  <p:clrMapOvr>
    <a:masterClrMapping/>
  </p:clrMapOvr>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33"/>
        <p:cNvGrpSpPr/>
        <p:nvPr/>
      </p:nvGrpSpPr>
      <p:grpSpPr>
        <a:xfrm>
          <a:off x="0" y="0"/>
          <a:ext cx="0" cy="0"/>
          <a:chOff x="0" y="0"/>
          <a:chExt cx="0" cy="0"/>
        </a:xfrm>
      </p:grpSpPr>
      <p:grpSp>
        <p:nvGrpSpPr>
          <p:cNvPr id="434" name="Google Shape;434;p32"/>
          <p:cNvGrpSpPr/>
          <p:nvPr/>
        </p:nvGrpSpPr>
        <p:grpSpPr>
          <a:xfrm>
            <a:off x="-1400" y="0"/>
            <a:ext cx="12193333" cy="6858000"/>
            <a:chOff x="-1050" y="0"/>
            <a:chExt cx="9145000" cy="5143500"/>
          </a:xfrm>
        </p:grpSpPr>
        <p:sp>
          <p:nvSpPr>
            <p:cNvPr id="435" name="Google Shape;435;p32"/>
            <p:cNvSpPr/>
            <p:nvPr/>
          </p:nvSpPr>
          <p:spPr>
            <a:xfrm rot="10800000">
              <a:off x="49" y="2948400"/>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36" name="Google Shape;436;p32"/>
            <p:cNvSpPr/>
            <p:nvPr/>
          </p:nvSpPr>
          <p:spPr>
            <a:xfrm>
              <a:off x="-1050" y="3123300"/>
              <a:ext cx="14307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37" name="Google Shape;437;p32"/>
            <p:cNvSpPr/>
            <p:nvPr/>
          </p:nvSpPr>
          <p:spPr>
            <a:xfrm>
              <a:off x="7854550" y="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38" name="Google Shape;438;p32"/>
            <p:cNvGrpSpPr/>
            <p:nvPr/>
          </p:nvGrpSpPr>
          <p:grpSpPr>
            <a:xfrm rot="10800000">
              <a:off x="8188065" y="2960368"/>
              <a:ext cx="814661" cy="555378"/>
              <a:chOff x="679800" y="2716169"/>
              <a:chExt cx="1079450" cy="555378"/>
            </a:xfrm>
          </p:grpSpPr>
          <p:sp>
            <p:nvSpPr>
              <p:cNvPr id="439" name="Google Shape;439;p32"/>
              <p:cNvSpPr/>
              <p:nvPr/>
            </p:nvSpPr>
            <p:spPr>
              <a:xfrm rot="10800000">
                <a:off x="679800" y="3207347"/>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0" name="Google Shape;440;p32"/>
              <p:cNvSpPr/>
              <p:nvPr/>
            </p:nvSpPr>
            <p:spPr>
              <a:xfrm rot="10800000">
                <a:off x="863150" y="2716169"/>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41" name="Google Shape;441;p32"/>
            <p:cNvSpPr/>
            <p:nvPr/>
          </p:nvSpPr>
          <p:spPr>
            <a:xfrm rot="10800000">
              <a:off x="281240" y="319399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2" name="Google Shape;442;p32"/>
            <p:cNvSpPr/>
            <p:nvPr/>
          </p:nvSpPr>
          <p:spPr>
            <a:xfrm rot="10800000">
              <a:off x="540790" y="2702821"/>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3" name="Google Shape;443;p32"/>
            <p:cNvSpPr/>
            <p:nvPr/>
          </p:nvSpPr>
          <p:spPr>
            <a:xfrm rot="10800000">
              <a:off x="7219001" y="3205975"/>
              <a:ext cx="1429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44" name="Google Shape;444;p32"/>
          <p:cNvSpPr txBox="1">
            <a:spLocks noGrp="1"/>
          </p:cNvSpPr>
          <p:nvPr>
            <p:ph type="ctrTitle"/>
          </p:nvPr>
        </p:nvSpPr>
        <p:spPr>
          <a:xfrm>
            <a:off x="3050667" y="895295"/>
            <a:ext cx="6090800" cy="1582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5"/>
              </a:buClr>
              <a:buSzPts val="5200"/>
              <a:buNone/>
              <a:defRPr sz="7500"/>
            </a:lvl1pPr>
            <a:lvl2pPr lvl="1" algn="ctr" rtl="0">
              <a:spcBef>
                <a:spcPts val="0"/>
              </a:spcBef>
              <a:spcAft>
                <a:spcPts val="0"/>
              </a:spcAft>
              <a:buClr>
                <a:schemeClr val="accent5"/>
              </a:buClr>
              <a:buSzPts val="5200"/>
              <a:buNone/>
              <a:defRPr sz="5200">
                <a:solidFill>
                  <a:schemeClr val="accent5"/>
                </a:solidFill>
              </a:defRPr>
            </a:lvl2pPr>
            <a:lvl3pPr lvl="2" algn="ctr" rtl="0">
              <a:spcBef>
                <a:spcPts val="0"/>
              </a:spcBef>
              <a:spcAft>
                <a:spcPts val="0"/>
              </a:spcAft>
              <a:buClr>
                <a:schemeClr val="accent5"/>
              </a:buClr>
              <a:buSzPts val="5200"/>
              <a:buNone/>
              <a:defRPr sz="5200">
                <a:solidFill>
                  <a:schemeClr val="accent5"/>
                </a:solidFill>
              </a:defRPr>
            </a:lvl3pPr>
            <a:lvl4pPr lvl="3" algn="ctr" rtl="0">
              <a:spcBef>
                <a:spcPts val="0"/>
              </a:spcBef>
              <a:spcAft>
                <a:spcPts val="0"/>
              </a:spcAft>
              <a:buClr>
                <a:schemeClr val="accent5"/>
              </a:buClr>
              <a:buSzPts val="5200"/>
              <a:buNone/>
              <a:defRPr sz="5200">
                <a:solidFill>
                  <a:schemeClr val="accent5"/>
                </a:solidFill>
              </a:defRPr>
            </a:lvl4pPr>
            <a:lvl5pPr lvl="4" algn="ctr" rtl="0">
              <a:spcBef>
                <a:spcPts val="0"/>
              </a:spcBef>
              <a:spcAft>
                <a:spcPts val="0"/>
              </a:spcAft>
              <a:buClr>
                <a:schemeClr val="accent5"/>
              </a:buClr>
              <a:buSzPts val="5200"/>
              <a:buNone/>
              <a:defRPr sz="5200">
                <a:solidFill>
                  <a:schemeClr val="accent5"/>
                </a:solidFill>
              </a:defRPr>
            </a:lvl5pPr>
            <a:lvl6pPr lvl="5" algn="ctr" rtl="0">
              <a:spcBef>
                <a:spcPts val="0"/>
              </a:spcBef>
              <a:spcAft>
                <a:spcPts val="0"/>
              </a:spcAft>
              <a:buClr>
                <a:schemeClr val="accent5"/>
              </a:buClr>
              <a:buSzPts val="5200"/>
              <a:buNone/>
              <a:defRPr sz="5200">
                <a:solidFill>
                  <a:schemeClr val="accent5"/>
                </a:solidFill>
              </a:defRPr>
            </a:lvl6pPr>
            <a:lvl7pPr lvl="6" algn="ctr" rtl="0">
              <a:spcBef>
                <a:spcPts val="0"/>
              </a:spcBef>
              <a:spcAft>
                <a:spcPts val="0"/>
              </a:spcAft>
              <a:buClr>
                <a:schemeClr val="accent5"/>
              </a:buClr>
              <a:buSzPts val="5200"/>
              <a:buNone/>
              <a:defRPr sz="5200">
                <a:solidFill>
                  <a:schemeClr val="accent5"/>
                </a:solidFill>
              </a:defRPr>
            </a:lvl7pPr>
            <a:lvl8pPr lvl="7" algn="ctr" rtl="0">
              <a:spcBef>
                <a:spcPts val="0"/>
              </a:spcBef>
              <a:spcAft>
                <a:spcPts val="0"/>
              </a:spcAft>
              <a:buClr>
                <a:schemeClr val="accent5"/>
              </a:buClr>
              <a:buSzPts val="5200"/>
              <a:buNone/>
              <a:defRPr sz="5200">
                <a:solidFill>
                  <a:schemeClr val="accent5"/>
                </a:solidFill>
              </a:defRPr>
            </a:lvl8pPr>
            <a:lvl9pPr lvl="8" algn="ctr" rtl="0">
              <a:spcBef>
                <a:spcPts val="0"/>
              </a:spcBef>
              <a:spcAft>
                <a:spcPts val="0"/>
              </a:spcAft>
              <a:buClr>
                <a:schemeClr val="accent5"/>
              </a:buClr>
              <a:buSzPts val="5200"/>
              <a:buNone/>
              <a:defRPr sz="5200">
                <a:solidFill>
                  <a:schemeClr val="accent5"/>
                </a:solidFill>
              </a:defRPr>
            </a:lvl9pPr>
          </a:lstStyle>
          <a:p>
            <a:r>
              <a:rPr lang="en-US"/>
              <a:t>Click to edit Master title style</a:t>
            </a:r>
            <a:endParaRPr/>
          </a:p>
        </p:txBody>
      </p:sp>
      <p:sp>
        <p:nvSpPr>
          <p:cNvPr id="445" name="Google Shape;445;p32"/>
          <p:cNvSpPr txBox="1">
            <a:spLocks noGrp="1"/>
          </p:cNvSpPr>
          <p:nvPr>
            <p:ph type="subTitle" idx="1"/>
          </p:nvPr>
        </p:nvSpPr>
        <p:spPr>
          <a:xfrm>
            <a:off x="3050667" y="2148391"/>
            <a:ext cx="6090800" cy="69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000"/>
              <a:buNone/>
              <a:defRPr sz="1800"/>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r>
              <a:rPr lang="en-US"/>
              <a:t>Click to edit Master subtitle style</a:t>
            </a:r>
            <a:endParaRPr/>
          </a:p>
        </p:txBody>
      </p:sp>
      <p:sp>
        <p:nvSpPr>
          <p:cNvPr id="446" name="Google Shape;446;p32"/>
          <p:cNvSpPr txBox="1">
            <a:spLocks noGrp="1"/>
          </p:cNvSpPr>
          <p:nvPr>
            <p:ph type="subTitle" idx="2"/>
          </p:nvPr>
        </p:nvSpPr>
        <p:spPr>
          <a:xfrm>
            <a:off x="3676433" y="2733297"/>
            <a:ext cx="4839200" cy="99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rgbClr val="000000"/>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7" name="Google Shape;447;p32"/>
          <p:cNvSpPr txBox="1"/>
          <p:nvPr/>
        </p:nvSpPr>
        <p:spPr>
          <a:xfrm>
            <a:off x="3327600" y="4783167"/>
            <a:ext cx="5537200" cy="820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de" sz="1200">
                <a:solidFill>
                  <a:schemeClr val="dk2"/>
                </a:solidFill>
                <a:latin typeface="Inter"/>
                <a:ea typeface="Inter"/>
                <a:cs typeface="Inter"/>
                <a:sym typeface="Inter"/>
              </a:rPr>
              <a:t>CREDITS: Diese Präsentationsvorlage wurde von </a:t>
            </a:r>
            <a:r>
              <a:rPr lang="de" sz="1200" b="1">
                <a:solidFill>
                  <a:schemeClr val="dk2"/>
                </a:solidFill>
                <a:uFill>
                  <a:noFill/>
                </a:uFill>
                <a:latin typeface="Inter"/>
                <a:ea typeface="Inter"/>
                <a:cs typeface="Inter"/>
                <a:sym typeface="Inter"/>
                <a:hlinkClick r:id="rId2">
                  <a:extLst>
                    <a:ext uri="{A12FA001-AC4F-418D-AE19-62706E023703}">
                      <ahyp:hlinkClr xmlns:ahyp="http://schemas.microsoft.com/office/drawing/2018/hyperlinkcolor" val="tx"/>
                    </a:ext>
                  </a:extLst>
                </a:hlinkClick>
              </a:rPr>
              <a:t>Slidesgo</a:t>
            </a:r>
            <a:r>
              <a:rPr lang="de" sz="1200">
                <a:solidFill>
                  <a:schemeClr val="dk2"/>
                </a:solidFill>
                <a:uFill>
                  <a:noFill/>
                </a:uFill>
                <a:latin typeface="Inter"/>
                <a:ea typeface="Inter"/>
                <a:cs typeface="Inter"/>
                <a:sym typeface="Inter"/>
                <a:hlinkClick r:id="rId2">
                  <a:extLst>
                    <a:ext uri="{A12FA001-AC4F-418D-AE19-62706E023703}">
                      <ahyp:hlinkClr xmlns:ahyp="http://schemas.microsoft.com/office/drawing/2018/hyperlinkcolor" val="tx"/>
                    </a:ext>
                  </a:extLst>
                </a:hlinkClick>
              </a:rPr>
              <a:t> </a:t>
            </a:r>
            <a:r>
              <a:rPr lang="de" sz="1200">
                <a:solidFill>
                  <a:schemeClr val="dk2"/>
                </a:solidFill>
                <a:latin typeface="Inter"/>
                <a:ea typeface="Inter"/>
                <a:cs typeface="Inter"/>
                <a:sym typeface="Inter"/>
              </a:rPr>
              <a:t>erstellt, inklusive Icons von </a:t>
            </a:r>
            <a:r>
              <a:rPr lang="de" sz="1200" b="1">
                <a:solidFill>
                  <a:schemeClr val="dk2"/>
                </a:solidFill>
                <a:uFill>
                  <a:noFill/>
                </a:uFill>
                <a:latin typeface="Inter"/>
                <a:ea typeface="Inter"/>
                <a:cs typeface="Inter"/>
                <a:sym typeface="Inter"/>
                <a:hlinkClick r:id="rId3">
                  <a:extLst>
                    <a:ext uri="{A12FA001-AC4F-418D-AE19-62706E023703}">
                      <ahyp:hlinkClr xmlns:ahyp="http://schemas.microsoft.com/office/drawing/2018/hyperlinkcolor" val="tx"/>
                    </a:ext>
                  </a:extLst>
                </a:hlinkClick>
              </a:rPr>
              <a:t>Flaticon</a:t>
            </a:r>
            <a:r>
              <a:rPr lang="de" sz="1200">
                <a:solidFill>
                  <a:schemeClr val="dk2"/>
                </a:solidFill>
                <a:latin typeface="Inter"/>
                <a:ea typeface="Inter"/>
                <a:cs typeface="Inter"/>
                <a:sym typeface="Inter"/>
              </a:rPr>
              <a:t> und Infografiken &amp; Bilder von </a:t>
            </a:r>
            <a:r>
              <a:rPr lang="de" sz="1200" b="1">
                <a:solidFill>
                  <a:schemeClr val="dk2"/>
                </a:solidFill>
                <a:uFill>
                  <a:noFill/>
                </a:uFill>
                <a:latin typeface="Inter"/>
                <a:ea typeface="Inter"/>
                <a:cs typeface="Inter"/>
                <a:sym typeface="Inter"/>
                <a:hlinkClick r:id="rId4">
                  <a:extLst>
                    <a:ext uri="{A12FA001-AC4F-418D-AE19-62706E023703}">
                      <ahyp:hlinkClr xmlns:ahyp="http://schemas.microsoft.com/office/drawing/2018/hyperlinkcolor" val="tx"/>
                    </a:ext>
                  </a:extLst>
                </a:hlinkClick>
              </a:rPr>
              <a:t>Freepik</a:t>
            </a:r>
            <a:r>
              <a:rPr lang="de" sz="1200">
                <a:solidFill>
                  <a:schemeClr val="dk2"/>
                </a:solidFill>
                <a:uFill>
                  <a:noFill/>
                </a:uFill>
                <a:latin typeface="Inter"/>
                <a:ea typeface="Inter"/>
                <a:cs typeface="Inter"/>
                <a:sym typeface="Inter"/>
                <a:hlinkClick r:id="rId4">
                  <a:extLst>
                    <a:ext uri="{A12FA001-AC4F-418D-AE19-62706E023703}">
                      <ahyp:hlinkClr xmlns:ahyp="http://schemas.microsoft.com/office/drawing/2018/hyperlinkcolor" val="tx"/>
                    </a:ext>
                  </a:extLst>
                </a:hlinkClick>
              </a:rPr>
              <a:t> </a:t>
            </a:r>
            <a:endParaRPr sz="1200">
              <a:solidFill>
                <a:schemeClr val="dk2"/>
              </a:solidFill>
              <a:latin typeface="Inter"/>
              <a:ea typeface="Inter"/>
              <a:cs typeface="Inter"/>
              <a:sym typeface="Inter"/>
            </a:endParaRPr>
          </a:p>
        </p:txBody>
      </p:sp>
    </p:spTree>
    <p:extLst>
      <p:ext uri="{BB962C8B-B14F-4D97-AF65-F5344CB8AC3E}">
        <p14:creationId xmlns:p14="http://schemas.microsoft.com/office/powerpoint/2010/main" val="2588236420"/>
      </p:ext>
    </p:extLst>
  </p:cSld>
  <p:clrMapOvr>
    <a:masterClrMapping/>
  </p:clrMapOvr>
  <p:hf sldNum="0"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48"/>
        <p:cNvGrpSpPr/>
        <p:nvPr/>
      </p:nvGrpSpPr>
      <p:grpSpPr>
        <a:xfrm>
          <a:off x="0" y="0"/>
          <a:ext cx="0" cy="0"/>
          <a:chOff x="0" y="0"/>
          <a:chExt cx="0" cy="0"/>
        </a:xfrm>
      </p:grpSpPr>
      <p:grpSp>
        <p:nvGrpSpPr>
          <p:cNvPr id="449" name="Google Shape;449;p33"/>
          <p:cNvGrpSpPr/>
          <p:nvPr/>
        </p:nvGrpSpPr>
        <p:grpSpPr>
          <a:xfrm>
            <a:off x="95" y="0"/>
            <a:ext cx="12194516" cy="6858000"/>
            <a:chOff x="70" y="0"/>
            <a:chExt cx="9145887" cy="5143500"/>
          </a:xfrm>
        </p:grpSpPr>
        <p:sp>
          <p:nvSpPr>
            <p:cNvPr id="450" name="Google Shape;450;p33"/>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1" name="Google Shape;451;p33"/>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2" name="Google Shape;452;p33"/>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3" name="Google Shape;453;p33"/>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4" name="Google Shape;454;p33"/>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5" name="Google Shape;455;p33"/>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6" name="Google Shape;456;p33"/>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7" name="Google Shape;457;p33"/>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8" name="Google Shape;458;p33"/>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9" name="Google Shape;459;p33"/>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60" name="Google Shape;460;p33"/>
            <p:cNvGrpSpPr/>
            <p:nvPr/>
          </p:nvGrpSpPr>
          <p:grpSpPr>
            <a:xfrm>
              <a:off x="8246106" y="178472"/>
              <a:ext cx="897900" cy="302453"/>
              <a:chOff x="8246106" y="178472"/>
              <a:chExt cx="897900" cy="302453"/>
            </a:xfrm>
          </p:grpSpPr>
          <p:sp>
            <p:nvSpPr>
              <p:cNvPr id="461" name="Google Shape;461;p33"/>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2" name="Google Shape;462;p33"/>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Tree>
    <p:extLst>
      <p:ext uri="{BB962C8B-B14F-4D97-AF65-F5344CB8AC3E}">
        <p14:creationId xmlns:p14="http://schemas.microsoft.com/office/powerpoint/2010/main" val="926050178"/>
      </p:ext>
    </p:extLst>
  </p:cSld>
  <p:clrMapOvr>
    <a:masterClrMapping/>
  </p:clrMapOvr>
  <p:hf sldNum="0"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463"/>
        <p:cNvGrpSpPr/>
        <p:nvPr/>
      </p:nvGrpSpPr>
      <p:grpSpPr>
        <a:xfrm>
          <a:off x="0" y="0"/>
          <a:ext cx="0" cy="0"/>
          <a:chOff x="0" y="0"/>
          <a:chExt cx="0" cy="0"/>
        </a:xfrm>
      </p:grpSpPr>
      <p:grpSp>
        <p:nvGrpSpPr>
          <p:cNvPr id="464" name="Google Shape;464;p34"/>
          <p:cNvGrpSpPr/>
          <p:nvPr/>
        </p:nvGrpSpPr>
        <p:grpSpPr>
          <a:xfrm>
            <a:off x="-2760" y="0"/>
            <a:ext cx="12194768" cy="6858000"/>
            <a:chOff x="-2070" y="0"/>
            <a:chExt cx="9146076" cy="5143500"/>
          </a:xfrm>
        </p:grpSpPr>
        <p:sp>
          <p:nvSpPr>
            <p:cNvPr id="465" name="Google Shape;465;p34"/>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6" name="Google Shape;466;p34"/>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7" name="Google Shape;467;p34"/>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8" name="Google Shape;468;p34"/>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9" name="Google Shape;469;p34"/>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0" name="Google Shape;470;p34"/>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1" name="Google Shape;471;p34"/>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2" name="Google Shape;472;p34"/>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3" name="Google Shape;473;p34"/>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4" name="Google Shape;474;p34"/>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5" name="Google Shape;475;p34"/>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6" name="Google Shape;476;p34"/>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1138378404"/>
      </p:ext>
    </p:extLst>
  </p:cSld>
  <p:clrMapOvr>
    <a:masterClrMapping/>
  </p:clrMapOvr>
  <p:hf sldNum="0"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46052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480"/>
        <p:cNvGrpSpPr/>
        <p:nvPr/>
      </p:nvGrpSpPr>
      <p:grpSpPr>
        <a:xfrm>
          <a:off x="0" y="0"/>
          <a:ext cx="0" cy="0"/>
          <a:chOff x="0" y="0"/>
          <a:chExt cx="0" cy="0"/>
        </a:xfrm>
      </p:grpSpPr>
    </p:spTree>
    <p:extLst>
      <p:ext uri="{BB962C8B-B14F-4D97-AF65-F5344CB8AC3E}">
        <p14:creationId xmlns:p14="http://schemas.microsoft.com/office/powerpoint/2010/main" val="290718340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481"/>
        <p:cNvGrpSpPr/>
        <p:nvPr/>
      </p:nvGrpSpPr>
      <p:grpSpPr>
        <a:xfrm>
          <a:off x="0" y="0"/>
          <a:ext cx="0" cy="0"/>
          <a:chOff x="0" y="0"/>
          <a:chExt cx="0" cy="0"/>
        </a:xfrm>
      </p:grpSpPr>
      <p:sp>
        <p:nvSpPr>
          <p:cNvPr id="482" name="Google Shape;482;p37"/>
          <p:cNvSpPr txBox="1">
            <a:spLocks noGrp="1"/>
          </p:cNvSpPr>
          <p:nvPr>
            <p:ph type="title"/>
          </p:nvPr>
        </p:nvSpPr>
        <p:spPr>
          <a:xfrm>
            <a:off x="1397800" y="431800"/>
            <a:ext cx="93964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US"/>
              <a:t>Click to edit Master title style</a:t>
            </a:r>
            <a:endParaRPr/>
          </a:p>
        </p:txBody>
      </p:sp>
    </p:spTree>
    <p:extLst>
      <p:ext uri="{BB962C8B-B14F-4D97-AF65-F5344CB8AC3E}">
        <p14:creationId xmlns:p14="http://schemas.microsoft.com/office/powerpoint/2010/main" val="362987151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
        <p:cNvGrpSpPr/>
        <p:nvPr/>
      </p:nvGrpSpPr>
      <p:grpSpPr>
        <a:xfrm>
          <a:off x="0" y="0"/>
          <a:ext cx="0" cy="0"/>
          <a:chOff x="0" y="0"/>
          <a:chExt cx="0" cy="0"/>
        </a:xfrm>
      </p:grpSpPr>
      <p:sp>
        <p:nvSpPr>
          <p:cNvPr id="17" name="Google Shape;17;p2"/>
          <p:cNvSpPr txBox="1">
            <a:spLocks noGrp="1"/>
          </p:cNvSpPr>
          <p:nvPr>
            <p:ph type="ctrTitle"/>
          </p:nvPr>
        </p:nvSpPr>
        <p:spPr>
          <a:xfrm>
            <a:off x="1205833" y="1448733"/>
            <a:ext cx="7418800" cy="33324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4500" b="0">
                <a:latin typeface="Inter ExtraBold"/>
                <a:ea typeface="Inter ExtraBold"/>
                <a:cs typeface="Inter ExtraBold"/>
                <a:sym typeface="Inter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8" name="Google Shape;18;p2"/>
          <p:cNvSpPr txBox="1">
            <a:spLocks noGrp="1"/>
          </p:cNvSpPr>
          <p:nvPr>
            <p:ph type="subTitle" idx="1"/>
          </p:nvPr>
        </p:nvSpPr>
        <p:spPr>
          <a:xfrm>
            <a:off x="1205833" y="4665833"/>
            <a:ext cx="7418800" cy="696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None/>
              <a:defRPr sz="1800">
                <a:latin typeface="Inter"/>
                <a:ea typeface="Inter"/>
                <a:cs typeface="Inter"/>
                <a:sym typeface="Inter"/>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101305033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3750"/>
            </a:lvl1pPr>
          </a:lstStyle>
          <a:p>
            <a:r>
              <a:rPr lang="en-US"/>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4"/>
            <a:ext cx="7470648" cy="3296563"/>
          </a:xfrm>
        </p:spPr>
        <p:txBody>
          <a:bodyPr/>
          <a:lstStyle>
            <a:lvl1pPr marL="0" indent="0">
              <a:lnSpc>
                <a:spcPct val="100000"/>
              </a:lnSpc>
              <a:spcBef>
                <a:spcPts val="0"/>
              </a:spcBef>
              <a:spcAft>
                <a:spcPts val="1125"/>
              </a:spcAft>
              <a:buNone/>
              <a:defRPr sz="1650" b="1"/>
            </a:lvl1pPr>
            <a:lvl2pPr marL="0" indent="0">
              <a:lnSpc>
                <a:spcPct val="100000"/>
              </a:lnSpc>
              <a:spcBef>
                <a:spcPts val="0"/>
              </a:spcBef>
              <a:buNone/>
              <a:defRPr sz="1200" i="1"/>
            </a:lvl2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a:t>www.adaniuni.ac.in</a:t>
            </a:r>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6277837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4750" y="1028448"/>
            <a:ext cx="11102503" cy="2237266"/>
          </a:xfrm>
          <a:prstGeom prst="rect">
            <a:avLst/>
          </a:prstGeom>
          <a:solidFill>
            <a:schemeClr val="bg1"/>
          </a:solidFill>
          <a:ln>
            <a:noFill/>
          </a:ln>
        </p:spPr>
        <p:txBody>
          <a:bodyPr anchor="b"/>
          <a:lstStyle>
            <a:lvl1pPr algn="ctr">
              <a:defRPr sz="2250" b="1" i="0" baseline="0">
                <a:solidFill>
                  <a:srgbClr val="006DB6"/>
                </a:solidFill>
                <a:latin typeface="Adani Regular" panose="02000503000000020004" pitchFamily="2" charset="0"/>
                <a:cs typeface="Arial" panose="020B0604020202020204" pitchFamily="34" charset="0"/>
              </a:defRPr>
            </a:lvl1pPr>
          </a:lstStyle>
          <a:p>
            <a:r>
              <a:rPr lang="en-US" dirty="0"/>
              <a:t>Title Slide</a:t>
            </a:r>
            <a:endParaRPr lang="en-IN" dirty="0"/>
          </a:p>
        </p:txBody>
      </p:sp>
      <p:sp>
        <p:nvSpPr>
          <p:cNvPr id="3" name="Subtitle 2"/>
          <p:cNvSpPr>
            <a:spLocks noGrp="1"/>
          </p:cNvSpPr>
          <p:nvPr>
            <p:ph type="subTitle" idx="1" hasCustomPrompt="1"/>
          </p:nvPr>
        </p:nvSpPr>
        <p:spPr>
          <a:xfrm>
            <a:off x="544750" y="3619788"/>
            <a:ext cx="11102501" cy="601579"/>
          </a:xfrm>
          <a:prstGeom prst="rect">
            <a:avLst/>
          </a:prstGeom>
        </p:spPr>
        <p:txBody>
          <a:bodyPr anchor="t"/>
          <a:lstStyle>
            <a:lvl1pPr marL="0" indent="0" algn="ctr">
              <a:buNone/>
              <a:defRPr sz="1350" b="0" i="0">
                <a:solidFill>
                  <a:schemeClr val="tx1"/>
                </a:solidFill>
                <a:latin typeface="Adani Medium" panose="02000503000000020004" pitchFamily="2"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 Title</a:t>
            </a:r>
            <a:endParaRPr lang="en-IN" dirty="0"/>
          </a:p>
        </p:txBody>
      </p:sp>
      <p:sp>
        <p:nvSpPr>
          <p:cNvPr id="4" name="Rectangle 3">
            <a:extLst>
              <a:ext uri="{FF2B5EF4-FFF2-40B4-BE49-F238E27FC236}">
                <a16:creationId xmlns:a16="http://schemas.microsoft.com/office/drawing/2014/main" id="{826AA5A4-6C8C-E195-4175-D0136F04D550}"/>
              </a:ext>
            </a:extLst>
          </p:cNvPr>
          <p:cNvSpPr/>
          <p:nvPr/>
        </p:nvSpPr>
        <p:spPr>
          <a:xfrm>
            <a:off x="4296000" y="3402000"/>
            <a:ext cx="3600000" cy="54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dirty="0"/>
          </a:p>
        </p:txBody>
      </p:sp>
      <p:sp>
        <p:nvSpPr>
          <p:cNvPr id="7" name="Text Placeholder 6">
            <a:extLst>
              <a:ext uri="{FF2B5EF4-FFF2-40B4-BE49-F238E27FC236}">
                <a16:creationId xmlns:a16="http://schemas.microsoft.com/office/drawing/2014/main" id="{B23055FA-18D4-B757-EDEC-92243253C14B}"/>
              </a:ext>
            </a:extLst>
          </p:cNvPr>
          <p:cNvSpPr>
            <a:spLocks noGrp="1"/>
          </p:cNvSpPr>
          <p:nvPr>
            <p:ph type="body" sz="quarter" idx="10" hasCustomPrompt="1"/>
          </p:nvPr>
        </p:nvSpPr>
        <p:spPr>
          <a:xfrm>
            <a:off x="3320375" y="4358151"/>
            <a:ext cx="5551251" cy="464392"/>
          </a:xfrm>
          <a:prstGeom prst="rect">
            <a:avLst/>
          </a:prstGeom>
        </p:spPr>
        <p:txBody>
          <a:bodyPr anchor="ctr"/>
          <a:lstStyle>
            <a:lvl1pPr marL="0" indent="0" algn="ctr">
              <a:buNone/>
              <a:defRPr sz="1125" b="0" i="0">
                <a:solidFill>
                  <a:schemeClr val="tx1"/>
                </a:solidFill>
                <a:latin typeface="Adani Regular" panose="02000503000000020004" pitchFamily="2" charset="0"/>
              </a:defRPr>
            </a:lvl1pPr>
          </a:lstStyle>
          <a:p>
            <a:pPr lvl="0"/>
            <a:r>
              <a:rPr lang="en-US" dirty="0"/>
              <a:t>Presented by: John smith</a:t>
            </a:r>
          </a:p>
        </p:txBody>
      </p:sp>
    </p:spTree>
    <p:extLst>
      <p:ext uri="{BB962C8B-B14F-4D97-AF65-F5344CB8AC3E}">
        <p14:creationId xmlns:p14="http://schemas.microsoft.com/office/powerpoint/2010/main" val="56955233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Paragraph 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Paragraph Content Slide</a:t>
            </a:r>
            <a:endParaRPr lang="en-IN" dirty="0"/>
          </a:p>
        </p:txBody>
      </p:sp>
      <p:sp>
        <p:nvSpPr>
          <p:cNvPr id="6" name="Text Placeholder 5">
            <a:extLst>
              <a:ext uri="{FF2B5EF4-FFF2-40B4-BE49-F238E27FC236}">
                <a16:creationId xmlns:a16="http://schemas.microsoft.com/office/drawing/2014/main" id="{256BDAAE-4F1F-4BCD-6572-30DA1F00E09D}"/>
              </a:ext>
            </a:extLst>
          </p:cNvPr>
          <p:cNvSpPr>
            <a:spLocks noGrp="1"/>
          </p:cNvSpPr>
          <p:nvPr>
            <p:ph type="body" sz="quarter" idx="10" hasCustomPrompt="1"/>
          </p:nvPr>
        </p:nvSpPr>
        <p:spPr>
          <a:xfrm>
            <a:off x="550863" y="1636713"/>
            <a:ext cx="11090275" cy="4672012"/>
          </a:xfrm>
          <a:prstGeom prst="rect">
            <a:avLst/>
          </a:prstGeom>
        </p:spPr>
        <p:txBody>
          <a:bodyPr wrap="square" numCol="2" spcCol="540000"/>
          <a:lstStyle>
            <a:lvl1pPr marL="0" indent="0" algn="just">
              <a:buNone/>
              <a:defRPr sz="1125" b="0" i="0">
                <a:latin typeface="Adani Regular" panose="02000503000000020004" pitchFamily="2" charset="0"/>
              </a:defRPr>
            </a:lvl1pPr>
            <a:lvl2pPr>
              <a:defRPr b="0" i="0">
                <a:latin typeface="Adani Regular" panose="02000503000000020004" pitchFamily="2" charset="0"/>
              </a:defRPr>
            </a:lvl2pPr>
            <a:lvl3pPr>
              <a:defRPr b="0" i="0">
                <a:latin typeface="Adani Regular" panose="02000503000000020004" pitchFamily="2" charset="0"/>
              </a:defRPr>
            </a:lvl3pPr>
            <a:lvl4pPr>
              <a:defRPr b="0" i="0">
                <a:latin typeface="Adani Regular" panose="02000503000000020004" pitchFamily="2" charset="0"/>
              </a:defRPr>
            </a:lvl4pPr>
            <a:lvl5pPr>
              <a:defRPr b="0" i="0">
                <a:latin typeface="Adani Regular" panose="02000503000000020004" pitchFamily="2"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Suspendisse</a:t>
            </a:r>
            <a:r>
              <a:rPr lang="en-US" dirty="0"/>
              <a:t> </a:t>
            </a:r>
            <a:r>
              <a:rPr lang="en-US" dirty="0" err="1"/>
              <a:t>nec</a:t>
            </a:r>
            <a:r>
              <a:rPr lang="en-US" dirty="0"/>
              <a:t> </a:t>
            </a:r>
            <a:r>
              <a:rPr lang="en-US" dirty="0" err="1"/>
              <a:t>justo</a:t>
            </a:r>
            <a:r>
              <a:rPr lang="en-US" dirty="0"/>
              <a:t> </a:t>
            </a:r>
            <a:r>
              <a:rPr lang="en-US" dirty="0" err="1"/>
              <a:t>nec</a:t>
            </a:r>
            <a:r>
              <a:rPr lang="en-US" dirty="0"/>
              <a:t> </a:t>
            </a:r>
            <a:r>
              <a:rPr lang="en-US" dirty="0" err="1"/>
              <a:t>arcu</a:t>
            </a:r>
            <a:r>
              <a:rPr lang="en-US" dirty="0"/>
              <a:t> </a:t>
            </a:r>
            <a:r>
              <a:rPr lang="en-US" dirty="0" err="1"/>
              <a:t>aliquam</a:t>
            </a:r>
            <a:r>
              <a:rPr lang="en-US" dirty="0"/>
              <a:t> </a:t>
            </a:r>
            <a:r>
              <a:rPr lang="en-US" dirty="0" err="1"/>
              <a:t>sagittis</a:t>
            </a:r>
            <a:r>
              <a:rPr lang="en-US" dirty="0"/>
              <a:t> id sit </a:t>
            </a:r>
            <a:r>
              <a:rPr lang="en-US" dirty="0" err="1"/>
              <a:t>amet</a:t>
            </a:r>
            <a:r>
              <a:rPr lang="en-US" dirty="0"/>
              <a:t> </a:t>
            </a:r>
            <a:r>
              <a:rPr lang="en-US" dirty="0" err="1"/>
              <a:t>justo</a:t>
            </a:r>
            <a:r>
              <a:rPr lang="en-US" dirty="0"/>
              <a:t>. In </a:t>
            </a:r>
            <a:r>
              <a:rPr lang="en-US" dirty="0" err="1"/>
              <a:t>tincidunt</a:t>
            </a:r>
            <a:r>
              <a:rPr lang="en-US" dirty="0"/>
              <a:t>, dolor </a:t>
            </a:r>
            <a:r>
              <a:rPr lang="en-US" dirty="0" err="1"/>
              <a:t>nec</a:t>
            </a:r>
            <a:r>
              <a:rPr lang="en-US" dirty="0"/>
              <a:t> </a:t>
            </a:r>
            <a:r>
              <a:rPr lang="en-US" dirty="0" err="1"/>
              <a:t>sagittis</a:t>
            </a:r>
            <a:r>
              <a:rPr lang="en-US" dirty="0"/>
              <a:t> </a:t>
            </a:r>
            <a:r>
              <a:rPr lang="en-US" dirty="0" err="1"/>
              <a:t>dignissim</a:t>
            </a:r>
            <a:r>
              <a:rPr lang="en-US" dirty="0"/>
              <a:t>, </a:t>
            </a:r>
            <a:r>
              <a:rPr lang="en-US" dirty="0" err="1"/>
              <a:t>nunc</a:t>
            </a:r>
            <a:r>
              <a:rPr lang="en-US" dirty="0"/>
              <a:t> </a:t>
            </a:r>
            <a:r>
              <a:rPr lang="en-US" dirty="0" err="1"/>
              <a:t>erat</a:t>
            </a:r>
            <a:r>
              <a:rPr lang="en-US" dirty="0"/>
              <a:t> auctor </a:t>
            </a:r>
            <a:r>
              <a:rPr lang="en-US" dirty="0" err="1"/>
              <a:t>sapien</a:t>
            </a:r>
            <a:r>
              <a:rPr lang="en-US" dirty="0"/>
              <a:t>, sed </a:t>
            </a:r>
            <a:r>
              <a:rPr lang="en-US" dirty="0" err="1"/>
              <a:t>fringilla</a:t>
            </a:r>
            <a:r>
              <a:rPr lang="en-US" dirty="0"/>
              <a:t> </a:t>
            </a:r>
            <a:r>
              <a:rPr lang="en-US" dirty="0" err="1"/>
              <a:t>turpis</a:t>
            </a:r>
            <a:r>
              <a:rPr lang="en-US" dirty="0"/>
              <a:t> </a:t>
            </a:r>
            <a:r>
              <a:rPr lang="en-US" dirty="0" err="1"/>
              <a:t>risus</a:t>
            </a:r>
            <a:r>
              <a:rPr lang="en-US" dirty="0"/>
              <a:t> </a:t>
            </a:r>
            <a:r>
              <a:rPr lang="en-US" dirty="0" err="1"/>
              <a:t>viverra</a:t>
            </a:r>
            <a:r>
              <a:rPr lang="en-US" dirty="0"/>
              <a:t> </a:t>
            </a:r>
            <a:r>
              <a:rPr lang="en-US" dirty="0" err="1"/>
              <a:t>lectus</a:t>
            </a:r>
            <a:r>
              <a:rPr lang="en-US" dirty="0"/>
              <a:t>. </a:t>
            </a:r>
            <a:r>
              <a:rPr lang="en-US" dirty="0" err="1"/>
              <a:t>Nullam</a:t>
            </a:r>
            <a:r>
              <a:rPr lang="en-US" dirty="0"/>
              <a:t> </a:t>
            </a:r>
            <a:r>
              <a:rPr lang="en-US" dirty="0" err="1"/>
              <a:t>quis</a:t>
            </a:r>
            <a:r>
              <a:rPr lang="en-US" dirty="0"/>
              <a:t> </a:t>
            </a:r>
            <a:r>
              <a:rPr lang="en-US" dirty="0" err="1"/>
              <a:t>fringilla</a:t>
            </a:r>
            <a:r>
              <a:rPr lang="en-US" dirty="0"/>
              <a:t> ligula. Sed in </a:t>
            </a:r>
            <a:r>
              <a:rPr lang="en-US" dirty="0" err="1"/>
              <a:t>turpis</a:t>
            </a:r>
            <a:r>
              <a:rPr lang="en-US" dirty="0"/>
              <a:t> a </a:t>
            </a:r>
            <a:r>
              <a:rPr lang="en-US" dirty="0" err="1"/>
              <a:t>odio</a:t>
            </a:r>
            <a:r>
              <a:rPr lang="en-US" dirty="0"/>
              <a:t> </a:t>
            </a:r>
            <a:r>
              <a:rPr lang="en-US" dirty="0" err="1"/>
              <a:t>ornare</a:t>
            </a:r>
            <a:r>
              <a:rPr lang="en-US" dirty="0"/>
              <a:t> </a:t>
            </a:r>
            <a:r>
              <a:rPr lang="en-US" dirty="0" err="1"/>
              <a:t>condimentum</a:t>
            </a:r>
            <a:r>
              <a:rPr lang="en-US" dirty="0"/>
              <a:t> </a:t>
            </a:r>
            <a:r>
              <a:rPr lang="en-US" dirty="0" err="1"/>
              <a:t>ut</a:t>
            </a:r>
            <a:r>
              <a:rPr lang="en-US" dirty="0"/>
              <a:t> </a:t>
            </a:r>
            <a:r>
              <a:rPr lang="en-US" dirty="0" err="1"/>
              <a:t>eget</a:t>
            </a:r>
            <a:r>
              <a:rPr lang="en-US" dirty="0"/>
              <a:t> </a:t>
            </a:r>
            <a:r>
              <a:rPr lang="en-US" dirty="0" err="1"/>
              <a:t>orci</a:t>
            </a:r>
            <a:r>
              <a:rPr lang="en-US" dirty="0"/>
              <a:t>. Donec eros </a:t>
            </a:r>
            <a:r>
              <a:rPr lang="en-US" dirty="0" err="1"/>
              <a:t>nulla</a:t>
            </a:r>
            <a:r>
              <a:rPr lang="en-US" dirty="0"/>
              <a:t>, lacinia </a:t>
            </a:r>
            <a:r>
              <a:rPr lang="en-US" dirty="0" err="1"/>
              <a:t>ut</a:t>
            </a:r>
            <a:r>
              <a:rPr lang="en-US" dirty="0"/>
              <a:t> dictum id, </a:t>
            </a:r>
            <a:r>
              <a:rPr lang="en-US" dirty="0" err="1"/>
              <a:t>congue</a:t>
            </a:r>
            <a:r>
              <a:rPr lang="en-US" dirty="0"/>
              <a:t> </a:t>
            </a:r>
            <a:r>
              <a:rPr lang="en-US" dirty="0" err="1"/>
              <a:t>mollis</a:t>
            </a:r>
            <a:r>
              <a:rPr lang="en-US" dirty="0"/>
              <a:t> </a:t>
            </a:r>
            <a:r>
              <a:rPr lang="en-US" dirty="0" err="1"/>
              <a:t>leo</a:t>
            </a:r>
            <a:r>
              <a:rPr lang="en-US" dirty="0"/>
              <a:t>. Aenean vel </a:t>
            </a:r>
            <a:r>
              <a:rPr lang="en-US" dirty="0" err="1"/>
              <a:t>orci</a:t>
            </a:r>
            <a:r>
              <a:rPr lang="en-US" dirty="0"/>
              <a:t> nisi. Nam </a:t>
            </a:r>
            <a:r>
              <a:rPr lang="en-US" dirty="0" err="1"/>
              <a:t>blandit</a:t>
            </a:r>
            <a:r>
              <a:rPr lang="en-US" dirty="0"/>
              <a:t> </a:t>
            </a:r>
            <a:r>
              <a:rPr lang="en-US" dirty="0" err="1"/>
              <a:t>pretium</a:t>
            </a:r>
            <a:r>
              <a:rPr lang="en-US" dirty="0"/>
              <a:t> ex, id </a:t>
            </a:r>
            <a:r>
              <a:rPr lang="en-US" dirty="0" err="1"/>
              <a:t>egestas</a:t>
            </a:r>
            <a:r>
              <a:rPr lang="en-US" dirty="0"/>
              <a:t> ante </a:t>
            </a:r>
            <a:r>
              <a:rPr lang="en-US" dirty="0" err="1"/>
              <a:t>congue</a:t>
            </a:r>
            <a:r>
              <a:rPr lang="en-US" dirty="0"/>
              <a:t> </a:t>
            </a:r>
            <a:r>
              <a:rPr lang="en-US" dirty="0" err="1"/>
              <a:t>quis</a:t>
            </a:r>
            <a:r>
              <a:rPr lang="en-US" dirty="0"/>
              <a:t>. Integer a pulvinar </a:t>
            </a:r>
            <a:r>
              <a:rPr lang="en-US" dirty="0" err="1"/>
              <a:t>justo</a:t>
            </a:r>
            <a:r>
              <a:rPr lang="en-US" dirty="0"/>
              <a:t>, </a:t>
            </a:r>
            <a:r>
              <a:rPr lang="en-US" dirty="0" err="1"/>
              <a:t>quis</a:t>
            </a:r>
            <a:r>
              <a:rPr lang="en-US" dirty="0"/>
              <a:t> </a:t>
            </a:r>
            <a:r>
              <a:rPr lang="en-US" dirty="0" err="1"/>
              <a:t>varius</a:t>
            </a:r>
            <a:r>
              <a:rPr lang="en-US" dirty="0"/>
              <a:t> est. Morbi </a:t>
            </a:r>
            <a:r>
              <a:rPr lang="en-US" dirty="0" err="1"/>
              <a:t>erat</a:t>
            </a:r>
            <a:r>
              <a:rPr lang="en-US" dirty="0"/>
              <a:t> </a:t>
            </a:r>
            <a:r>
              <a:rPr lang="en-US" dirty="0" err="1"/>
              <a:t>tortor</a:t>
            </a:r>
            <a:r>
              <a:rPr lang="en-US" dirty="0"/>
              <a:t>, </a:t>
            </a:r>
            <a:r>
              <a:rPr lang="en-US" dirty="0" err="1"/>
              <a:t>volutpat</a:t>
            </a:r>
            <a:r>
              <a:rPr lang="en-US" dirty="0"/>
              <a:t> </a:t>
            </a:r>
            <a:r>
              <a:rPr lang="en-US" dirty="0" err="1"/>
              <a:t>eu</a:t>
            </a:r>
            <a:r>
              <a:rPr lang="en-US" dirty="0"/>
              <a:t> mi vitae, </a:t>
            </a:r>
            <a:r>
              <a:rPr lang="en-US" dirty="0" err="1"/>
              <a:t>sagittis</a:t>
            </a:r>
            <a:r>
              <a:rPr lang="en-US" dirty="0"/>
              <a:t> </a:t>
            </a:r>
            <a:r>
              <a:rPr lang="en-US" dirty="0" err="1"/>
              <a:t>hendrerit</a:t>
            </a:r>
            <a:r>
              <a:rPr lang="en-US" dirty="0"/>
              <a:t> </a:t>
            </a:r>
            <a:r>
              <a:rPr lang="en-US" dirty="0" err="1"/>
              <a:t>metus</a:t>
            </a:r>
            <a:r>
              <a:rPr lang="en-US" dirty="0"/>
              <a:t>. </a:t>
            </a:r>
            <a:r>
              <a:rPr lang="en-US" dirty="0" err="1"/>
              <a:t>Fusce</a:t>
            </a:r>
            <a:r>
              <a:rPr lang="en-US" dirty="0"/>
              <a:t> </a:t>
            </a:r>
            <a:r>
              <a:rPr lang="en-US" dirty="0" err="1"/>
              <a:t>interdum</a:t>
            </a:r>
            <a:r>
              <a:rPr lang="en-US" dirty="0"/>
              <a:t> </a:t>
            </a:r>
            <a:r>
              <a:rPr lang="en-US" dirty="0" err="1"/>
              <a:t>tincidunt</a:t>
            </a:r>
            <a:r>
              <a:rPr lang="en-US" dirty="0"/>
              <a:t> </a:t>
            </a:r>
            <a:r>
              <a:rPr lang="en-US" dirty="0" err="1"/>
              <a:t>porttitor</a:t>
            </a:r>
            <a:r>
              <a:rPr lang="en-US" dirty="0"/>
              <a:t>. Proin at dui </a:t>
            </a:r>
            <a:r>
              <a:rPr lang="en-US" dirty="0" err="1"/>
              <a:t>mauris.Maecenas</a:t>
            </a:r>
            <a:r>
              <a:rPr lang="en-US" dirty="0"/>
              <a:t> </a:t>
            </a:r>
            <a:r>
              <a:rPr lang="en-US" dirty="0" err="1"/>
              <a:t>feugiat</a:t>
            </a:r>
            <a:r>
              <a:rPr lang="en-US" dirty="0"/>
              <a:t> dictum </a:t>
            </a:r>
            <a:r>
              <a:rPr lang="en-US" dirty="0" err="1"/>
              <a:t>enim</a:t>
            </a:r>
            <a:r>
              <a:rPr lang="en-US" dirty="0"/>
              <a:t>, </a:t>
            </a:r>
            <a:r>
              <a:rPr lang="en-US" dirty="0" err="1"/>
              <a:t>eu</a:t>
            </a:r>
            <a:r>
              <a:rPr lang="en-US" dirty="0"/>
              <a:t> </a:t>
            </a:r>
            <a:r>
              <a:rPr lang="en-US" dirty="0" err="1"/>
              <a:t>consectetur</a:t>
            </a:r>
            <a:r>
              <a:rPr lang="en-US" dirty="0"/>
              <a:t> </a:t>
            </a:r>
            <a:r>
              <a:rPr lang="en-US" dirty="0" err="1"/>
              <a:t>sem</a:t>
            </a:r>
            <a:r>
              <a:rPr lang="en-US" dirty="0"/>
              <a:t> </a:t>
            </a:r>
            <a:r>
              <a:rPr lang="en-US" dirty="0" err="1"/>
              <a:t>malesuada</a:t>
            </a:r>
            <a:r>
              <a:rPr lang="en-US" dirty="0"/>
              <a:t> </a:t>
            </a:r>
            <a:r>
              <a:rPr lang="en-US" dirty="0" err="1"/>
              <a:t>quis</a:t>
            </a:r>
            <a:r>
              <a:rPr lang="en-US" dirty="0"/>
              <a:t>. </a:t>
            </a:r>
            <a:r>
              <a:rPr lang="en-US" dirty="0" err="1"/>
              <a:t>Mauris</a:t>
            </a:r>
            <a:r>
              <a:rPr lang="en-US" dirty="0"/>
              <a:t> at </a:t>
            </a:r>
            <a:r>
              <a:rPr lang="en-US" dirty="0" err="1"/>
              <a:t>aliquet</a:t>
            </a:r>
            <a:r>
              <a:rPr lang="en-US" dirty="0"/>
              <a:t> </a:t>
            </a:r>
            <a:r>
              <a:rPr lang="en-US" dirty="0" err="1"/>
              <a:t>nulla</a:t>
            </a:r>
            <a:r>
              <a:rPr lang="en-US" dirty="0"/>
              <a:t>, sed </a:t>
            </a:r>
            <a:r>
              <a:rPr lang="en-US" dirty="0" err="1"/>
              <a:t>volutpat</a:t>
            </a:r>
            <a:r>
              <a:rPr lang="en-US" dirty="0"/>
              <a:t> </a:t>
            </a:r>
            <a:r>
              <a:rPr lang="en-US" dirty="0" err="1"/>
              <a:t>metus</a:t>
            </a:r>
            <a:r>
              <a:rPr lang="en-US" dirty="0"/>
              <a:t>. In hac </a:t>
            </a:r>
            <a:r>
              <a:rPr lang="en-US" dirty="0" err="1"/>
              <a:t>habitasse</a:t>
            </a:r>
            <a:r>
              <a:rPr lang="en-US" dirty="0"/>
              <a:t> </a:t>
            </a:r>
            <a:r>
              <a:rPr lang="en-US" dirty="0" err="1"/>
              <a:t>platea</a:t>
            </a:r>
            <a:r>
              <a:rPr lang="en-US" dirty="0"/>
              <a:t> </a:t>
            </a:r>
            <a:r>
              <a:rPr lang="en-US" dirty="0" err="1"/>
              <a:t>dictumst</a:t>
            </a:r>
            <a:r>
              <a:rPr lang="en-US" dirty="0"/>
              <a:t>. </a:t>
            </a:r>
            <a:r>
              <a:rPr lang="en-US" dirty="0" err="1"/>
              <a:t>Phasellus</a:t>
            </a:r>
            <a:r>
              <a:rPr lang="en-US" dirty="0"/>
              <a:t> </a:t>
            </a:r>
            <a:r>
              <a:rPr lang="en-US" dirty="0" err="1"/>
              <a:t>nec</a:t>
            </a:r>
            <a:r>
              <a:rPr lang="en-US" dirty="0"/>
              <a:t> vestibulum </a:t>
            </a:r>
            <a:r>
              <a:rPr lang="en-US" dirty="0" err="1"/>
              <a:t>urna</a:t>
            </a:r>
            <a:r>
              <a:rPr lang="en-US" dirty="0"/>
              <a:t>. Aenean </a:t>
            </a:r>
            <a:r>
              <a:rPr lang="en-US" dirty="0" err="1"/>
              <a:t>mollis</a:t>
            </a:r>
            <a:r>
              <a:rPr lang="en-US" dirty="0"/>
              <a:t> pharetra </a:t>
            </a:r>
            <a:r>
              <a:rPr lang="en-US" dirty="0" err="1"/>
              <a:t>odio</a:t>
            </a:r>
            <a:r>
              <a:rPr lang="en-US" dirty="0"/>
              <a:t>, </a:t>
            </a:r>
            <a:r>
              <a:rPr lang="en-US" dirty="0" err="1"/>
              <a:t>ut</a:t>
            </a:r>
            <a:r>
              <a:rPr lang="en-US" dirty="0"/>
              <a:t> </a:t>
            </a:r>
            <a:r>
              <a:rPr lang="en-US" dirty="0" err="1"/>
              <a:t>aliquet</a:t>
            </a:r>
            <a:r>
              <a:rPr lang="en-US" dirty="0"/>
              <a:t> </a:t>
            </a:r>
            <a:r>
              <a:rPr lang="en-US" dirty="0" err="1"/>
              <a:t>neque</a:t>
            </a:r>
            <a:r>
              <a:rPr lang="en-US" dirty="0"/>
              <a:t> </a:t>
            </a:r>
            <a:r>
              <a:rPr lang="en-US" dirty="0" err="1"/>
              <a:t>aliquet</a:t>
            </a:r>
            <a:r>
              <a:rPr lang="en-US" dirty="0"/>
              <a:t> </a:t>
            </a:r>
            <a:r>
              <a:rPr lang="en-US" dirty="0" err="1"/>
              <a:t>porttitor</a:t>
            </a:r>
            <a:r>
              <a:rPr lang="en-US" dirty="0"/>
              <a:t>. Sed </a:t>
            </a:r>
            <a:r>
              <a:rPr lang="en-US" dirty="0" err="1"/>
              <a:t>finibus</a:t>
            </a:r>
            <a:r>
              <a:rPr lang="en-US" dirty="0"/>
              <a:t>, </a:t>
            </a:r>
            <a:r>
              <a:rPr lang="en-US" dirty="0" err="1"/>
              <a:t>risus</a:t>
            </a:r>
            <a:r>
              <a:rPr lang="en-US" dirty="0"/>
              <a:t> </a:t>
            </a:r>
            <a:r>
              <a:rPr lang="en-US" dirty="0" err="1"/>
              <a:t>eget</a:t>
            </a:r>
            <a:r>
              <a:rPr lang="en-US" dirty="0"/>
              <a:t> </a:t>
            </a:r>
            <a:r>
              <a:rPr lang="en-US" dirty="0" err="1"/>
              <a:t>vehicula</a:t>
            </a:r>
            <a:r>
              <a:rPr lang="en-US" dirty="0"/>
              <a:t> </a:t>
            </a:r>
            <a:r>
              <a:rPr lang="en-US" dirty="0" err="1"/>
              <a:t>pellentesque</a:t>
            </a:r>
            <a:r>
              <a:rPr lang="en-US" dirty="0"/>
              <a:t>, </a:t>
            </a:r>
            <a:r>
              <a:rPr lang="en-US" dirty="0" err="1"/>
              <a:t>neque</a:t>
            </a:r>
            <a:r>
              <a:rPr lang="en-US" dirty="0"/>
              <a:t> magna </a:t>
            </a:r>
            <a:r>
              <a:rPr lang="en-US" dirty="0" err="1"/>
              <a:t>tempor</a:t>
            </a:r>
            <a:r>
              <a:rPr lang="en-US" dirty="0"/>
              <a:t> lorem, at </a:t>
            </a:r>
            <a:r>
              <a:rPr lang="en-US" dirty="0" err="1"/>
              <a:t>viverra</a:t>
            </a:r>
            <a:r>
              <a:rPr lang="en-US" dirty="0"/>
              <a:t> lorem </a:t>
            </a:r>
            <a:r>
              <a:rPr lang="en-US" dirty="0" err="1"/>
              <a:t>leo</a:t>
            </a:r>
            <a:r>
              <a:rPr lang="en-US" dirty="0"/>
              <a:t> </a:t>
            </a:r>
            <a:r>
              <a:rPr lang="en-US" dirty="0" err="1"/>
              <a:t>eu</a:t>
            </a:r>
            <a:r>
              <a:rPr lang="en-US" dirty="0"/>
              <a:t> dolor. </a:t>
            </a:r>
            <a:r>
              <a:rPr lang="en-US" dirty="0" err="1"/>
              <a:t>Quisque</a:t>
            </a:r>
            <a:r>
              <a:rPr lang="en-US" dirty="0"/>
              <a:t> </a:t>
            </a:r>
            <a:r>
              <a:rPr lang="en-US" dirty="0" err="1"/>
              <a:t>fringilla</a:t>
            </a:r>
            <a:r>
              <a:rPr lang="en-US" dirty="0"/>
              <a:t> in </a:t>
            </a:r>
            <a:r>
              <a:rPr lang="en-US" dirty="0" err="1"/>
              <a:t>nibh</a:t>
            </a:r>
            <a:r>
              <a:rPr lang="en-US" dirty="0"/>
              <a:t> a </a:t>
            </a:r>
            <a:r>
              <a:rPr lang="en-US" dirty="0" err="1"/>
              <a:t>tincidunt</a:t>
            </a:r>
            <a:r>
              <a:rPr lang="en-US" dirty="0"/>
              <a:t>. </a:t>
            </a:r>
            <a:r>
              <a:rPr lang="en-US" dirty="0" err="1"/>
              <a:t>Pellentesque</a:t>
            </a:r>
            <a:r>
              <a:rPr lang="en-US" dirty="0"/>
              <a:t> </a:t>
            </a:r>
            <a:r>
              <a:rPr lang="en-US" dirty="0" err="1"/>
              <a:t>volutpat</a:t>
            </a:r>
            <a:r>
              <a:rPr lang="en-US" dirty="0"/>
              <a:t> </a:t>
            </a:r>
            <a:r>
              <a:rPr lang="en-US" dirty="0" err="1"/>
              <a:t>molestie</a:t>
            </a:r>
            <a:r>
              <a:rPr lang="en-US" dirty="0"/>
              <a:t> </a:t>
            </a:r>
            <a:r>
              <a:rPr lang="en-US" dirty="0" err="1"/>
              <a:t>molestie</a:t>
            </a:r>
            <a:r>
              <a:rPr lang="en-US" dirty="0"/>
              <a:t>. Sed </a:t>
            </a:r>
            <a:r>
              <a:rPr lang="en-US" dirty="0" err="1"/>
              <a:t>commodo</a:t>
            </a:r>
            <a:r>
              <a:rPr lang="en-US" dirty="0"/>
              <a:t> </a:t>
            </a:r>
            <a:r>
              <a:rPr lang="en-US" dirty="0" err="1"/>
              <a:t>tortor</a:t>
            </a:r>
            <a:r>
              <a:rPr lang="en-US" dirty="0"/>
              <a:t> et </a:t>
            </a:r>
            <a:r>
              <a:rPr lang="en-US" dirty="0" err="1"/>
              <a:t>blandit</a:t>
            </a:r>
            <a:r>
              <a:rPr lang="en-US" dirty="0"/>
              <a:t> </a:t>
            </a:r>
            <a:r>
              <a:rPr lang="en-US" dirty="0" err="1"/>
              <a:t>ultricies</a:t>
            </a:r>
            <a:r>
              <a:rPr lang="en-US" dirty="0"/>
              <a:t>. </a:t>
            </a:r>
            <a:r>
              <a:rPr lang="en-US" dirty="0" err="1"/>
              <a:t>Suspendisse</a:t>
            </a:r>
            <a:r>
              <a:rPr lang="en-US" dirty="0"/>
              <a:t> </a:t>
            </a:r>
            <a:r>
              <a:rPr lang="en-US" dirty="0" err="1"/>
              <a:t>potenti</a:t>
            </a:r>
            <a:r>
              <a:rPr lang="en-US" dirty="0"/>
              <a:t>. </a:t>
            </a:r>
            <a:r>
              <a:rPr lang="en-US" dirty="0" err="1"/>
              <a:t>Interdum</a:t>
            </a:r>
            <a:r>
              <a:rPr lang="en-US" dirty="0"/>
              <a:t> et </a:t>
            </a:r>
            <a:r>
              <a:rPr lang="en-US" dirty="0" err="1"/>
              <a:t>malesuada</a:t>
            </a:r>
            <a:r>
              <a:rPr lang="en-US" dirty="0"/>
              <a:t> fames ac ante ipsum </a:t>
            </a:r>
            <a:r>
              <a:rPr lang="en-US" dirty="0" err="1"/>
              <a:t>primis</a:t>
            </a:r>
            <a:r>
              <a:rPr lang="en-US" dirty="0"/>
              <a:t> in </a:t>
            </a:r>
            <a:r>
              <a:rPr lang="en-US" dirty="0" err="1"/>
              <a:t>faucibus</a:t>
            </a:r>
            <a:r>
              <a:rPr lang="en-US" dirty="0"/>
              <a:t>. </a:t>
            </a:r>
            <a:r>
              <a:rPr lang="en-US" dirty="0" err="1"/>
              <a:t>Nulla</a:t>
            </a:r>
            <a:r>
              <a:rPr lang="en-US" dirty="0"/>
              <a:t> </a:t>
            </a:r>
            <a:r>
              <a:rPr lang="en-US" dirty="0" err="1"/>
              <a:t>porttitor</a:t>
            </a:r>
            <a:r>
              <a:rPr lang="en-US" dirty="0"/>
              <a:t> </a:t>
            </a:r>
            <a:r>
              <a:rPr lang="en-US" dirty="0" err="1"/>
              <a:t>nibh</a:t>
            </a:r>
            <a:r>
              <a:rPr lang="en-US" dirty="0"/>
              <a:t> sed convallis semper. Integer diam </a:t>
            </a:r>
            <a:r>
              <a:rPr lang="en-US" dirty="0" err="1"/>
              <a:t>nisl</a:t>
            </a:r>
            <a:r>
              <a:rPr lang="en-US" dirty="0"/>
              <a:t>, tempus </a:t>
            </a:r>
            <a:r>
              <a:rPr lang="en-US" dirty="0" err="1"/>
              <a:t>eget</a:t>
            </a:r>
            <a:r>
              <a:rPr lang="en-US" dirty="0"/>
              <a:t> pharetra </a:t>
            </a:r>
            <a:r>
              <a:rPr lang="en-US" dirty="0" err="1"/>
              <a:t>nec</a:t>
            </a:r>
            <a:r>
              <a:rPr lang="en-US" dirty="0"/>
              <a:t>, </a:t>
            </a:r>
            <a:r>
              <a:rPr lang="en-US" dirty="0" err="1"/>
              <a:t>rhoncus</a:t>
            </a:r>
            <a:r>
              <a:rPr lang="en-US" dirty="0"/>
              <a:t> id </a:t>
            </a:r>
            <a:r>
              <a:rPr lang="en-US" dirty="0" err="1"/>
              <a:t>turpis</a:t>
            </a:r>
            <a:r>
              <a:rPr lang="en-US" dirty="0"/>
              <a:t>. Aenean id </a:t>
            </a:r>
            <a:r>
              <a:rPr lang="en-US" dirty="0" err="1"/>
              <a:t>massa</a:t>
            </a:r>
            <a:r>
              <a:rPr lang="en-US" dirty="0"/>
              <a:t> dui.</a:t>
            </a:r>
            <a:r>
              <a:rPr lang="en-IN" b="0" i="0" dirty="0" err="1">
                <a:solidFill>
                  <a:srgbClr val="000000"/>
                </a:solidFill>
                <a:effectLst/>
                <a:latin typeface="Open Sans" panose="020B0606030504020204" pitchFamily="34" charset="0"/>
              </a:rPr>
              <a:t>Suspendisse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varius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mauris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purus</a:t>
            </a:r>
            <a:r>
              <a:rPr lang="en-IN" b="0" i="0" dirty="0">
                <a:solidFill>
                  <a:srgbClr val="000000"/>
                </a:solidFill>
                <a:effectLst/>
                <a:latin typeface="Open Sans" panose="020B0606030504020204" pitchFamily="34" charset="0"/>
              </a:rPr>
              <a:t>, et </a:t>
            </a:r>
            <a:r>
              <a:rPr lang="en-IN" b="0" i="0" dirty="0" err="1">
                <a:solidFill>
                  <a:srgbClr val="000000"/>
                </a:solidFill>
                <a:effectLst/>
                <a:latin typeface="Open Sans" panose="020B0606030504020204" pitchFamily="34" charset="0"/>
              </a:rPr>
              <a:t>bibendum</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elit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aliquet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eget</a:t>
            </a:r>
            <a:r>
              <a:rPr lang="en-IN" b="0" i="0" dirty="0">
                <a:solidFill>
                  <a:srgbClr val="000000"/>
                </a:solidFill>
                <a:effectLst/>
                <a:latin typeface="Open Sans" panose="020B0606030504020204" pitchFamily="34" charset="0"/>
              </a:rPr>
              <a:t>. Integer cursus </a:t>
            </a:r>
            <a:r>
              <a:rPr lang="en-IN" b="0" i="0" dirty="0" err="1">
                <a:solidFill>
                  <a:srgbClr val="000000"/>
                </a:solidFill>
                <a:effectLst/>
                <a:latin typeface="Open Sans" panose="020B0606030504020204" pitchFamily="34" charset="0"/>
              </a:rPr>
              <a:t>diam</a:t>
            </a:r>
            <a:r>
              <a:rPr lang="en-IN" b="0" i="0" dirty="0">
                <a:solidFill>
                  <a:srgbClr val="000000"/>
                </a:solidFill>
                <a:effectLst/>
                <a:latin typeface="Open Sans" panose="020B0606030504020204" pitchFamily="34" charset="0"/>
              </a:rPr>
              <a:t> at </a:t>
            </a:r>
            <a:r>
              <a:rPr lang="en-IN" b="0" i="0" dirty="0" err="1">
                <a:solidFill>
                  <a:srgbClr val="000000"/>
                </a:solidFill>
                <a:effectLst/>
                <a:latin typeface="Open Sans" panose="020B0606030504020204" pitchFamily="34" charset="0"/>
              </a:rPr>
              <a:t>nisl</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sagittis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facilisis</a:t>
            </a:r>
            <a:r>
              <a:rPr lang="en-IN" b="0" i="0" dirty="0">
                <a:solidFill>
                  <a:srgbClr val="000000"/>
                </a:solidFill>
                <a:effectLst/>
                <a:latin typeface="Open Sans" panose="020B0606030504020204" pitchFamily="34" charset="0"/>
              </a:rPr>
              <a:t>. In </a:t>
            </a:r>
            <a:r>
              <a:rPr lang="en-IN" b="0" i="0" dirty="0" err="1">
                <a:solidFill>
                  <a:srgbClr val="000000"/>
                </a:solidFill>
                <a:effectLst/>
                <a:latin typeface="Open Sans" panose="020B0606030504020204" pitchFamily="34" charset="0"/>
              </a:rPr>
              <a:t>feugiat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bibendum</a:t>
            </a:r>
            <a:r>
              <a:rPr lang="en-IN" b="0" i="0" dirty="0">
                <a:solidFill>
                  <a:srgbClr val="000000"/>
                </a:solidFill>
                <a:effectLst/>
                <a:latin typeface="Open Sans" panose="020B0606030504020204" pitchFamily="34" charset="0"/>
              </a:rPr>
              <a:t> magna ac </a:t>
            </a:r>
            <a:r>
              <a:rPr lang="en-IN" b="0" i="0" dirty="0" err="1">
                <a:solidFill>
                  <a:srgbClr val="000000"/>
                </a:solidFill>
                <a:effectLst/>
                <a:latin typeface="Open Sans" panose="020B0606030504020204" pitchFamily="34" charset="0"/>
              </a:rPr>
              <a:t>ultrices</a:t>
            </a:r>
            <a:r>
              <a:rPr lang="en-IN" b="0" i="0" dirty="0">
                <a:solidFill>
                  <a:srgbClr val="000000"/>
                </a:solidFill>
                <a:effectLst/>
                <a:latin typeface="Open Sans" panose="020B0606030504020204" pitchFamily="34" charset="0"/>
              </a:rPr>
              <a:t>. Donec </a:t>
            </a:r>
            <a:r>
              <a:rPr lang="en-IN" b="0" i="0" dirty="0" err="1">
                <a:solidFill>
                  <a:srgbClr val="000000"/>
                </a:solidFill>
                <a:effectLst/>
                <a:latin typeface="Open Sans" panose="020B0606030504020204" pitchFamily="34" charset="0"/>
              </a:rPr>
              <a:t>eleifend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blandit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metus</a:t>
            </a:r>
            <a:r>
              <a:rPr lang="en-IN" b="0" i="0" dirty="0">
                <a:solidFill>
                  <a:srgbClr val="000000"/>
                </a:solidFill>
                <a:effectLst/>
                <a:latin typeface="Open Sans" panose="020B0606030504020204" pitchFamily="34" charset="0"/>
              </a:rPr>
              <a:t>, sit </a:t>
            </a:r>
            <a:r>
              <a:rPr lang="en-IN" b="0" i="0" dirty="0" err="1">
                <a:solidFill>
                  <a:srgbClr val="000000"/>
                </a:solidFill>
                <a:effectLst/>
                <a:latin typeface="Open Sans" panose="020B0606030504020204" pitchFamily="34" charset="0"/>
              </a:rPr>
              <a:t>amet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facilisis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augue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posuere</a:t>
            </a:r>
            <a:r>
              <a:rPr lang="en-IN" b="0" i="0" dirty="0">
                <a:solidFill>
                  <a:srgbClr val="000000"/>
                </a:solidFill>
                <a:effectLst/>
                <a:latin typeface="Open Sans" panose="020B0606030504020204" pitchFamily="34" charset="0"/>
              </a:rPr>
              <a:t> sit </a:t>
            </a:r>
            <a:r>
              <a:rPr lang="en-IN" b="0" i="0" dirty="0" err="1">
                <a:solidFill>
                  <a:srgbClr val="000000"/>
                </a:solidFill>
                <a:effectLst/>
                <a:latin typeface="Open Sans" panose="020B0606030504020204" pitchFamily="34" charset="0"/>
              </a:rPr>
              <a:t>amet</a:t>
            </a:r>
            <a:r>
              <a:rPr lang="en-IN" b="0" i="0" dirty="0">
                <a:solidFill>
                  <a:srgbClr val="000000"/>
                </a:solidFill>
                <a:effectLst/>
                <a:latin typeface="Open Sans" panose="020B0606030504020204" pitchFamily="34" charset="0"/>
              </a:rPr>
              <a:t>. Duis </a:t>
            </a:r>
            <a:r>
              <a:rPr lang="en-IN" b="0" i="0" dirty="0" err="1">
                <a:solidFill>
                  <a:srgbClr val="000000"/>
                </a:solidFill>
                <a:effectLst/>
                <a:latin typeface="Open Sans" panose="020B0606030504020204" pitchFamily="34" charset="0"/>
              </a:rPr>
              <a:t>euismod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mattis</a:t>
            </a:r>
            <a:r>
              <a:rPr lang="en-IN" b="0" i="0" dirty="0">
                <a:solidFill>
                  <a:srgbClr val="000000"/>
                </a:solidFill>
                <a:effectLst/>
                <a:latin typeface="Open Sans" panose="020B0606030504020204" pitchFamily="34" charset="0"/>
              </a:rPr>
              <a:t> semper. Nam </a:t>
            </a:r>
            <a:r>
              <a:rPr lang="en-IN" b="0" i="0" dirty="0" err="1">
                <a:solidFill>
                  <a:srgbClr val="000000"/>
                </a:solidFill>
                <a:effectLst/>
                <a:latin typeface="Open Sans" panose="020B0606030504020204" pitchFamily="34" charset="0"/>
              </a:rPr>
              <a:t>sollicitudin</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iaculis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imperdiet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Sed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varius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enim</a:t>
            </a:r>
            <a:r>
              <a:rPr lang="en-IN" b="0" i="0" dirty="0">
                <a:solidFill>
                  <a:srgbClr val="000000"/>
                </a:solidFill>
                <a:effectLst/>
                <a:latin typeface="Open Sans" panose="020B0606030504020204" pitchFamily="34" charset="0"/>
              </a:rPr>
              <a:t> ac </a:t>
            </a:r>
            <a:r>
              <a:rPr lang="en-IN" b="0" i="0" dirty="0" err="1">
                <a:solidFill>
                  <a:srgbClr val="000000"/>
                </a:solidFill>
                <a:effectLst/>
                <a:latin typeface="Open Sans" panose="020B0606030504020204" pitchFamily="34" charset="0"/>
              </a:rPr>
              <a:t>molestie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eleifend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Suspendisse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potenti</a:t>
            </a:r>
            <a:r>
              <a:rPr lang="en-IN" b="0" i="0" dirty="0">
                <a:solidFill>
                  <a:srgbClr val="000000"/>
                </a:solidFill>
                <a:effectLst/>
                <a:latin typeface="Open Sans" panose="020B0606030504020204" pitchFamily="34" charset="0"/>
              </a:rPr>
              <a:t>.</a:t>
            </a:r>
          </a:p>
          <a:p>
            <a:pPr lvl="0"/>
            <a:endParaRPr lang="en-US" dirty="0"/>
          </a:p>
          <a:p>
            <a:pPr lvl="0"/>
            <a:endParaRPr lang="en-US" dirty="0"/>
          </a:p>
        </p:txBody>
      </p:sp>
      <p:sp>
        <p:nvSpPr>
          <p:cNvPr id="3" name="Rectangle 2">
            <a:extLst>
              <a:ext uri="{FF2B5EF4-FFF2-40B4-BE49-F238E27FC236}">
                <a16:creationId xmlns:a16="http://schemas.microsoft.com/office/drawing/2014/main" id="{74CC05B9-FE4B-C80A-35BE-92E8FD6809D1}"/>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5" name="Content Placeholder 4">
            <a:extLst>
              <a:ext uri="{FF2B5EF4-FFF2-40B4-BE49-F238E27FC236}">
                <a16:creationId xmlns:a16="http://schemas.microsoft.com/office/drawing/2014/main" id="{1B1AA76E-529A-E0FC-A135-8010E78390A2}"/>
              </a:ext>
            </a:extLst>
          </p:cNvPr>
          <p:cNvSpPr>
            <a:spLocks noGrp="1"/>
          </p:cNvSpPr>
          <p:nvPr>
            <p:ph sz="quarter" idx="11"/>
          </p:nvPr>
        </p:nvSpPr>
        <p:spPr>
          <a:xfrm>
            <a:off x="9753600" y="229666"/>
            <a:ext cx="1219200" cy="9144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pic>
        <p:nvPicPr>
          <p:cNvPr id="8" name="Picture 7" descr="A logo with text and letters&#10;&#10;AI-generated content may be incorrect.">
            <a:extLst>
              <a:ext uri="{FF2B5EF4-FFF2-40B4-BE49-F238E27FC236}">
                <a16:creationId xmlns:a16="http://schemas.microsoft.com/office/drawing/2014/main" id="{44D529ED-3FB5-9630-3C6B-E82AF835DE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6996" y="564678"/>
            <a:ext cx="2224141" cy="561391"/>
          </a:xfrm>
          <a:prstGeom prst="rect">
            <a:avLst/>
          </a:prstGeom>
        </p:spPr>
      </p:pic>
    </p:spTree>
    <p:extLst>
      <p:ext uri="{BB962C8B-B14F-4D97-AF65-F5344CB8AC3E}">
        <p14:creationId xmlns:p14="http://schemas.microsoft.com/office/powerpoint/2010/main" val="329740565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Point Text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Slide</a:t>
            </a:r>
            <a:endParaRPr lang="en-IN" dirty="0"/>
          </a:p>
        </p:txBody>
      </p:sp>
      <p:sp>
        <p:nvSpPr>
          <p:cNvPr id="11" name="Text Placeholder 10"/>
          <p:cNvSpPr>
            <a:spLocks noGrp="1"/>
          </p:cNvSpPr>
          <p:nvPr>
            <p:ph type="body" sz="quarter" idx="10" hasCustomPrompt="1"/>
          </p:nvPr>
        </p:nvSpPr>
        <p:spPr>
          <a:xfrm>
            <a:off x="55086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2" name="Text Placeholder 10"/>
          <p:cNvSpPr>
            <a:spLocks noGrp="1"/>
          </p:cNvSpPr>
          <p:nvPr>
            <p:ph type="body" sz="quarter" idx="11" hasCustomPrompt="1"/>
          </p:nvPr>
        </p:nvSpPr>
        <p:spPr>
          <a:xfrm>
            <a:off x="629073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2" name="Rectangle 1">
            <a:extLst>
              <a:ext uri="{FF2B5EF4-FFF2-40B4-BE49-F238E27FC236}">
                <a16:creationId xmlns:a16="http://schemas.microsoft.com/office/drawing/2014/main" id="{F3812ACC-BF89-B229-3F36-99A14298CB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67111878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Point Text with Sub Heading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Sub Heading Slide</a:t>
            </a:r>
            <a:endParaRPr lang="en-IN" dirty="0"/>
          </a:p>
        </p:txBody>
      </p:sp>
      <p:sp>
        <p:nvSpPr>
          <p:cNvPr id="11" name="Text Placeholder 10"/>
          <p:cNvSpPr>
            <a:spLocks noGrp="1"/>
          </p:cNvSpPr>
          <p:nvPr>
            <p:ph type="body" sz="quarter" idx="10" hasCustomPrompt="1"/>
          </p:nvPr>
        </p:nvSpPr>
        <p:spPr>
          <a:xfrm>
            <a:off x="550865" y="1933419"/>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2" name="Rectangle 1">
            <a:extLst>
              <a:ext uri="{FF2B5EF4-FFF2-40B4-BE49-F238E27FC236}">
                <a16:creationId xmlns:a16="http://schemas.microsoft.com/office/drawing/2014/main" id="{F3812ACC-BF89-B229-3F36-99A14298CB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4" name="Text Placeholder 3">
            <a:extLst>
              <a:ext uri="{FF2B5EF4-FFF2-40B4-BE49-F238E27FC236}">
                <a16:creationId xmlns:a16="http://schemas.microsoft.com/office/drawing/2014/main" id="{1F92D64C-55B2-CBB3-A7DE-2B07309137EC}"/>
              </a:ext>
            </a:extLst>
          </p:cNvPr>
          <p:cNvSpPr>
            <a:spLocks noGrp="1"/>
          </p:cNvSpPr>
          <p:nvPr>
            <p:ph type="body" sz="quarter" idx="12" hasCustomPrompt="1"/>
          </p:nvPr>
        </p:nvSpPr>
        <p:spPr>
          <a:xfrm>
            <a:off x="550863" y="162877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5" name="Text Placeholder 10">
            <a:extLst>
              <a:ext uri="{FF2B5EF4-FFF2-40B4-BE49-F238E27FC236}">
                <a16:creationId xmlns:a16="http://schemas.microsoft.com/office/drawing/2014/main" id="{966255F1-52D1-54CE-755D-CFC6DF759CE3}"/>
              </a:ext>
            </a:extLst>
          </p:cNvPr>
          <p:cNvSpPr>
            <a:spLocks noGrp="1"/>
          </p:cNvSpPr>
          <p:nvPr>
            <p:ph type="body" sz="quarter" idx="13" hasCustomPrompt="1"/>
          </p:nvPr>
        </p:nvSpPr>
        <p:spPr>
          <a:xfrm>
            <a:off x="550865" y="3670474"/>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7" name="Text Placeholder 3">
            <a:extLst>
              <a:ext uri="{FF2B5EF4-FFF2-40B4-BE49-F238E27FC236}">
                <a16:creationId xmlns:a16="http://schemas.microsoft.com/office/drawing/2014/main" id="{52922CCC-38C9-6D39-3F3F-D3B27C2934DA}"/>
              </a:ext>
            </a:extLst>
          </p:cNvPr>
          <p:cNvSpPr>
            <a:spLocks noGrp="1"/>
          </p:cNvSpPr>
          <p:nvPr>
            <p:ph type="body" sz="quarter" idx="14" hasCustomPrompt="1"/>
          </p:nvPr>
        </p:nvSpPr>
        <p:spPr>
          <a:xfrm>
            <a:off x="550863" y="3356331"/>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8" name="Text Placeholder 10">
            <a:extLst>
              <a:ext uri="{FF2B5EF4-FFF2-40B4-BE49-F238E27FC236}">
                <a16:creationId xmlns:a16="http://schemas.microsoft.com/office/drawing/2014/main" id="{4DA519D8-C0CA-9ADA-1DB8-23B22A66752A}"/>
              </a:ext>
            </a:extLst>
          </p:cNvPr>
          <p:cNvSpPr>
            <a:spLocks noGrp="1"/>
          </p:cNvSpPr>
          <p:nvPr>
            <p:ph type="body" sz="quarter" idx="15" hasCustomPrompt="1"/>
          </p:nvPr>
        </p:nvSpPr>
        <p:spPr>
          <a:xfrm>
            <a:off x="550865" y="5391700"/>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9" name="Text Placeholder 3">
            <a:extLst>
              <a:ext uri="{FF2B5EF4-FFF2-40B4-BE49-F238E27FC236}">
                <a16:creationId xmlns:a16="http://schemas.microsoft.com/office/drawing/2014/main" id="{AE6CA691-1A53-D387-5120-00CBCFD0007B}"/>
              </a:ext>
            </a:extLst>
          </p:cNvPr>
          <p:cNvSpPr>
            <a:spLocks noGrp="1"/>
          </p:cNvSpPr>
          <p:nvPr>
            <p:ph type="body" sz="quarter" idx="16" hasCustomPrompt="1"/>
          </p:nvPr>
        </p:nvSpPr>
        <p:spPr>
          <a:xfrm>
            <a:off x="550863" y="509338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0" name="Text Placeholder 10">
            <a:extLst>
              <a:ext uri="{FF2B5EF4-FFF2-40B4-BE49-F238E27FC236}">
                <a16:creationId xmlns:a16="http://schemas.microsoft.com/office/drawing/2014/main" id="{985FF374-E2AC-7BD4-6C48-8D207FC53C27}"/>
              </a:ext>
            </a:extLst>
          </p:cNvPr>
          <p:cNvSpPr>
            <a:spLocks noGrp="1"/>
          </p:cNvSpPr>
          <p:nvPr>
            <p:ph type="body" sz="quarter" idx="17" hasCustomPrompt="1"/>
          </p:nvPr>
        </p:nvSpPr>
        <p:spPr>
          <a:xfrm>
            <a:off x="6096002" y="1933418"/>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3" name="Text Placeholder 3">
            <a:extLst>
              <a:ext uri="{FF2B5EF4-FFF2-40B4-BE49-F238E27FC236}">
                <a16:creationId xmlns:a16="http://schemas.microsoft.com/office/drawing/2014/main" id="{BE85552C-1BB3-910D-8795-24E031128857}"/>
              </a:ext>
            </a:extLst>
          </p:cNvPr>
          <p:cNvSpPr>
            <a:spLocks noGrp="1"/>
          </p:cNvSpPr>
          <p:nvPr>
            <p:ph type="body" sz="quarter" idx="18" hasCustomPrompt="1"/>
          </p:nvPr>
        </p:nvSpPr>
        <p:spPr>
          <a:xfrm>
            <a:off x="6096001" y="162877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4" name="Text Placeholder 10">
            <a:extLst>
              <a:ext uri="{FF2B5EF4-FFF2-40B4-BE49-F238E27FC236}">
                <a16:creationId xmlns:a16="http://schemas.microsoft.com/office/drawing/2014/main" id="{542918D4-7483-1F6C-20D8-3143D17B5CAE}"/>
              </a:ext>
            </a:extLst>
          </p:cNvPr>
          <p:cNvSpPr>
            <a:spLocks noGrp="1"/>
          </p:cNvSpPr>
          <p:nvPr>
            <p:ph type="body" sz="quarter" idx="19" hasCustomPrompt="1"/>
          </p:nvPr>
        </p:nvSpPr>
        <p:spPr>
          <a:xfrm>
            <a:off x="6096002" y="3670473"/>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5" name="Text Placeholder 3">
            <a:extLst>
              <a:ext uri="{FF2B5EF4-FFF2-40B4-BE49-F238E27FC236}">
                <a16:creationId xmlns:a16="http://schemas.microsoft.com/office/drawing/2014/main" id="{F3F23BA8-4155-2DA2-17D0-C60546BCA796}"/>
              </a:ext>
            </a:extLst>
          </p:cNvPr>
          <p:cNvSpPr>
            <a:spLocks noGrp="1"/>
          </p:cNvSpPr>
          <p:nvPr>
            <p:ph type="body" sz="quarter" idx="20" hasCustomPrompt="1"/>
          </p:nvPr>
        </p:nvSpPr>
        <p:spPr>
          <a:xfrm>
            <a:off x="6096001" y="3356330"/>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6" name="Text Placeholder 10">
            <a:extLst>
              <a:ext uri="{FF2B5EF4-FFF2-40B4-BE49-F238E27FC236}">
                <a16:creationId xmlns:a16="http://schemas.microsoft.com/office/drawing/2014/main" id="{20BB7EEC-A61B-1321-E4C2-F47FE3E0DD61}"/>
              </a:ext>
            </a:extLst>
          </p:cNvPr>
          <p:cNvSpPr>
            <a:spLocks noGrp="1"/>
          </p:cNvSpPr>
          <p:nvPr>
            <p:ph type="body" sz="quarter" idx="21" hasCustomPrompt="1"/>
          </p:nvPr>
        </p:nvSpPr>
        <p:spPr>
          <a:xfrm>
            <a:off x="6096002" y="5391699"/>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7" name="Text Placeholder 3">
            <a:extLst>
              <a:ext uri="{FF2B5EF4-FFF2-40B4-BE49-F238E27FC236}">
                <a16:creationId xmlns:a16="http://schemas.microsoft.com/office/drawing/2014/main" id="{9388ED04-D2CA-2A91-2A8C-9D3DEA2D3031}"/>
              </a:ext>
            </a:extLst>
          </p:cNvPr>
          <p:cNvSpPr>
            <a:spLocks noGrp="1"/>
          </p:cNvSpPr>
          <p:nvPr>
            <p:ph type="body" sz="quarter" idx="22" hasCustomPrompt="1"/>
          </p:nvPr>
        </p:nvSpPr>
        <p:spPr>
          <a:xfrm>
            <a:off x="6096001" y="5093386"/>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Tree>
    <p:extLst>
      <p:ext uri="{BB962C8B-B14F-4D97-AF65-F5344CB8AC3E}">
        <p14:creationId xmlns:p14="http://schemas.microsoft.com/office/powerpoint/2010/main" val="426835237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Point Text with Object Content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Object Content Slide</a:t>
            </a:r>
            <a:endParaRPr lang="en-IN" dirty="0"/>
          </a:p>
        </p:txBody>
      </p:sp>
      <p:sp>
        <p:nvSpPr>
          <p:cNvPr id="11" name="Text Placeholder 10"/>
          <p:cNvSpPr>
            <a:spLocks noGrp="1"/>
          </p:cNvSpPr>
          <p:nvPr>
            <p:ph type="body" sz="quarter" idx="10" hasCustomPrompt="1"/>
          </p:nvPr>
        </p:nvSpPr>
        <p:spPr>
          <a:xfrm>
            <a:off x="55086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4" name="Content Placeholder 3">
            <a:extLst>
              <a:ext uri="{FF2B5EF4-FFF2-40B4-BE49-F238E27FC236}">
                <a16:creationId xmlns:a16="http://schemas.microsoft.com/office/drawing/2014/main" id="{CCA26F7D-17E4-CAEA-253D-79DBB5AE3AD0}"/>
              </a:ext>
            </a:extLst>
          </p:cNvPr>
          <p:cNvSpPr>
            <a:spLocks noGrp="1"/>
          </p:cNvSpPr>
          <p:nvPr>
            <p:ph sz="quarter" idx="12"/>
          </p:nvPr>
        </p:nvSpPr>
        <p:spPr>
          <a:xfrm>
            <a:off x="6291263" y="1803402"/>
            <a:ext cx="5349875" cy="4505325"/>
          </a:xfrm>
          <a:prstGeom prst="rect">
            <a:avLst/>
          </a:prstGeom>
        </p:spPr>
        <p:txBody>
          <a:bodyPr/>
          <a:lstStyle>
            <a:lvl1pPr>
              <a:defRPr sz="1125" b="0" i="0">
                <a:latin typeface="Adani Regular" panose="02000503000000020004" pitchFamily="2" charset="0"/>
              </a:defRPr>
            </a:lvl1pPr>
          </a:lstStyle>
          <a:p>
            <a:pPr lvl="0"/>
            <a:r>
              <a:rPr lang="en-US"/>
              <a:t>Click to edit Master text styles</a:t>
            </a:r>
          </a:p>
        </p:txBody>
      </p:sp>
      <p:sp>
        <p:nvSpPr>
          <p:cNvPr id="2" name="Rectangle 1">
            <a:extLst>
              <a:ext uri="{FF2B5EF4-FFF2-40B4-BE49-F238E27FC236}">
                <a16:creationId xmlns:a16="http://schemas.microsoft.com/office/drawing/2014/main" id="{B3E067BC-4C0C-CA2D-9C34-4F7005B0045B}"/>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06538484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Image Slide</a:t>
            </a:r>
            <a:endParaRPr lang="en-IN" dirty="0"/>
          </a:p>
        </p:txBody>
      </p:sp>
      <p:sp>
        <p:nvSpPr>
          <p:cNvPr id="8" name="Picture Placeholder 7"/>
          <p:cNvSpPr>
            <a:spLocks noGrp="1" noChangeAspect="1"/>
          </p:cNvSpPr>
          <p:nvPr>
            <p:ph type="pic" sz="quarter" idx="10" hasCustomPrompt="1"/>
          </p:nvPr>
        </p:nvSpPr>
        <p:spPr>
          <a:xfrm>
            <a:off x="550863"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9" name="Picture Placeholder 7"/>
          <p:cNvSpPr>
            <a:spLocks noGrp="1" noChangeAspect="1"/>
          </p:cNvSpPr>
          <p:nvPr>
            <p:ph type="pic" sz="quarter" idx="11" hasCustomPrompt="1"/>
          </p:nvPr>
        </p:nvSpPr>
        <p:spPr>
          <a:xfrm>
            <a:off x="550863"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0" name="Picture Placeholder 7"/>
          <p:cNvSpPr>
            <a:spLocks noGrp="1" noChangeAspect="1"/>
          </p:cNvSpPr>
          <p:nvPr>
            <p:ph type="pic" sz="quarter" idx="12" hasCustomPrompt="1"/>
          </p:nvPr>
        </p:nvSpPr>
        <p:spPr>
          <a:xfrm>
            <a:off x="4656000"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1" name="Picture Placeholder 7"/>
          <p:cNvSpPr>
            <a:spLocks noGrp="1" noChangeAspect="1"/>
          </p:cNvSpPr>
          <p:nvPr>
            <p:ph type="pic" sz="quarter" idx="13" hasCustomPrompt="1"/>
          </p:nvPr>
        </p:nvSpPr>
        <p:spPr>
          <a:xfrm>
            <a:off x="4656000"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2" name="Picture Placeholder 7"/>
          <p:cNvSpPr>
            <a:spLocks noGrp="1" noChangeAspect="1"/>
          </p:cNvSpPr>
          <p:nvPr>
            <p:ph type="pic" sz="quarter" idx="14" hasCustomPrompt="1"/>
          </p:nvPr>
        </p:nvSpPr>
        <p:spPr>
          <a:xfrm>
            <a:off x="8761139"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3" name="Picture Placeholder 7"/>
          <p:cNvSpPr>
            <a:spLocks noGrp="1" noChangeAspect="1"/>
          </p:cNvSpPr>
          <p:nvPr>
            <p:ph type="pic" sz="quarter" idx="15" hasCustomPrompt="1"/>
          </p:nvPr>
        </p:nvSpPr>
        <p:spPr>
          <a:xfrm>
            <a:off x="8761139"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2" name="Rectangle 1">
            <a:extLst>
              <a:ext uri="{FF2B5EF4-FFF2-40B4-BE49-F238E27FC236}">
                <a16:creationId xmlns:a16="http://schemas.microsoft.com/office/drawing/2014/main" id="{2E65730C-DB3E-592A-380D-76BFC4FD85F2}"/>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87500735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Point Text with Image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16ACF48-CE40-757F-4D6D-168559CE0B1D}"/>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Image Slide</a:t>
            </a:r>
            <a:endParaRPr lang="en-IN" dirty="0"/>
          </a:p>
        </p:txBody>
      </p:sp>
      <p:sp>
        <p:nvSpPr>
          <p:cNvPr id="4" name="Rectangle 3">
            <a:extLst>
              <a:ext uri="{FF2B5EF4-FFF2-40B4-BE49-F238E27FC236}">
                <a16:creationId xmlns:a16="http://schemas.microsoft.com/office/drawing/2014/main" id="{A18A58D0-06D6-3C5D-DA04-19B017C81A0E}"/>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5" name="Picture Placeholder 7">
            <a:extLst>
              <a:ext uri="{FF2B5EF4-FFF2-40B4-BE49-F238E27FC236}">
                <a16:creationId xmlns:a16="http://schemas.microsoft.com/office/drawing/2014/main" id="{01586936-E68E-FB4E-0CE4-E4F1C31864BF}"/>
              </a:ext>
            </a:extLst>
          </p:cNvPr>
          <p:cNvSpPr>
            <a:spLocks noGrp="1" noChangeAspect="1"/>
          </p:cNvSpPr>
          <p:nvPr>
            <p:ph type="pic" sz="quarter" idx="10" hasCustomPrompt="1"/>
          </p:nvPr>
        </p:nvSpPr>
        <p:spPr>
          <a:xfrm>
            <a:off x="550863" y="1633862"/>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8" name="Text Placeholder 10">
            <a:extLst>
              <a:ext uri="{FF2B5EF4-FFF2-40B4-BE49-F238E27FC236}">
                <a16:creationId xmlns:a16="http://schemas.microsoft.com/office/drawing/2014/main" id="{AA6CFDF7-0E3D-3B4B-7D0C-AEC784ABC70D}"/>
              </a:ext>
            </a:extLst>
          </p:cNvPr>
          <p:cNvSpPr>
            <a:spLocks noGrp="1"/>
          </p:cNvSpPr>
          <p:nvPr>
            <p:ph type="body" sz="quarter" idx="13" hasCustomPrompt="1"/>
          </p:nvPr>
        </p:nvSpPr>
        <p:spPr>
          <a:xfrm>
            <a:off x="3844079" y="1633862"/>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3" name="Picture Placeholder 7">
            <a:extLst>
              <a:ext uri="{FF2B5EF4-FFF2-40B4-BE49-F238E27FC236}">
                <a16:creationId xmlns:a16="http://schemas.microsoft.com/office/drawing/2014/main" id="{1CC34C73-514D-4585-FF6B-61FA281C1F32}"/>
              </a:ext>
            </a:extLst>
          </p:cNvPr>
          <p:cNvSpPr>
            <a:spLocks noGrp="1" noChangeAspect="1"/>
          </p:cNvSpPr>
          <p:nvPr>
            <p:ph type="pic" sz="quarter" idx="14" hasCustomPrompt="1"/>
          </p:nvPr>
        </p:nvSpPr>
        <p:spPr>
          <a:xfrm>
            <a:off x="550863" y="3251619"/>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4" name="Text Placeholder 10">
            <a:extLst>
              <a:ext uri="{FF2B5EF4-FFF2-40B4-BE49-F238E27FC236}">
                <a16:creationId xmlns:a16="http://schemas.microsoft.com/office/drawing/2014/main" id="{421370AC-BC00-92E4-20FF-651619BB51BF}"/>
              </a:ext>
            </a:extLst>
          </p:cNvPr>
          <p:cNvSpPr>
            <a:spLocks noGrp="1"/>
          </p:cNvSpPr>
          <p:nvPr>
            <p:ph type="body" sz="quarter" idx="15" hasCustomPrompt="1"/>
          </p:nvPr>
        </p:nvSpPr>
        <p:spPr>
          <a:xfrm>
            <a:off x="3844079" y="3251619"/>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5" name="Picture Placeholder 7">
            <a:extLst>
              <a:ext uri="{FF2B5EF4-FFF2-40B4-BE49-F238E27FC236}">
                <a16:creationId xmlns:a16="http://schemas.microsoft.com/office/drawing/2014/main" id="{D0E9B7EE-9335-DAB3-7338-DC0FED8E1B05}"/>
              </a:ext>
            </a:extLst>
          </p:cNvPr>
          <p:cNvSpPr>
            <a:spLocks noGrp="1" noChangeAspect="1"/>
          </p:cNvSpPr>
          <p:nvPr>
            <p:ph type="pic" sz="quarter" idx="16" hasCustomPrompt="1"/>
          </p:nvPr>
        </p:nvSpPr>
        <p:spPr>
          <a:xfrm>
            <a:off x="550864" y="4869378"/>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6" name="Text Placeholder 10">
            <a:extLst>
              <a:ext uri="{FF2B5EF4-FFF2-40B4-BE49-F238E27FC236}">
                <a16:creationId xmlns:a16="http://schemas.microsoft.com/office/drawing/2014/main" id="{E866D697-0385-E970-DF76-F3A17287CAC9}"/>
              </a:ext>
            </a:extLst>
          </p:cNvPr>
          <p:cNvSpPr>
            <a:spLocks noGrp="1"/>
          </p:cNvSpPr>
          <p:nvPr>
            <p:ph type="body" sz="quarter" idx="17" hasCustomPrompt="1"/>
          </p:nvPr>
        </p:nvSpPr>
        <p:spPr>
          <a:xfrm>
            <a:off x="3844080" y="4869378"/>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Tree>
    <p:extLst>
      <p:ext uri="{BB962C8B-B14F-4D97-AF65-F5344CB8AC3E}">
        <p14:creationId xmlns:p14="http://schemas.microsoft.com/office/powerpoint/2010/main" val="170615490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Outline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Outline Slide</a:t>
            </a:r>
            <a:endParaRPr lang="en-IN" dirty="0"/>
          </a:p>
        </p:txBody>
      </p:sp>
      <p:sp>
        <p:nvSpPr>
          <p:cNvPr id="2" name="Rectangle 1">
            <a:extLst>
              <a:ext uri="{FF2B5EF4-FFF2-40B4-BE49-F238E27FC236}">
                <a16:creationId xmlns:a16="http://schemas.microsoft.com/office/drawing/2014/main" id="{3087025A-88BE-FB82-35D8-1944338EDC94}"/>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4079182915"/>
      </p:ext>
    </p:extLst>
  </p:cSld>
  <p:clrMapOvr>
    <a:overrideClrMapping bg1="lt1" tx1="dk1" bg2="lt2" tx2="dk2" accent1="accent1" accent2="accent2" accent3="accent3" accent4="accent4" accent5="accent5" accent6="accent6" hlink="hlink" folHlink="folHlink"/>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Video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chemeClr val="tx1"/>
                </a:solidFill>
                <a:latin typeface="Adani Regular" panose="02000503000000020004" pitchFamily="2" charset="0"/>
                <a:cs typeface="Arial" panose="020B0604020202020204" pitchFamily="34" charset="0"/>
              </a:defRPr>
            </a:lvl1pPr>
          </a:lstStyle>
          <a:p>
            <a:r>
              <a:rPr lang="en-US" dirty="0"/>
              <a:t>Video Slide</a:t>
            </a:r>
            <a:endParaRPr lang="en-IN" dirty="0"/>
          </a:p>
        </p:txBody>
      </p:sp>
      <p:sp>
        <p:nvSpPr>
          <p:cNvPr id="5" name="Rectangle 4">
            <a:extLst>
              <a:ext uri="{FF2B5EF4-FFF2-40B4-BE49-F238E27FC236}">
                <a16:creationId xmlns:a16="http://schemas.microsoft.com/office/drawing/2014/main" id="{EDEF9227-6F58-B7C1-857A-676EAB62456D}"/>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pic>
        <p:nvPicPr>
          <p:cNvPr id="3" name="Picture 2" descr="Logo&#10;&#10;Description automatically generated with low confidence">
            <a:extLst>
              <a:ext uri="{FF2B5EF4-FFF2-40B4-BE49-F238E27FC236}">
                <a16:creationId xmlns:a16="http://schemas.microsoft.com/office/drawing/2014/main" id="{20F692E4-9C7D-6D85-46D1-218CC0B47D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2000" y="0"/>
            <a:ext cx="1440000" cy="1152000"/>
          </a:xfrm>
          <a:prstGeom prst="rect">
            <a:avLst/>
          </a:prstGeom>
        </p:spPr>
      </p:pic>
    </p:spTree>
    <p:extLst>
      <p:ext uri="{BB962C8B-B14F-4D97-AF65-F5344CB8AC3E}">
        <p14:creationId xmlns:p14="http://schemas.microsoft.com/office/powerpoint/2010/main" val="1872835648"/>
      </p:ext>
    </p:extLst>
  </p:cSld>
  <p:clrMapOvr>
    <a:overrideClrMapping bg1="dk1" tx1="lt1" bg2="dk2" tx2="lt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Reference_1">
    <p:spTree>
      <p:nvGrpSpPr>
        <p:cNvPr id="1" name=""/>
        <p:cNvGrpSpPr/>
        <p:nvPr/>
      </p:nvGrpSpPr>
      <p:grpSpPr>
        <a:xfrm>
          <a:off x="0" y="0"/>
          <a:ext cx="0" cy="0"/>
          <a:chOff x="0" y="0"/>
          <a:chExt cx="0" cy="0"/>
        </a:xfrm>
      </p:grpSpPr>
      <p:graphicFrame>
        <p:nvGraphicFramePr>
          <p:cNvPr id="13" name="Chart 12"/>
          <p:cNvGraphicFramePr/>
          <p:nvPr>
            <p:extLst>
              <p:ext uri="{D42A27DB-BD31-4B8C-83A1-F6EECF244321}">
                <p14:modId xmlns:p14="http://schemas.microsoft.com/office/powerpoint/2010/main" val="3681864551"/>
              </p:ext>
            </p:extLst>
          </p:nvPr>
        </p:nvGraphicFramePr>
        <p:xfrm>
          <a:off x="550864" y="1562102"/>
          <a:ext cx="5545136" cy="47466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p:cNvGraphicFramePr/>
          <p:nvPr>
            <p:extLst>
              <p:ext uri="{D42A27DB-BD31-4B8C-83A1-F6EECF244321}">
                <p14:modId xmlns:p14="http://schemas.microsoft.com/office/powerpoint/2010/main" val="1920275063"/>
              </p:ext>
            </p:extLst>
          </p:nvPr>
        </p:nvGraphicFramePr>
        <p:xfrm>
          <a:off x="6096000" y="1562102"/>
          <a:ext cx="5545139" cy="4746625"/>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8AB2EBCC-6697-C276-77D6-A265C4ED2830}"/>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5" name="Rectangle 4">
            <a:extLst>
              <a:ext uri="{FF2B5EF4-FFF2-40B4-BE49-F238E27FC236}">
                <a16:creationId xmlns:a16="http://schemas.microsoft.com/office/drawing/2014/main" id="{1ABC97F4-9D87-78D1-F4B7-DB19BDD9EF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4" name="Title 3">
            <a:extLst>
              <a:ext uri="{FF2B5EF4-FFF2-40B4-BE49-F238E27FC236}">
                <a16:creationId xmlns:a16="http://schemas.microsoft.com/office/drawing/2014/main" id="{92C6F67A-111F-F5AD-22DB-594DCF52CDCC}"/>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9" name="Text Placeholder 8">
            <a:extLst>
              <a:ext uri="{FF2B5EF4-FFF2-40B4-BE49-F238E27FC236}">
                <a16:creationId xmlns:a16="http://schemas.microsoft.com/office/drawing/2014/main" id="{96B4F3E5-4DAA-AE4E-7D07-E937576B794F}"/>
              </a:ext>
            </a:extLst>
          </p:cNvPr>
          <p:cNvSpPr>
            <a:spLocks noGrp="1"/>
          </p:cNvSpPr>
          <p:nvPr>
            <p:ph type="body" sz="quarter" idx="10" hasCustomPrompt="1"/>
          </p:nvPr>
        </p:nvSpPr>
        <p:spPr>
          <a:xfrm>
            <a:off x="4876800" y="6629400"/>
            <a:ext cx="2438400" cy="228600"/>
          </a:xfrm>
          <a:prstGeom prst="rect">
            <a:avLst/>
          </a:prstGeom>
        </p:spPr>
        <p:txBody>
          <a:bodyPr/>
          <a:lstStyle>
            <a:lvl1pPr marL="0" indent="0" algn="ctr">
              <a:buNone/>
              <a:defRPr sz="800"/>
            </a:lvl1pPr>
            <a:lvl2pPr marL="342900" indent="0">
              <a:buNone/>
              <a:defRPr/>
            </a:lvl2pPr>
            <a:lvl3pPr marL="685800" indent="0">
              <a:buNone/>
              <a:defRPr/>
            </a:lvl3pPr>
            <a:lvl4pPr marL="1028700" indent="0">
              <a:buNone/>
              <a:defRPr/>
            </a:lvl4pPr>
            <a:lvl5pPr marL="1371600" indent="0">
              <a:buNone/>
              <a:defRPr/>
            </a:lvl5pPr>
          </a:lstStyle>
          <a:p>
            <a:pPr lvl="0"/>
            <a:r>
              <a:rPr lang="en-US" dirty="0"/>
              <a:t>www.adaniuni.ac.in</a:t>
            </a:r>
          </a:p>
        </p:txBody>
      </p:sp>
    </p:spTree>
    <p:extLst>
      <p:ext uri="{BB962C8B-B14F-4D97-AF65-F5344CB8AC3E}">
        <p14:creationId xmlns:p14="http://schemas.microsoft.com/office/powerpoint/2010/main" val="372186686"/>
      </p:ext>
    </p:extLst>
  </p:cSld>
  <p:clrMapOvr>
    <a:overrideClrMapping bg1="lt1" tx1="dk1" bg2="lt2" tx2="dk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Reference_2">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Chart Examples Slide</a:t>
            </a:r>
            <a:endParaRPr lang="en-IN" dirty="0"/>
          </a:p>
        </p:txBody>
      </p:sp>
      <p:graphicFrame>
        <p:nvGraphicFramePr>
          <p:cNvPr id="13" name="Chart 12"/>
          <p:cNvGraphicFramePr/>
          <p:nvPr>
            <p:extLst>
              <p:ext uri="{D42A27DB-BD31-4B8C-83A1-F6EECF244321}">
                <p14:modId xmlns:p14="http://schemas.microsoft.com/office/powerpoint/2010/main" val="1410898327"/>
              </p:ext>
            </p:extLst>
          </p:nvPr>
        </p:nvGraphicFramePr>
        <p:xfrm>
          <a:off x="550864" y="1562102"/>
          <a:ext cx="5545136" cy="4746625"/>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cx1="http://schemas.microsoft.com/office/drawing/2015/9/8/chartex">
        <mc:Choice Requires="cx1">
          <p:graphicFrame>
            <p:nvGraphicFramePr>
              <p:cNvPr id="14" name="Chart 13"/>
              <p:cNvGraphicFramePr/>
              <p:nvPr>
                <p:extLst>
                  <p:ext uri="{D42A27DB-BD31-4B8C-83A1-F6EECF244321}">
                    <p14:modId xmlns:p14="http://schemas.microsoft.com/office/powerpoint/2010/main" val="1122540892"/>
                  </p:ext>
                </p:extLst>
              </p:nvPr>
            </p:nvGraphicFramePr>
            <p:xfrm>
              <a:off x="6096000" y="1562102"/>
              <a:ext cx="5545139" cy="4746625"/>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4" name="Chart 13"/>
              <p:cNvPicPr>
                <a:picLocks noGrp="1" noRot="1" noChangeAspect="1" noMove="1" noResize="1" noEditPoints="1" noAdjustHandles="1" noChangeArrowheads="1" noChangeShapeType="1"/>
              </p:cNvPicPr>
              <p:nvPr/>
            </p:nvPicPr>
            <p:blipFill>
              <a:blip r:embed="rId4"/>
              <a:stretch>
                <a:fillRect/>
              </a:stretch>
            </p:blipFill>
            <p:spPr>
              <a:xfrm>
                <a:off x="6096000" y="1562102"/>
                <a:ext cx="5545139" cy="4746625"/>
              </a:xfrm>
              <a:prstGeom prst="rect">
                <a:avLst/>
              </a:prstGeom>
            </p:spPr>
          </p:pic>
        </mc:Fallback>
      </mc:AlternateContent>
      <p:sp>
        <p:nvSpPr>
          <p:cNvPr id="2" name="TextBox 1">
            <a:extLst>
              <a:ext uri="{FF2B5EF4-FFF2-40B4-BE49-F238E27FC236}">
                <a16:creationId xmlns:a16="http://schemas.microsoft.com/office/drawing/2014/main" id="{465875AA-C8C6-834F-A67C-B83FFBB2EF4D}"/>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4" name="Rectangle 3">
            <a:extLst>
              <a:ext uri="{FF2B5EF4-FFF2-40B4-BE49-F238E27FC236}">
                <a16:creationId xmlns:a16="http://schemas.microsoft.com/office/drawing/2014/main" id="{D5E7CED3-694A-364B-C08E-7713F2E55CA2}"/>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363890544"/>
      </p:ext>
    </p:extLst>
  </p:cSld>
  <p:clrMapOvr>
    <a:overrideClrMapping bg1="lt1" tx1="dk1" bg2="lt2" tx2="dk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Reference_3">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Table Examples Slide</a:t>
            </a:r>
            <a:endParaRPr lang="en-IN" dirty="0"/>
          </a:p>
        </p:txBody>
      </p:sp>
      <p:graphicFrame>
        <p:nvGraphicFramePr>
          <p:cNvPr id="15" name="Table 14"/>
          <p:cNvGraphicFramePr>
            <a:graphicFrameLocks noGrp="1"/>
          </p:cNvGraphicFramePr>
          <p:nvPr>
            <p:extLst>
              <p:ext uri="{D42A27DB-BD31-4B8C-83A1-F6EECF244321}">
                <p14:modId xmlns:p14="http://schemas.microsoft.com/office/powerpoint/2010/main" val="2668035954"/>
              </p:ext>
            </p:extLst>
          </p:nvPr>
        </p:nvGraphicFramePr>
        <p:xfrm>
          <a:off x="550863" y="1628775"/>
          <a:ext cx="11090275" cy="4679956"/>
        </p:xfrm>
        <a:graphic>
          <a:graphicData uri="http://schemas.openxmlformats.org/drawingml/2006/table">
            <a:tbl>
              <a:tblPr firstRow="1" bandRow="1">
                <a:tableStyleId>{5C22544A-7EE6-4342-B048-85BDC9FD1C3A}</a:tableStyleId>
              </a:tblPr>
              <a:tblGrid>
                <a:gridCol w="2218055">
                  <a:extLst>
                    <a:ext uri="{9D8B030D-6E8A-4147-A177-3AD203B41FA5}">
                      <a16:colId xmlns:a16="http://schemas.microsoft.com/office/drawing/2014/main" val="760433182"/>
                    </a:ext>
                  </a:extLst>
                </a:gridCol>
                <a:gridCol w="2218055">
                  <a:extLst>
                    <a:ext uri="{9D8B030D-6E8A-4147-A177-3AD203B41FA5}">
                      <a16:colId xmlns:a16="http://schemas.microsoft.com/office/drawing/2014/main" val="464844037"/>
                    </a:ext>
                  </a:extLst>
                </a:gridCol>
                <a:gridCol w="2218055">
                  <a:extLst>
                    <a:ext uri="{9D8B030D-6E8A-4147-A177-3AD203B41FA5}">
                      <a16:colId xmlns:a16="http://schemas.microsoft.com/office/drawing/2014/main" val="2292404349"/>
                    </a:ext>
                  </a:extLst>
                </a:gridCol>
                <a:gridCol w="2218055">
                  <a:extLst>
                    <a:ext uri="{9D8B030D-6E8A-4147-A177-3AD203B41FA5}">
                      <a16:colId xmlns:a16="http://schemas.microsoft.com/office/drawing/2014/main" val="3466406743"/>
                    </a:ext>
                  </a:extLst>
                </a:gridCol>
                <a:gridCol w="2218055">
                  <a:extLst>
                    <a:ext uri="{9D8B030D-6E8A-4147-A177-3AD203B41FA5}">
                      <a16:colId xmlns:a16="http://schemas.microsoft.com/office/drawing/2014/main" val="286127728"/>
                    </a:ext>
                  </a:extLst>
                </a:gridCol>
              </a:tblGrid>
              <a:tr h="330906">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extLst>
                  <a:ext uri="{0D108BD9-81ED-4DB2-BD59-A6C34878D82A}">
                    <a16:rowId xmlns:a16="http://schemas.microsoft.com/office/drawing/2014/main" val="3547812584"/>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42079725"/>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3270537555"/>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213147632"/>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539914641"/>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63643327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429135154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458342449"/>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11899060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527524379"/>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1039495270"/>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909696600"/>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828806302"/>
                  </a:ext>
                </a:extLst>
              </a:tr>
              <a:tr h="378178">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1762766552"/>
                  </a:ext>
                </a:extLst>
              </a:tr>
            </a:tbl>
          </a:graphicData>
        </a:graphic>
      </p:graphicFrame>
      <p:sp>
        <p:nvSpPr>
          <p:cNvPr id="2" name="TextBox 1">
            <a:extLst>
              <a:ext uri="{FF2B5EF4-FFF2-40B4-BE49-F238E27FC236}">
                <a16:creationId xmlns:a16="http://schemas.microsoft.com/office/drawing/2014/main" id="{C0D82470-48EE-B6F0-3F37-324BDFD128E3}"/>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3" name="Rectangle 2">
            <a:extLst>
              <a:ext uri="{FF2B5EF4-FFF2-40B4-BE49-F238E27FC236}">
                <a16:creationId xmlns:a16="http://schemas.microsoft.com/office/drawing/2014/main" id="{B3201B78-A60B-51FD-9B73-85EB4A9ADE69}"/>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15121783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Reference_4">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Icon Examples Slide</a:t>
            </a:r>
            <a:endParaRPr lang="en-IN" dirty="0"/>
          </a:p>
        </p:txBody>
      </p:sp>
      <p:pic>
        <p:nvPicPr>
          <p:cNvPr id="18" name="Graphic 17" descr="Lights On with solid fill">
            <a:extLst>
              <a:ext uri="{FF2B5EF4-FFF2-40B4-BE49-F238E27FC236}">
                <a16:creationId xmlns:a16="http://schemas.microsoft.com/office/drawing/2014/main" id="{88325546-6B41-345F-0763-15FFF0F4378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38800" y="2971800"/>
            <a:ext cx="914400" cy="914400"/>
          </a:xfrm>
          <a:prstGeom prst="rect">
            <a:avLst/>
          </a:prstGeom>
        </p:spPr>
      </p:pic>
      <p:pic>
        <p:nvPicPr>
          <p:cNvPr id="20" name="Graphic 19" descr="Good Idea with solid fill">
            <a:extLst>
              <a:ext uri="{FF2B5EF4-FFF2-40B4-BE49-F238E27FC236}">
                <a16:creationId xmlns:a16="http://schemas.microsoft.com/office/drawing/2014/main" id="{04F3672C-E6DA-D99D-27D9-7EEF24EA212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0575" y="2971800"/>
            <a:ext cx="914400" cy="914400"/>
          </a:xfrm>
          <a:prstGeom prst="rect">
            <a:avLst/>
          </a:prstGeom>
        </p:spPr>
      </p:pic>
      <p:pic>
        <p:nvPicPr>
          <p:cNvPr id="22" name="Graphic 21" descr="Group brainstorm outline">
            <a:extLst>
              <a:ext uri="{FF2B5EF4-FFF2-40B4-BE49-F238E27FC236}">
                <a16:creationId xmlns:a16="http://schemas.microsoft.com/office/drawing/2014/main" id="{2DE071CA-39F3-EB9D-1CBB-AE5706D8FA8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69687" y="3019272"/>
            <a:ext cx="914400" cy="914400"/>
          </a:xfrm>
          <a:prstGeom prst="rect">
            <a:avLst/>
          </a:prstGeom>
        </p:spPr>
      </p:pic>
      <p:pic>
        <p:nvPicPr>
          <p:cNvPr id="24" name="Graphic 23" descr="Right Brain with solid fill">
            <a:extLst>
              <a:ext uri="{FF2B5EF4-FFF2-40B4-BE49-F238E27FC236}">
                <a16:creationId xmlns:a16="http://schemas.microsoft.com/office/drawing/2014/main" id="{E94A7687-3463-0FBD-4A21-AE4EB35C690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77025" y="2971800"/>
            <a:ext cx="914400" cy="914400"/>
          </a:xfrm>
          <a:prstGeom prst="rect">
            <a:avLst/>
          </a:prstGeom>
        </p:spPr>
      </p:pic>
      <p:pic>
        <p:nvPicPr>
          <p:cNvPr id="26" name="Graphic 25" descr="Meeting with solid fill">
            <a:extLst>
              <a:ext uri="{FF2B5EF4-FFF2-40B4-BE49-F238E27FC236}">
                <a16:creationId xmlns:a16="http://schemas.microsoft.com/office/drawing/2014/main" id="{522B4FCE-49F7-2FB8-1097-A9F6752A5D3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07913" y="3019272"/>
            <a:ext cx="914400" cy="914400"/>
          </a:xfrm>
          <a:prstGeom prst="rect">
            <a:avLst/>
          </a:prstGeom>
        </p:spPr>
      </p:pic>
      <p:sp>
        <p:nvSpPr>
          <p:cNvPr id="27" name="TextBox 26">
            <a:extLst>
              <a:ext uri="{FF2B5EF4-FFF2-40B4-BE49-F238E27FC236}">
                <a16:creationId xmlns:a16="http://schemas.microsoft.com/office/drawing/2014/main" id="{50446BF0-D54C-843B-2911-E657D3BC2D4D}"/>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2" name="Rectangle 1">
            <a:extLst>
              <a:ext uri="{FF2B5EF4-FFF2-40B4-BE49-F238E27FC236}">
                <a16:creationId xmlns:a16="http://schemas.microsoft.com/office/drawing/2014/main" id="{90187AF8-5A86-6C78-4BFB-DD6D7582AF17}"/>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879270145"/>
      </p:ext>
    </p:extLst>
  </p:cSld>
  <p:clrMapOvr>
    <a:overrideClrMapping bg1="lt1" tx1="dk1" bg2="lt2" tx2="dk2" accent1="accent1" accent2="accent2" accent3="accent3" accent4="accent4" accent5="accent5" accent6="accent6" hlink="hlink" folHlink="folHlink"/>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3505" y="770467"/>
            <a:ext cx="10782300" cy="3352800"/>
          </a:xfrm>
        </p:spPr>
        <p:txBody>
          <a:bodyPr anchor="b">
            <a:noAutofit/>
          </a:bodyPr>
          <a:lstStyle>
            <a:lvl1pPr algn="l">
              <a:lnSpc>
                <a:spcPct val="80000"/>
              </a:lnSpc>
              <a:defRPr sz="80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3" y="4198409"/>
            <a:ext cx="9228201" cy="1645920"/>
          </a:xfrm>
        </p:spPr>
        <p:txBody>
          <a:bodyPr>
            <a:normAutofit/>
          </a:bodyPr>
          <a:lstStyle>
            <a:lvl1pPr marL="0" indent="0" algn="l">
              <a:buNone/>
              <a:defRPr sz="28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75000"/>
                  </a:srgbClr>
                </a:solidFill>
              </a:defRPr>
            </a:lvl1pPr>
          </a:lstStyle>
          <a:p>
            <a:endParaRPr lang="en-US" dirty="0"/>
          </a:p>
        </p:txBody>
      </p:sp>
      <p:sp>
        <p:nvSpPr>
          <p:cNvPr id="8" name="Footer Placeholder 7"/>
          <p:cNvSpPr>
            <a:spLocks noGrp="1"/>
          </p:cNvSpPr>
          <p:nvPr>
            <p:ph type="ftr" sz="quarter" idx="11"/>
          </p:nvPr>
        </p:nvSpPr>
        <p:spPr/>
        <p:txBody>
          <a:bodyPr/>
          <a:lstStyle>
            <a:lvl1pPr>
              <a:defRPr>
                <a:solidFill>
                  <a:srgbClr val="FFFFFF">
                    <a:alpha val="75000"/>
                  </a:srgbClr>
                </a:solidFill>
              </a:defRPr>
            </a:lvl1pPr>
          </a:lstStyle>
          <a:p>
            <a:r>
              <a:rPr lang="en-US"/>
              <a:t>www.adaniuni.ac.in</a:t>
            </a:r>
            <a:endParaRPr lang="en-US" dirty="0"/>
          </a:p>
        </p:txBody>
      </p:sp>
      <p:sp>
        <p:nvSpPr>
          <p:cNvPr id="9" name="Slide Number Placeholder 8"/>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smtClean="0"/>
              <a:pPr/>
              <a:t>‹#›</a:t>
            </a:fld>
            <a:endParaRPr lang="en-US" dirty="0"/>
          </a:p>
        </p:txBody>
      </p:sp>
      <p:pic>
        <p:nvPicPr>
          <p:cNvPr id="10" name="Picture 9" descr="A logo with text and letters&#10;&#10;AI-generated content may be incorrect.">
            <a:extLst>
              <a:ext uri="{FF2B5EF4-FFF2-40B4-BE49-F238E27FC236}">
                <a16:creationId xmlns:a16="http://schemas.microsoft.com/office/drawing/2014/main" id="{32A431A8-E226-BF17-59B3-6B7211B58E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11480" y="228600"/>
            <a:ext cx="2838080" cy="716354"/>
          </a:xfrm>
          <a:prstGeom prst="rect">
            <a:avLst/>
          </a:prstGeom>
        </p:spPr>
      </p:pic>
    </p:spTree>
    <p:extLst>
      <p:ext uri="{BB962C8B-B14F-4D97-AF65-F5344CB8AC3E}">
        <p14:creationId xmlns:p14="http://schemas.microsoft.com/office/powerpoint/2010/main" val="197617965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5pPr marL="1371600" indent="0">
              <a:buNone/>
              <a:defRPr/>
            </a:lvl5pPr>
          </a:lstStyle>
          <a:p>
            <a:pPr lvl="0"/>
            <a:r>
              <a:rPr lang="en-US"/>
              <a:t>Click to edit Master text styles</a:t>
            </a:r>
          </a:p>
        </p:txBody>
      </p:sp>
      <p:pic>
        <p:nvPicPr>
          <p:cNvPr id="8" name="Picture 7" descr="A logo with text and letters&#10;&#10;AI-generated content may be incorrect.">
            <a:extLst>
              <a:ext uri="{FF2B5EF4-FFF2-40B4-BE49-F238E27FC236}">
                <a16:creationId xmlns:a16="http://schemas.microsoft.com/office/drawing/2014/main" id="{4E71ACBB-47D9-1085-15DE-EDD896C1EA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11480" y="228600"/>
            <a:ext cx="2838080" cy="716354"/>
          </a:xfrm>
          <a:prstGeom prst="rect">
            <a:avLst/>
          </a:prstGeom>
        </p:spPr>
      </p:pic>
      <p:sp>
        <p:nvSpPr>
          <p:cNvPr id="12" name="Title 11">
            <a:extLst>
              <a:ext uri="{FF2B5EF4-FFF2-40B4-BE49-F238E27FC236}">
                <a16:creationId xmlns:a16="http://schemas.microsoft.com/office/drawing/2014/main" id="{0B5C42D7-3AFB-0805-C59E-0BBF542AB548}"/>
              </a:ext>
            </a:extLst>
          </p:cNvPr>
          <p:cNvSpPr>
            <a:spLocks noGrp="1"/>
          </p:cNvSpPr>
          <p:nvPr>
            <p:ph type="title"/>
          </p:nvPr>
        </p:nvSpPr>
        <p:spPr>
          <a:xfrm>
            <a:off x="838200" y="365126"/>
            <a:ext cx="10947400" cy="716354"/>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22359727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8480E-65E8-712F-8BED-7D11F1501C73}"/>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dirty="0"/>
          </a:p>
        </p:txBody>
      </p:sp>
    </p:spTree>
    <p:extLst>
      <p:ext uri="{BB962C8B-B14F-4D97-AF65-F5344CB8AC3E}">
        <p14:creationId xmlns:p14="http://schemas.microsoft.com/office/powerpoint/2010/main" val="373832145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063261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14" y="0"/>
            <a:ext cx="12191948" cy="6858000"/>
            <a:chOff x="-11" y="0"/>
            <a:chExt cx="9143961" cy="5143500"/>
          </a:xfrm>
        </p:grpSpPr>
        <p:sp>
          <p:nvSpPr>
            <p:cNvPr id="10" name="Google Shape;10;p2"/>
            <p:cNvSpPr/>
            <p:nvPr/>
          </p:nvSpPr>
          <p:spPr>
            <a:xfrm>
              <a:off x="7854550" y="202020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 name="Google Shape;11;p2"/>
            <p:cNvSpPr/>
            <p:nvPr/>
          </p:nvSpPr>
          <p:spPr>
            <a:xfrm>
              <a:off x="6780400" y="1853711"/>
              <a:ext cx="2010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 name="Google Shape;12;p2"/>
            <p:cNvSpPr/>
            <p:nvPr/>
          </p:nvSpPr>
          <p:spPr>
            <a:xfrm>
              <a:off x="8325550" y="1608144"/>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 name="Google Shape;13;p2"/>
            <p:cNvSpPr/>
            <p:nvPr/>
          </p:nvSpPr>
          <p:spPr>
            <a:xfrm>
              <a:off x="8064500" y="2099322"/>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 name="Google Shape;14;p2"/>
            <p:cNvSpPr/>
            <p:nvPr/>
          </p:nvSpPr>
          <p:spPr>
            <a:xfrm>
              <a:off x="0" y="0"/>
              <a:ext cx="352500" cy="1976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 name="Google Shape;15;p2"/>
            <p:cNvSpPr/>
            <p:nvPr/>
          </p:nvSpPr>
          <p:spPr>
            <a:xfrm rot="10800000">
              <a:off x="352600" y="4409825"/>
              <a:ext cx="1889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 name="Google Shape;16;p2"/>
            <p:cNvSpPr/>
            <p:nvPr/>
          </p:nvSpPr>
          <p:spPr>
            <a:xfrm rot="10800000">
              <a:off x="-11" y="4655393"/>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7" name="Google Shape;17;p2"/>
          <p:cNvSpPr txBox="1">
            <a:spLocks noGrp="1"/>
          </p:cNvSpPr>
          <p:nvPr>
            <p:ph type="ctrTitle"/>
          </p:nvPr>
        </p:nvSpPr>
        <p:spPr>
          <a:xfrm>
            <a:off x="1205833" y="1448733"/>
            <a:ext cx="7418800" cy="33324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4500" b="0">
                <a:latin typeface="Inter ExtraBold"/>
                <a:ea typeface="Inter ExtraBold"/>
                <a:cs typeface="Inter ExtraBold"/>
                <a:sym typeface="Inter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8" name="Google Shape;18;p2"/>
          <p:cNvSpPr txBox="1">
            <a:spLocks noGrp="1"/>
          </p:cNvSpPr>
          <p:nvPr>
            <p:ph type="subTitle" idx="1"/>
          </p:nvPr>
        </p:nvSpPr>
        <p:spPr>
          <a:xfrm>
            <a:off x="1205833" y="4665833"/>
            <a:ext cx="7418800" cy="696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None/>
              <a:defRPr sz="1800">
                <a:latin typeface="Inter"/>
                <a:ea typeface="Inter"/>
                <a:cs typeface="Inter"/>
                <a:sym typeface="Inter"/>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2514972752"/>
      </p:ext>
    </p:extLst>
  </p:cSld>
  <p:clrMapOvr>
    <a:masterClrMapping/>
  </p:clrMapOvr>
  <p:hf sldNum="0"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
        <p:cNvGrpSpPr/>
        <p:nvPr/>
      </p:nvGrpSpPr>
      <p:grpSpPr>
        <a:xfrm>
          <a:off x="0" y="0"/>
          <a:ext cx="0" cy="0"/>
          <a:chOff x="0" y="0"/>
          <a:chExt cx="0" cy="0"/>
        </a:xfrm>
      </p:grpSpPr>
      <p:grpSp>
        <p:nvGrpSpPr>
          <p:cNvPr id="20" name="Google Shape;20;p3"/>
          <p:cNvGrpSpPr/>
          <p:nvPr/>
        </p:nvGrpSpPr>
        <p:grpSpPr>
          <a:xfrm>
            <a:off x="0" y="-3299"/>
            <a:ext cx="10813867" cy="6861300"/>
            <a:chOff x="0" y="-2475"/>
            <a:chExt cx="8110400" cy="5145975"/>
          </a:xfrm>
        </p:grpSpPr>
        <p:sp>
          <p:nvSpPr>
            <p:cNvPr id="21" name="Google Shape;21;p3"/>
            <p:cNvSpPr/>
            <p:nvPr/>
          </p:nvSpPr>
          <p:spPr>
            <a:xfrm>
              <a:off x="6821000" y="202020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 name="Google Shape;22;p3"/>
            <p:cNvSpPr/>
            <p:nvPr/>
          </p:nvSpPr>
          <p:spPr>
            <a:xfrm rot="10800000">
              <a:off x="0" y="-2475"/>
              <a:ext cx="565200" cy="539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 name="Google Shape;23;p3"/>
            <p:cNvSpPr/>
            <p:nvPr/>
          </p:nvSpPr>
          <p:spPr>
            <a:xfrm>
              <a:off x="0" y="507600"/>
              <a:ext cx="229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 name="Google Shape;24;p3"/>
            <p:cNvSpPr/>
            <p:nvPr/>
          </p:nvSpPr>
          <p:spPr>
            <a:xfrm>
              <a:off x="6964375" y="175576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 name="Google Shape;25;p3"/>
            <p:cNvSpPr/>
            <p:nvPr/>
          </p:nvSpPr>
          <p:spPr>
            <a:xfrm>
              <a:off x="6703325" y="2246947"/>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 name="Google Shape;26;p3"/>
            <p:cNvSpPr/>
            <p:nvPr/>
          </p:nvSpPr>
          <p:spPr>
            <a:xfrm>
              <a:off x="5504875" y="2001350"/>
              <a:ext cx="1925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7" name="Google Shape;27;p3"/>
          <p:cNvSpPr txBox="1">
            <a:spLocks noGrp="1"/>
          </p:cNvSpPr>
          <p:nvPr>
            <p:ph type="title"/>
          </p:nvPr>
        </p:nvSpPr>
        <p:spPr>
          <a:xfrm>
            <a:off x="1277033" y="2341033"/>
            <a:ext cx="5977200" cy="2594800"/>
          </a:xfrm>
          <a:prstGeom prst="rect">
            <a:avLst/>
          </a:prstGeom>
        </p:spPr>
        <p:txBody>
          <a:bodyPr spcFirstLastPara="1" wrap="square" lIns="91425" tIns="91425" rIns="91425" bIns="91425" anchor="ctr" anchorCtr="0">
            <a:noAutofit/>
          </a:bodyPr>
          <a:lstStyle>
            <a:lvl1pPr lvl="0" algn="l">
              <a:spcBef>
                <a:spcPts val="0"/>
              </a:spcBef>
              <a:spcAft>
                <a:spcPts val="0"/>
              </a:spcAft>
              <a:buSzPts val="3600"/>
              <a:buNone/>
              <a:defRPr sz="5000" b="1"/>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28" name="Google Shape;28;p3"/>
          <p:cNvSpPr txBox="1">
            <a:spLocks noGrp="1"/>
          </p:cNvSpPr>
          <p:nvPr>
            <p:ph type="subTitle" idx="1"/>
          </p:nvPr>
        </p:nvSpPr>
        <p:spPr>
          <a:xfrm>
            <a:off x="1277033" y="4816200"/>
            <a:ext cx="4533200" cy="8444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29" name="Google Shape;29;p3"/>
          <p:cNvSpPr txBox="1">
            <a:spLocks noGrp="1"/>
          </p:cNvSpPr>
          <p:nvPr>
            <p:ph type="title" idx="2" hasCustomPrompt="1"/>
          </p:nvPr>
        </p:nvSpPr>
        <p:spPr>
          <a:xfrm>
            <a:off x="1243167" y="1237533"/>
            <a:ext cx="1954400" cy="1243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65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3127216455"/>
      </p:ext>
    </p:extLst>
  </p:cSld>
  <p:clrMapOvr>
    <a:masterClrMapping/>
  </p:clrMapOvr>
  <p:hf sldNum="0"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0"/>
        <p:cNvGrpSpPr/>
        <p:nvPr/>
      </p:nvGrpSpPr>
      <p:grpSpPr>
        <a:xfrm>
          <a:off x="0" y="0"/>
          <a:ext cx="0" cy="0"/>
          <a:chOff x="0" y="0"/>
          <a:chExt cx="0" cy="0"/>
        </a:xfrm>
      </p:grpSpPr>
      <p:grpSp>
        <p:nvGrpSpPr>
          <p:cNvPr id="31" name="Google Shape;31;p4"/>
          <p:cNvGrpSpPr/>
          <p:nvPr/>
        </p:nvGrpSpPr>
        <p:grpSpPr>
          <a:xfrm>
            <a:off x="0" y="0"/>
            <a:ext cx="12192000" cy="6858000"/>
            <a:chOff x="0" y="0"/>
            <a:chExt cx="9144000" cy="5143500"/>
          </a:xfrm>
        </p:grpSpPr>
        <p:sp>
          <p:nvSpPr>
            <p:cNvPr id="32" name="Google Shape;32;p4"/>
            <p:cNvSpPr/>
            <p:nvPr/>
          </p:nvSpPr>
          <p:spPr>
            <a:xfrm>
              <a:off x="8925600" y="0"/>
              <a:ext cx="218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3" name="Google Shape;33;p4"/>
            <p:cNvSpPr/>
            <p:nvPr/>
          </p:nvSpPr>
          <p:spPr>
            <a:xfrm>
              <a:off x="0" y="2020200"/>
              <a:ext cx="218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 name="Google Shape;34;p4"/>
            <p:cNvSpPr/>
            <p:nvPr/>
          </p:nvSpPr>
          <p:spPr>
            <a:xfrm>
              <a:off x="0" y="1608150"/>
              <a:ext cx="358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5" name="Google Shape;35;p4"/>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36" name="Google Shape;36;p4"/>
          <p:cNvSpPr txBox="1">
            <a:spLocks noGrp="1"/>
          </p:cNvSpPr>
          <p:nvPr>
            <p:ph type="body" idx="1"/>
          </p:nvPr>
        </p:nvSpPr>
        <p:spPr>
          <a:xfrm>
            <a:off x="951200" y="1394253"/>
            <a:ext cx="10289600" cy="47540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rgbClr val="434343"/>
              </a:buClr>
              <a:buSzPts val="1200"/>
              <a:buFont typeface="Inter"/>
              <a:buAutoNum type="arabicPeriod"/>
              <a:defRPr sz="1100">
                <a:latin typeface="Inter"/>
                <a:ea typeface="Inter"/>
                <a:cs typeface="Inter"/>
                <a:sym typeface="Inter"/>
              </a:defRPr>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pPr lvl="0"/>
            <a:r>
              <a:rPr lang="en-US"/>
              <a:t>Click to edit Master text styles</a:t>
            </a:r>
          </a:p>
        </p:txBody>
      </p:sp>
    </p:spTree>
    <p:extLst>
      <p:ext uri="{BB962C8B-B14F-4D97-AF65-F5344CB8AC3E}">
        <p14:creationId xmlns:p14="http://schemas.microsoft.com/office/powerpoint/2010/main" val="3210410247"/>
      </p:ext>
    </p:extLst>
  </p:cSld>
  <p:clrMapOvr>
    <a:masterClrMapping/>
  </p:clrMapOvr>
  <p:hf sldNum="0"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7"/>
        <p:cNvGrpSpPr/>
        <p:nvPr/>
      </p:nvGrpSpPr>
      <p:grpSpPr>
        <a:xfrm>
          <a:off x="0" y="0"/>
          <a:ext cx="0" cy="0"/>
          <a:chOff x="0" y="0"/>
          <a:chExt cx="0" cy="0"/>
        </a:xfrm>
      </p:grpSpPr>
      <p:grpSp>
        <p:nvGrpSpPr>
          <p:cNvPr id="38" name="Google Shape;38;p5"/>
          <p:cNvGrpSpPr/>
          <p:nvPr/>
        </p:nvGrpSpPr>
        <p:grpSpPr>
          <a:xfrm>
            <a:off x="-166" y="0"/>
            <a:ext cx="12192167" cy="6858000"/>
            <a:chOff x="-125" y="0"/>
            <a:chExt cx="9144125" cy="5143500"/>
          </a:xfrm>
        </p:grpSpPr>
        <p:sp>
          <p:nvSpPr>
            <p:cNvPr id="39" name="Google Shape;39;p5"/>
            <p:cNvSpPr/>
            <p:nvPr/>
          </p:nvSpPr>
          <p:spPr>
            <a:xfrm rot="10800000">
              <a:off x="-100" y="4804200"/>
              <a:ext cx="430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 name="Google Shape;40;p5"/>
            <p:cNvSpPr/>
            <p:nvPr/>
          </p:nvSpPr>
          <p:spPr>
            <a:xfrm rot="10800000">
              <a:off x="7711500"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 name="Google Shape;41;p5"/>
            <p:cNvSpPr/>
            <p:nvPr/>
          </p:nvSpPr>
          <p:spPr>
            <a:xfrm rot="10800000">
              <a:off x="-125" y="4766475"/>
              <a:ext cx="1041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 name="Google Shape;42;p5"/>
            <p:cNvSpPr/>
            <p:nvPr/>
          </p:nvSpPr>
          <p:spPr>
            <a:xfrm rot="10800000">
              <a:off x="8394000" y="310875"/>
              <a:ext cx="750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3" name="Google Shape;43;p5"/>
          <p:cNvSpPr txBox="1">
            <a:spLocks noGrp="1"/>
          </p:cNvSpPr>
          <p:nvPr>
            <p:ph type="title"/>
          </p:nvPr>
        </p:nvSpPr>
        <p:spPr>
          <a:xfrm>
            <a:off x="951200" y="500087"/>
            <a:ext cx="102896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44" name="Google Shape;44;p5"/>
          <p:cNvSpPr txBox="1">
            <a:spLocks noGrp="1"/>
          </p:cNvSpPr>
          <p:nvPr>
            <p:ph type="body" idx="1"/>
          </p:nvPr>
        </p:nvSpPr>
        <p:spPr>
          <a:xfrm>
            <a:off x="1611600" y="3633949"/>
            <a:ext cx="4128800" cy="1139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45" name="Google Shape;45;p5"/>
          <p:cNvSpPr txBox="1">
            <a:spLocks noGrp="1"/>
          </p:cNvSpPr>
          <p:nvPr>
            <p:ph type="body" idx="2"/>
          </p:nvPr>
        </p:nvSpPr>
        <p:spPr>
          <a:xfrm>
            <a:off x="6451600" y="3633949"/>
            <a:ext cx="4128800" cy="1139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46" name="Google Shape;46;p5"/>
          <p:cNvSpPr txBox="1">
            <a:spLocks noGrp="1"/>
          </p:cNvSpPr>
          <p:nvPr>
            <p:ph type="title" idx="3"/>
          </p:nvPr>
        </p:nvSpPr>
        <p:spPr>
          <a:xfrm>
            <a:off x="1611600" y="3146984"/>
            <a:ext cx="4128800" cy="558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7" name="Google Shape;47;p5"/>
          <p:cNvSpPr txBox="1">
            <a:spLocks noGrp="1"/>
          </p:cNvSpPr>
          <p:nvPr>
            <p:ph type="title" idx="4"/>
          </p:nvPr>
        </p:nvSpPr>
        <p:spPr>
          <a:xfrm>
            <a:off x="6451600" y="3146984"/>
            <a:ext cx="4128800" cy="558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Tree>
    <p:extLst>
      <p:ext uri="{BB962C8B-B14F-4D97-AF65-F5344CB8AC3E}">
        <p14:creationId xmlns:p14="http://schemas.microsoft.com/office/powerpoint/2010/main" val="4043207175"/>
      </p:ext>
    </p:extLst>
  </p:cSld>
  <p:clrMapOvr>
    <a:masterClrMapping/>
  </p:clrMapOvr>
  <p:hf sldNum="0"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8"/>
        <p:cNvGrpSpPr/>
        <p:nvPr/>
      </p:nvGrpSpPr>
      <p:grpSpPr>
        <a:xfrm>
          <a:off x="0" y="0"/>
          <a:ext cx="0" cy="0"/>
          <a:chOff x="0" y="0"/>
          <a:chExt cx="0" cy="0"/>
        </a:xfrm>
      </p:grpSpPr>
      <p:sp>
        <p:nvSpPr>
          <p:cNvPr id="49" name="Google Shape;49;p6"/>
          <p:cNvSpPr/>
          <p:nvPr/>
        </p:nvSpPr>
        <p:spPr>
          <a:xfrm rot="10800000" flipH="1">
            <a:off x="-1401" y="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0" name="Google Shape;50;p6"/>
          <p:cNvSpPr/>
          <p:nvPr/>
        </p:nvSpPr>
        <p:spPr>
          <a:xfrm flipH="1">
            <a:off x="10282000" y="640560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1" name="Google Shape;51;p6"/>
          <p:cNvSpPr/>
          <p:nvPr/>
        </p:nvSpPr>
        <p:spPr>
          <a:xfrm rot="10800000">
            <a:off x="100" y="4145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2" name="Google Shape;52;p6"/>
          <p:cNvSpPr/>
          <p:nvPr/>
        </p:nvSpPr>
        <p:spPr>
          <a:xfrm>
            <a:off x="11691794" y="5892644"/>
            <a:ext cx="497805"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3" name="Google Shape;53;p6"/>
          <p:cNvSpPr/>
          <p:nvPr/>
        </p:nvSpPr>
        <p:spPr>
          <a:xfrm>
            <a:off x="11533007" y="6547548"/>
            <a:ext cx="545068"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4" name="Google Shape;54;p6"/>
          <p:cNvSpPr txBox="1">
            <a:spLocks noGrp="1"/>
          </p:cNvSpPr>
          <p:nvPr>
            <p:ph type="title"/>
          </p:nvPr>
        </p:nvSpPr>
        <p:spPr>
          <a:xfrm>
            <a:off x="641933" y="500167"/>
            <a:ext cx="10907600" cy="76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5"/>
              </a:buClr>
              <a:buSzPts val="2800"/>
              <a:buNone/>
              <a:defRPr/>
            </a:lvl1pPr>
            <a:lvl2pPr lvl="1">
              <a:spcBef>
                <a:spcPts val="0"/>
              </a:spcBef>
              <a:spcAft>
                <a:spcPts val="0"/>
              </a:spcAft>
              <a:buClr>
                <a:schemeClr val="accent5"/>
              </a:buClr>
              <a:buSzPts val="2800"/>
              <a:buNone/>
              <a:defRPr>
                <a:solidFill>
                  <a:schemeClr val="accent5"/>
                </a:solidFill>
              </a:defRPr>
            </a:lvl2pPr>
            <a:lvl3pPr lvl="2">
              <a:spcBef>
                <a:spcPts val="0"/>
              </a:spcBef>
              <a:spcAft>
                <a:spcPts val="0"/>
              </a:spcAft>
              <a:buClr>
                <a:schemeClr val="accent5"/>
              </a:buClr>
              <a:buSzPts val="2800"/>
              <a:buNone/>
              <a:defRPr>
                <a:solidFill>
                  <a:schemeClr val="accent5"/>
                </a:solidFill>
              </a:defRPr>
            </a:lvl3pPr>
            <a:lvl4pPr lvl="3">
              <a:spcBef>
                <a:spcPts val="0"/>
              </a:spcBef>
              <a:spcAft>
                <a:spcPts val="0"/>
              </a:spcAft>
              <a:buClr>
                <a:schemeClr val="accent5"/>
              </a:buClr>
              <a:buSzPts val="2800"/>
              <a:buNone/>
              <a:defRPr>
                <a:solidFill>
                  <a:schemeClr val="accent5"/>
                </a:solidFill>
              </a:defRPr>
            </a:lvl4pPr>
            <a:lvl5pPr lvl="4">
              <a:spcBef>
                <a:spcPts val="0"/>
              </a:spcBef>
              <a:spcAft>
                <a:spcPts val="0"/>
              </a:spcAft>
              <a:buClr>
                <a:schemeClr val="accent5"/>
              </a:buClr>
              <a:buSzPts val="2800"/>
              <a:buNone/>
              <a:defRPr>
                <a:solidFill>
                  <a:schemeClr val="accent5"/>
                </a:solidFill>
              </a:defRPr>
            </a:lvl5pPr>
            <a:lvl6pPr lvl="5">
              <a:spcBef>
                <a:spcPts val="0"/>
              </a:spcBef>
              <a:spcAft>
                <a:spcPts val="0"/>
              </a:spcAft>
              <a:buClr>
                <a:schemeClr val="accent5"/>
              </a:buClr>
              <a:buSzPts val="2800"/>
              <a:buNone/>
              <a:defRPr>
                <a:solidFill>
                  <a:schemeClr val="accent5"/>
                </a:solidFill>
              </a:defRPr>
            </a:lvl6pPr>
            <a:lvl7pPr lvl="6">
              <a:spcBef>
                <a:spcPts val="0"/>
              </a:spcBef>
              <a:spcAft>
                <a:spcPts val="0"/>
              </a:spcAft>
              <a:buClr>
                <a:schemeClr val="accent5"/>
              </a:buClr>
              <a:buSzPts val="2800"/>
              <a:buNone/>
              <a:defRPr>
                <a:solidFill>
                  <a:schemeClr val="accent5"/>
                </a:solidFill>
              </a:defRPr>
            </a:lvl7pPr>
            <a:lvl8pPr lvl="7">
              <a:spcBef>
                <a:spcPts val="0"/>
              </a:spcBef>
              <a:spcAft>
                <a:spcPts val="0"/>
              </a:spcAft>
              <a:buClr>
                <a:schemeClr val="accent5"/>
              </a:buClr>
              <a:buSzPts val="2800"/>
              <a:buNone/>
              <a:defRPr>
                <a:solidFill>
                  <a:schemeClr val="accent5"/>
                </a:solidFill>
              </a:defRPr>
            </a:lvl8pPr>
            <a:lvl9pPr lvl="8">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
        <p:nvSpPr>
          <p:cNvPr id="55" name="Google Shape;55;p6"/>
          <p:cNvSpPr/>
          <p:nvPr/>
        </p:nvSpPr>
        <p:spPr>
          <a:xfrm>
            <a:off x="10682777" y="6220100"/>
            <a:ext cx="129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1202822516"/>
      </p:ext>
    </p:extLst>
  </p:cSld>
  <p:clrMapOvr>
    <a:masterClrMapping/>
  </p:clrMapOvr>
  <p:hf sldNum="0"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6"/>
        <p:cNvGrpSpPr/>
        <p:nvPr/>
      </p:nvGrpSpPr>
      <p:grpSpPr>
        <a:xfrm>
          <a:off x="0" y="0"/>
          <a:ext cx="0" cy="0"/>
          <a:chOff x="0" y="0"/>
          <a:chExt cx="0" cy="0"/>
        </a:xfrm>
      </p:grpSpPr>
      <p:grpSp>
        <p:nvGrpSpPr>
          <p:cNvPr id="57" name="Google Shape;57;p7"/>
          <p:cNvGrpSpPr/>
          <p:nvPr/>
        </p:nvGrpSpPr>
        <p:grpSpPr>
          <a:xfrm>
            <a:off x="286502" y="0"/>
            <a:ext cx="11905500" cy="6858000"/>
            <a:chOff x="214875" y="0"/>
            <a:chExt cx="8929125" cy="5143500"/>
          </a:xfrm>
        </p:grpSpPr>
        <p:sp>
          <p:nvSpPr>
            <p:cNvPr id="58" name="Google Shape;58;p7"/>
            <p:cNvSpPr/>
            <p:nvPr/>
          </p:nvSpPr>
          <p:spPr>
            <a:xfrm>
              <a:off x="713950" y="4297800"/>
              <a:ext cx="1289400" cy="845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9" name="Google Shape;59;p7"/>
            <p:cNvSpPr/>
            <p:nvPr/>
          </p:nvSpPr>
          <p:spPr>
            <a:xfrm>
              <a:off x="713950" y="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 name="Google Shape;60;p7"/>
            <p:cNvSpPr/>
            <p:nvPr/>
          </p:nvSpPr>
          <p:spPr>
            <a:xfrm rot="10800000">
              <a:off x="8315700" y="4804200"/>
              <a:ext cx="828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 name="Google Shape;61;p7"/>
            <p:cNvSpPr/>
            <p:nvPr/>
          </p:nvSpPr>
          <p:spPr>
            <a:xfrm rot="10800000">
              <a:off x="214875" y="920672"/>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 name="Google Shape;62;p7"/>
            <p:cNvSpPr/>
            <p:nvPr/>
          </p:nvSpPr>
          <p:spPr>
            <a:xfrm rot="10800000">
              <a:off x="398225" y="429494"/>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 name="Google Shape;63;p7"/>
            <p:cNvSpPr/>
            <p:nvPr/>
          </p:nvSpPr>
          <p:spPr>
            <a:xfrm rot="10800000">
              <a:off x="8690850" y="4766475"/>
              <a:ext cx="448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 name="Google Shape;64;p7"/>
            <p:cNvSpPr/>
            <p:nvPr/>
          </p:nvSpPr>
          <p:spPr>
            <a:xfrm rot="10800000">
              <a:off x="567550" y="675075"/>
              <a:ext cx="18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65" name="Google Shape;65;p7"/>
          <p:cNvSpPr txBox="1">
            <a:spLocks noGrp="1"/>
          </p:cNvSpPr>
          <p:nvPr>
            <p:ph type="title"/>
          </p:nvPr>
        </p:nvSpPr>
        <p:spPr>
          <a:xfrm>
            <a:off x="3861200" y="1249000"/>
            <a:ext cx="7379600" cy="1319200"/>
          </a:xfrm>
          <a:prstGeom prst="rect">
            <a:avLst/>
          </a:prstGeom>
        </p:spPr>
        <p:txBody>
          <a:bodyPr spcFirstLastPara="1" wrap="square" lIns="91425" tIns="91425" rIns="91425" bIns="91425" anchor="ctr" anchorCtr="0">
            <a:noAutofit/>
          </a:bodyPr>
          <a:lstStyle>
            <a:lvl1pPr lvl="0" algn="l">
              <a:spcBef>
                <a:spcPts val="0"/>
              </a:spcBef>
              <a:spcAft>
                <a:spcPts val="0"/>
              </a:spcAft>
              <a:buSzPts val="2400"/>
              <a:buNone/>
              <a:defRPr sz="3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US"/>
              <a:t>Click to edit Master title style</a:t>
            </a:r>
            <a:endParaRPr/>
          </a:p>
        </p:txBody>
      </p:sp>
      <p:sp>
        <p:nvSpPr>
          <p:cNvPr id="66" name="Google Shape;66;p7"/>
          <p:cNvSpPr txBox="1">
            <a:spLocks noGrp="1"/>
          </p:cNvSpPr>
          <p:nvPr>
            <p:ph type="body" idx="1"/>
          </p:nvPr>
        </p:nvSpPr>
        <p:spPr>
          <a:xfrm>
            <a:off x="3861200" y="2516200"/>
            <a:ext cx="6898400" cy="30928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rgbClr val="595959"/>
              </a:buClr>
              <a:buSzPts val="1400"/>
              <a:buFont typeface="Anaheim"/>
              <a:buChar char="●"/>
              <a:defRPr/>
            </a:lvl1pPr>
            <a:lvl2pPr marL="914400" lvl="1" indent="-317500">
              <a:spcBef>
                <a:spcPts val="1000"/>
              </a:spcBef>
              <a:spcAft>
                <a:spcPts val="0"/>
              </a:spcAft>
              <a:buClr>
                <a:srgbClr val="595959"/>
              </a:buClr>
              <a:buSzPts val="1400"/>
              <a:buFont typeface="Anaheim"/>
              <a:buChar char="○"/>
              <a:defRPr sz="1200"/>
            </a:lvl2pPr>
            <a:lvl3pPr marL="1371600" lvl="2" indent="-317500">
              <a:spcBef>
                <a:spcPts val="0"/>
              </a:spcBef>
              <a:spcAft>
                <a:spcPts val="0"/>
              </a:spcAft>
              <a:buClr>
                <a:srgbClr val="595959"/>
              </a:buClr>
              <a:buSzPts val="1400"/>
              <a:buFont typeface="Anaheim"/>
              <a:buChar char="■"/>
              <a:defRPr sz="1200"/>
            </a:lvl3pPr>
            <a:lvl4pPr marL="1828800" lvl="3" indent="-317500">
              <a:spcBef>
                <a:spcPts val="0"/>
              </a:spcBef>
              <a:spcAft>
                <a:spcPts val="0"/>
              </a:spcAft>
              <a:buClr>
                <a:srgbClr val="595959"/>
              </a:buClr>
              <a:buSzPts val="1400"/>
              <a:buFont typeface="Anaheim"/>
              <a:buChar char="●"/>
              <a:defRPr sz="1200"/>
            </a:lvl4pPr>
            <a:lvl5pPr marL="2286000" lvl="4" indent="-317500">
              <a:spcBef>
                <a:spcPts val="0"/>
              </a:spcBef>
              <a:spcAft>
                <a:spcPts val="0"/>
              </a:spcAft>
              <a:buClr>
                <a:srgbClr val="595959"/>
              </a:buClr>
              <a:buSzPts val="1400"/>
              <a:buFont typeface="Anaheim"/>
              <a:buChar char="○"/>
              <a:defRPr sz="1200"/>
            </a:lvl5pPr>
            <a:lvl6pPr marL="2743200" lvl="5" indent="-317500">
              <a:spcBef>
                <a:spcPts val="0"/>
              </a:spcBef>
              <a:spcAft>
                <a:spcPts val="0"/>
              </a:spcAft>
              <a:buClr>
                <a:srgbClr val="595959"/>
              </a:buClr>
              <a:buSzPts val="1400"/>
              <a:buFont typeface="Anaheim"/>
              <a:buChar char="■"/>
              <a:defRPr sz="1200"/>
            </a:lvl6pPr>
            <a:lvl7pPr marL="3200400" lvl="6" indent="-317500">
              <a:spcBef>
                <a:spcPts val="0"/>
              </a:spcBef>
              <a:spcAft>
                <a:spcPts val="0"/>
              </a:spcAft>
              <a:buClr>
                <a:srgbClr val="595959"/>
              </a:buClr>
              <a:buSzPts val="1400"/>
              <a:buFont typeface="Anaheim"/>
              <a:buChar char="●"/>
              <a:defRPr sz="1200"/>
            </a:lvl7pPr>
            <a:lvl8pPr marL="3657600" lvl="7" indent="-317500">
              <a:spcBef>
                <a:spcPts val="0"/>
              </a:spcBef>
              <a:spcAft>
                <a:spcPts val="0"/>
              </a:spcAft>
              <a:buClr>
                <a:srgbClr val="595959"/>
              </a:buClr>
              <a:buSzPts val="1400"/>
              <a:buFont typeface="Anaheim"/>
              <a:buChar char="○"/>
              <a:defRPr sz="1200"/>
            </a:lvl8pPr>
            <a:lvl9pPr marL="4114800" lvl="8" indent="-317500">
              <a:spcBef>
                <a:spcPts val="0"/>
              </a:spcBef>
              <a:spcAft>
                <a:spcPts val="0"/>
              </a:spcAft>
              <a:buClr>
                <a:srgbClr val="595959"/>
              </a:buClr>
              <a:buSzPts val="1400"/>
              <a:buFont typeface="Anaheim"/>
              <a:buChar char="■"/>
              <a:defRPr sz="1200"/>
            </a:lvl9pPr>
          </a:lstStyle>
          <a:p>
            <a:pPr lvl="0"/>
            <a:r>
              <a:rPr lang="en-US"/>
              <a:t>Click to edit Master text styles</a:t>
            </a:r>
          </a:p>
        </p:txBody>
      </p:sp>
    </p:spTree>
    <p:extLst>
      <p:ext uri="{BB962C8B-B14F-4D97-AF65-F5344CB8AC3E}">
        <p14:creationId xmlns:p14="http://schemas.microsoft.com/office/powerpoint/2010/main" val="3798789066"/>
      </p:ext>
    </p:extLst>
  </p:cSld>
  <p:clrMapOvr>
    <a:masterClrMapping/>
  </p:clrMapOvr>
  <p:hf sldNum="0"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7"/>
        <p:cNvGrpSpPr/>
        <p:nvPr/>
      </p:nvGrpSpPr>
      <p:grpSpPr>
        <a:xfrm>
          <a:off x="0" y="0"/>
          <a:ext cx="0" cy="0"/>
          <a:chOff x="0" y="0"/>
          <a:chExt cx="0" cy="0"/>
        </a:xfrm>
      </p:grpSpPr>
      <p:grpSp>
        <p:nvGrpSpPr>
          <p:cNvPr id="68" name="Google Shape;68;p8"/>
          <p:cNvGrpSpPr/>
          <p:nvPr/>
        </p:nvGrpSpPr>
        <p:grpSpPr>
          <a:xfrm>
            <a:off x="2" y="2"/>
            <a:ext cx="12191993" cy="6858167"/>
            <a:chOff x="0" y="0"/>
            <a:chExt cx="9143995" cy="5143625"/>
          </a:xfrm>
        </p:grpSpPr>
        <p:grpSp>
          <p:nvGrpSpPr>
            <p:cNvPr id="69" name="Google Shape;69;p8"/>
            <p:cNvGrpSpPr/>
            <p:nvPr/>
          </p:nvGrpSpPr>
          <p:grpSpPr>
            <a:xfrm>
              <a:off x="0" y="0"/>
              <a:ext cx="9143995" cy="5143625"/>
              <a:chOff x="0" y="0"/>
              <a:chExt cx="9143995" cy="5143625"/>
            </a:xfrm>
          </p:grpSpPr>
          <p:sp>
            <p:nvSpPr>
              <p:cNvPr id="70" name="Google Shape;70;p8"/>
              <p:cNvSpPr/>
              <p:nvPr/>
            </p:nvSpPr>
            <p:spPr>
              <a:xfrm flipH="1">
                <a:off x="0" y="4188125"/>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 name="Google Shape;71;p8"/>
              <p:cNvSpPr/>
              <p:nvPr/>
            </p:nvSpPr>
            <p:spPr>
              <a:xfrm flipH="1">
                <a:off x="1751145" y="4419475"/>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 name="Google Shape;72;p8"/>
              <p:cNvSpPr/>
              <p:nvPr/>
            </p:nvSpPr>
            <p:spPr>
              <a:xfrm flipH="1">
                <a:off x="2151456" y="4665075"/>
                <a:ext cx="215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 name="Google Shape;73;p8"/>
              <p:cNvSpPr/>
              <p:nvPr/>
            </p:nvSpPr>
            <p:spPr>
              <a:xfrm>
                <a:off x="6416695" y="0"/>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 name="Google Shape;74;p8"/>
              <p:cNvSpPr/>
              <p:nvPr/>
            </p:nvSpPr>
            <p:spPr>
              <a:xfrm>
                <a:off x="4726699" y="231350"/>
                <a:ext cx="2694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 name="Google Shape;75;p8"/>
              <p:cNvSpPr/>
              <p:nvPr/>
            </p:nvSpPr>
            <p:spPr>
              <a:xfrm>
                <a:off x="6279349" y="722525"/>
                <a:ext cx="111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 name="Google Shape;76;p8"/>
              <p:cNvSpPr/>
              <p:nvPr/>
            </p:nvSpPr>
            <p:spPr>
              <a:xfrm>
                <a:off x="6858825" y="476950"/>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77" name="Google Shape;77;p8"/>
            <p:cNvSpPr/>
            <p:nvPr/>
          </p:nvSpPr>
          <p:spPr>
            <a:xfrm flipH="1">
              <a:off x="2074151" y="4910650"/>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78" name="Google Shape;78;p8"/>
          <p:cNvSpPr txBox="1">
            <a:spLocks noGrp="1"/>
          </p:cNvSpPr>
          <p:nvPr>
            <p:ph type="title"/>
          </p:nvPr>
        </p:nvSpPr>
        <p:spPr>
          <a:xfrm>
            <a:off x="1880300" y="1720700"/>
            <a:ext cx="8431600" cy="3506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5"/>
              </a:buClr>
              <a:buSzPts val="4800"/>
              <a:buNone/>
              <a:defRPr sz="9000"/>
            </a:lvl1pPr>
            <a:lvl2pPr lvl="1">
              <a:spcBef>
                <a:spcPts val="0"/>
              </a:spcBef>
              <a:spcAft>
                <a:spcPts val="0"/>
              </a:spcAft>
              <a:buClr>
                <a:schemeClr val="accent5"/>
              </a:buClr>
              <a:buSzPts val="4800"/>
              <a:buNone/>
              <a:defRPr sz="4800">
                <a:solidFill>
                  <a:schemeClr val="accent5"/>
                </a:solidFill>
              </a:defRPr>
            </a:lvl2pPr>
            <a:lvl3pPr lvl="2">
              <a:spcBef>
                <a:spcPts val="0"/>
              </a:spcBef>
              <a:spcAft>
                <a:spcPts val="0"/>
              </a:spcAft>
              <a:buClr>
                <a:schemeClr val="accent5"/>
              </a:buClr>
              <a:buSzPts val="4800"/>
              <a:buNone/>
              <a:defRPr sz="4800">
                <a:solidFill>
                  <a:schemeClr val="accent5"/>
                </a:solidFill>
              </a:defRPr>
            </a:lvl3pPr>
            <a:lvl4pPr lvl="3">
              <a:spcBef>
                <a:spcPts val="0"/>
              </a:spcBef>
              <a:spcAft>
                <a:spcPts val="0"/>
              </a:spcAft>
              <a:buClr>
                <a:schemeClr val="accent5"/>
              </a:buClr>
              <a:buSzPts val="4800"/>
              <a:buNone/>
              <a:defRPr sz="4800">
                <a:solidFill>
                  <a:schemeClr val="accent5"/>
                </a:solidFill>
              </a:defRPr>
            </a:lvl4pPr>
            <a:lvl5pPr lvl="4">
              <a:spcBef>
                <a:spcPts val="0"/>
              </a:spcBef>
              <a:spcAft>
                <a:spcPts val="0"/>
              </a:spcAft>
              <a:buClr>
                <a:schemeClr val="accent5"/>
              </a:buClr>
              <a:buSzPts val="4800"/>
              <a:buNone/>
              <a:defRPr sz="4800">
                <a:solidFill>
                  <a:schemeClr val="accent5"/>
                </a:solidFill>
              </a:defRPr>
            </a:lvl5pPr>
            <a:lvl6pPr lvl="5">
              <a:spcBef>
                <a:spcPts val="0"/>
              </a:spcBef>
              <a:spcAft>
                <a:spcPts val="0"/>
              </a:spcAft>
              <a:buClr>
                <a:schemeClr val="accent5"/>
              </a:buClr>
              <a:buSzPts val="4800"/>
              <a:buNone/>
              <a:defRPr sz="4800">
                <a:solidFill>
                  <a:schemeClr val="accent5"/>
                </a:solidFill>
              </a:defRPr>
            </a:lvl6pPr>
            <a:lvl7pPr lvl="6">
              <a:spcBef>
                <a:spcPts val="0"/>
              </a:spcBef>
              <a:spcAft>
                <a:spcPts val="0"/>
              </a:spcAft>
              <a:buClr>
                <a:schemeClr val="accent5"/>
              </a:buClr>
              <a:buSzPts val="4800"/>
              <a:buNone/>
              <a:defRPr sz="4800">
                <a:solidFill>
                  <a:schemeClr val="accent5"/>
                </a:solidFill>
              </a:defRPr>
            </a:lvl7pPr>
            <a:lvl8pPr lvl="7">
              <a:spcBef>
                <a:spcPts val="0"/>
              </a:spcBef>
              <a:spcAft>
                <a:spcPts val="0"/>
              </a:spcAft>
              <a:buClr>
                <a:schemeClr val="accent5"/>
              </a:buClr>
              <a:buSzPts val="4800"/>
              <a:buNone/>
              <a:defRPr sz="4800">
                <a:solidFill>
                  <a:schemeClr val="accent5"/>
                </a:solidFill>
              </a:defRPr>
            </a:lvl8pPr>
            <a:lvl9pPr lvl="8">
              <a:spcBef>
                <a:spcPts val="0"/>
              </a:spcBef>
              <a:spcAft>
                <a:spcPts val="0"/>
              </a:spcAft>
              <a:buClr>
                <a:schemeClr val="accent5"/>
              </a:buClr>
              <a:buSzPts val="4800"/>
              <a:buNone/>
              <a:defRPr sz="4800">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1890708049"/>
      </p:ext>
    </p:extLst>
  </p:cSld>
  <p:clrMapOvr>
    <a:masterClrMapping/>
  </p:clrMapOvr>
  <p:hf sldNum="0"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9"/>
        <p:cNvGrpSpPr/>
        <p:nvPr/>
      </p:nvGrpSpPr>
      <p:grpSpPr>
        <a:xfrm>
          <a:off x="0" y="0"/>
          <a:ext cx="0" cy="0"/>
          <a:chOff x="0" y="0"/>
          <a:chExt cx="0" cy="0"/>
        </a:xfrm>
      </p:grpSpPr>
      <p:grpSp>
        <p:nvGrpSpPr>
          <p:cNvPr id="80" name="Google Shape;80;p9"/>
          <p:cNvGrpSpPr/>
          <p:nvPr/>
        </p:nvGrpSpPr>
        <p:grpSpPr>
          <a:xfrm>
            <a:off x="-6" y="4600235"/>
            <a:ext cx="12191939" cy="2257767"/>
            <a:chOff x="-4" y="3450175"/>
            <a:chExt cx="9143954" cy="1693325"/>
          </a:xfrm>
        </p:grpSpPr>
        <p:sp>
          <p:nvSpPr>
            <p:cNvPr id="81" name="Google Shape;81;p9"/>
            <p:cNvSpPr/>
            <p:nvPr/>
          </p:nvSpPr>
          <p:spPr>
            <a:xfrm>
              <a:off x="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 name="Google Shape;82;p9"/>
            <p:cNvSpPr/>
            <p:nvPr/>
          </p:nvSpPr>
          <p:spPr>
            <a:xfrm rot="10800000">
              <a:off x="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 name="Google Shape;83;p9"/>
            <p:cNvSpPr/>
            <p:nvPr/>
          </p:nvSpPr>
          <p:spPr>
            <a:xfrm rot="10800000">
              <a:off x="-4"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 name="Google Shape;84;p9"/>
            <p:cNvSpPr/>
            <p:nvPr/>
          </p:nvSpPr>
          <p:spPr>
            <a:xfrm>
              <a:off x="8591950" y="3450175"/>
              <a:ext cx="552000" cy="16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85" name="Google Shape;85;p9"/>
          <p:cNvSpPr txBox="1">
            <a:spLocks noGrp="1"/>
          </p:cNvSpPr>
          <p:nvPr>
            <p:ph type="title"/>
          </p:nvPr>
        </p:nvSpPr>
        <p:spPr>
          <a:xfrm>
            <a:off x="1296433" y="2138100"/>
            <a:ext cx="5393600" cy="1548800"/>
          </a:xfrm>
          <a:prstGeom prst="rect">
            <a:avLst/>
          </a:prstGeom>
        </p:spPr>
        <p:txBody>
          <a:bodyPr spcFirstLastPara="1" wrap="square" lIns="91425" tIns="91425" rIns="91425" bIns="91425" anchor="b" anchorCtr="0">
            <a:noAutofit/>
          </a:bodyPr>
          <a:lstStyle>
            <a:lvl1pPr lvl="0" algn="l">
              <a:spcBef>
                <a:spcPts val="0"/>
              </a:spcBef>
              <a:spcAft>
                <a:spcPts val="0"/>
              </a:spcAft>
              <a:buSzPts val="4200"/>
              <a:buNone/>
              <a:defRPr sz="3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86" name="Google Shape;86;p9"/>
          <p:cNvSpPr txBox="1">
            <a:spLocks noGrp="1"/>
          </p:cNvSpPr>
          <p:nvPr>
            <p:ph type="subTitle" idx="1"/>
          </p:nvPr>
        </p:nvSpPr>
        <p:spPr>
          <a:xfrm>
            <a:off x="1296433" y="3596300"/>
            <a:ext cx="4853200" cy="1123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grpSp>
        <p:nvGrpSpPr>
          <p:cNvPr id="87" name="Google Shape;87;p9"/>
          <p:cNvGrpSpPr/>
          <p:nvPr/>
        </p:nvGrpSpPr>
        <p:grpSpPr>
          <a:xfrm>
            <a:off x="8" y="1560800"/>
            <a:ext cx="548401" cy="452400"/>
            <a:chOff x="8732704" y="1170600"/>
            <a:chExt cx="411301" cy="339300"/>
          </a:xfrm>
        </p:grpSpPr>
        <p:sp>
          <p:nvSpPr>
            <p:cNvPr id="88" name="Google Shape;88;p9"/>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 name="Google Shape;89;p9"/>
            <p:cNvSpPr/>
            <p:nvPr/>
          </p:nvSpPr>
          <p:spPr>
            <a:xfrm rot="10800000">
              <a:off x="87327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1598573703"/>
      </p:ext>
    </p:extLst>
  </p:cSld>
  <p:clrMapOvr>
    <a:masterClrMapping/>
  </p:clrMapOvr>
  <p:hf sldNum="0"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0"/>
        <p:cNvGrpSpPr/>
        <p:nvPr/>
      </p:nvGrpSpPr>
      <p:grpSpPr>
        <a:xfrm>
          <a:off x="0" y="0"/>
          <a:ext cx="0" cy="0"/>
          <a:chOff x="0" y="0"/>
          <a:chExt cx="0" cy="0"/>
        </a:xfrm>
      </p:grpSpPr>
      <p:grpSp>
        <p:nvGrpSpPr>
          <p:cNvPr id="91" name="Google Shape;91;p10"/>
          <p:cNvGrpSpPr/>
          <p:nvPr/>
        </p:nvGrpSpPr>
        <p:grpSpPr>
          <a:xfrm>
            <a:off x="-1402" y="0"/>
            <a:ext cx="12191195" cy="6858000"/>
            <a:chOff x="-1051" y="0"/>
            <a:chExt cx="9143396" cy="5143500"/>
          </a:xfrm>
        </p:grpSpPr>
        <p:sp>
          <p:nvSpPr>
            <p:cNvPr id="92" name="Google Shape;92;p10"/>
            <p:cNvSpPr/>
            <p:nvPr/>
          </p:nvSpPr>
          <p:spPr>
            <a:xfrm rot="10800000" flipH="1">
              <a:off x="-1051"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 name="Google Shape;93;p10"/>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 name="Google Shape;94;p10"/>
            <p:cNvSpPr/>
            <p:nvPr/>
          </p:nvSpPr>
          <p:spPr>
            <a:xfrm rot="10800000">
              <a:off x="75" y="31087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 name="Google Shape;95;p10"/>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 name="Google Shape;96;p10"/>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 name="Google Shape;97;p10"/>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98" name="Google Shape;98;p10"/>
          <p:cNvSpPr txBox="1">
            <a:spLocks noGrp="1"/>
          </p:cNvSpPr>
          <p:nvPr>
            <p:ph type="title"/>
          </p:nvPr>
        </p:nvSpPr>
        <p:spPr>
          <a:xfrm>
            <a:off x="6513959" y="581633"/>
            <a:ext cx="4853200" cy="14260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accent5"/>
              </a:buClr>
              <a:buSzPts val="2800"/>
              <a:buNone/>
              <a:defRPr sz="2600"/>
            </a:lvl1pPr>
            <a:lvl2pPr lvl="1">
              <a:spcBef>
                <a:spcPts val="0"/>
              </a:spcBef>
              <a:spcAft>
                <a:spcPts val="0"/>
              </a:spcAft>
              <a:buClr>
                <a:schemeClr val="accent5"/>
              </a:buClr>
              <a:buSzPts val="2800"/>
              <a:buNone/>
              <a:defRPr>
                <a:solidFill>
                  <a:schemeClr val="accent5"/>
                </a:solidFill>
                <a:latin typeface="Nunito"/>
                <a:ea typeface="Nunito"/>
                <a:cs typeface="Nunito"/>
                <a:sym typeface="Nunito"/>
              </a:defRPr>
            </a:lvl2pPr>
            <a:lvl3pPr lvl="2">
              <a:spcBef>
                <a:spcPts val="0"/>
              </a:spcBef>
              <a:spcAft>
                <a:spcPts val="0"/>
              </a:spcAft>
              <a:buClr>
                <a:schemeClr val="accent5"/>
              </a:buClr>
              <a:buSzPts val="2800"/>
              <a:buNone/>
              <a:defRPr>
                <a:solidFill>
                  <a:schemeClr val="accent5"/>
                </a:solidFill>
                <a:latin typeface="Nunito"/>
                <a:ea typeface="Nunito"/>
                <a:cs typeface="Nunito"/>
                <a:sym typeface="Nunito"/>
              </a:defRPr>
            </a:lvl3pPr>
            <a:lvl4pPr lvl="3">
              <a:spcBef>
                <a:spcPts val="0"/>
              </a:spcBef>
              <a:spcAft>
                <a:spcPts val="0"/>
              </a:spcAft>
              <a:buClr>
                <a:schemeClr val="accent5"/>
              </a:buClr>
              <a:buSzPts val="2800"/>
              <a:buNone/>
              <a:defRPr>
                <a:solidFill>
                  <a:schemeClr val="accent5"/>
                </a:solidFill>
                <a:latin typeface="Nunito"/>
                <a:ea typeface="Nunito"/>
                <a:cs typeface="Nunito"/>
                <a:sym typeface="Nunito"/>
              </a:defRPr>
            </a:lvl4pPr>
            <a:lvl5pPr lvl="4">
              <a:spcBef>
                <a:spcPts val="0"/>
              </a:spcBef>
              <a:spcAft>
                <a:spcPts val="0"/>
              </a:spcAft>
              <a:buClr>
                <a:schemeClr val="accent5"/>
              </a:buClr>
              <a:buSzPts val="2800"/>
              <a:buNone/>
              <a:defRPr>
                <a:solidFill>
                  <a:schemeClr val="accent5"/>
                </a:solidFill>
                <a:latin typeface="Nunito"/>
                <a:ea typeface="Nunito"/>
                <a:cs typeface="Nunito"/>
                <a:sym typeface="Nunito"/>
              </a:defRPr>
            </a:lvl5pPr>
            <a:lvl6pPr lvl="5">
              <a:spcBef>
                <a:spcPts val="0"/>
              </a:spcBef>
              <a:spcAft>
                <a:spcPts val="0"/>
              </a:spcAft>
              <a:buClr>
                <a:schemeClr val="accent5"/>
              </a:buClr>
              <a:buSzPts val="2800"/>
              <a:buNone/>
              <a:defRPr>
                <a:solidFill>
                  <a:schemeClr val="accent5"/>
                </a:solidFill>
                <a:latin typeface="Nunito"/>
                <a:ea typeface="Nunito"/>
                <a:cs typeface="Nunito"/>
                <a:sym typeface="Nunito"/>
              </a:defRPr>
            </a:lvl6pPr>
            <a:lvl7pPr lvl="6">
              <a:spcBef>
                <a:spcPts val="0"/>
              </a:spcBef>
              <a:spcAft>
                <a:spcPts val="0"/>
              </a:spcAft>
              <a:buClr>
                <a:schemeClr val="accent5"/>
              </a:buClr>
              <a:buSzPts val="2800"/>
              <a:buNone/>
              <a:defRPr>
                <a:solidFill>
                  <a:schemeClr val="accent5"/>
                </a:solidFill>
                <a:latin typeface="Nunito"/>
                <a:ea typeface="Nunito"/>
                <a:cs typeface="Nunito"/>
                <a:sym typeface="Nunito"/>
              </a:defRPr>
            </a:lvl7pPr>
            <a:lvl8pPr lvl="7">
              <a:spcBef>
                <a:spcPts val="0"/>
              </a:spcBef>
              <a:spcAft>
                <a:spcPts val="0"/>
              </a:spcAft>
              <a:buClr>
                <a:schemeClr val="accent5"/>
              </a:buClr>
              <a:buSzPts val="2800"/>
              <a:buNone/>
              <a:defRPr>
                <a:solidFill>
                  <a:schemeClr val="accent5"/>
                </a:solidFill>
                <a:latin typeface="Nunito"/>
                <a:ea typeface="Nunito"/>
                <a:cs typeface="Nunito"/>
                <a:sym typeface="Nunito"/>
              </a:defRPr>
            </a:lvl8pPr>
            <a:lvl9pPr lvl="8">
              <a:spcBef>
                <a:spcPts val="0"/>
              </a:spcBef>
              <a:spcAft>
                <a:spcPts val="0"/>
              </a:spcAft>
              <a:buClr>
                <a:schemeClr val="accent5"/>
              </a:buClr>
              <a:buSzPts val="2800"/>
              <a:buNone/>
              <a:defRPr>
                <a:solidFill>
                  <a:schemeClr val="accent5"/>
                </a:solidFill>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3543791424"/>
      </p:ext>
    </p:extLst>
  </p:cSld>
  <p:clrMapOvr>
    <a:masterClrMapping/>
  </p:clrMapOvr>
  <p:hf sldNum="0"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9"/>
        <p:cNvGrpSpPr/>
        <p:nvPr/>
      </p:nvGrpSpPr>
      <p:grpSpPr>
        <a:xfrm>
          <a:off x="0" y="0"/>
          <a:ext cx="0" cy="0"/>
          <a:chOff x="0" y="0"/>
          <a:chExt cx="0" cy="0"/>
        </a:xfrm>
      </p:grpSpPr>
      <p:grpSp>
        <p:nvGrpSpPr>
          <p:cNvPr id="100" name="Google Shape;100;p11"/>
          <p:cNvGrpSpPr/>
          <p:nvPr/>
        </p:nvGrpSpPr>
        <p:grpSpPr>
          <a:xfrm>
            <a:off x="13" y="67"/>
            <a:ext cx="12194556" cy="6857933"/>
            <a:chOff x="8" y="50"/>
            <a:chExt cx="9145917" cy="5143450"/>
          </a:xfrm>
        </p:grpSpPr>
        <p:sp>
          <p:nvSpPr>
            <p:cNvPr id="101" name="Google Shape;101;p11"/>
            <p:cNvSpPr/>
            <p:nvPr/>
          </p:nvSpPr>
          <p:spPr>
            <a:xfrm rot="10800000">
              <a:off x="150" y="50"/>
              <a:ext cx="3101400" cy="1155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 name="Google Shape;102;p11"/>
            <p:cNvSpPr/>
            <p:nvPr/>
          </p:nvSpPr>
          <p:spPr>
            <a:xfrm>
              <a:off x="6166025" y="4090075"/>
              <a:ext cx="2979900" cy="105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3" name="Google Shape;103;p11"/>
            <p:cNvSpPr/>
            <p:nvPr/>
          </p:nvSpPr>
          <p:spPr>
            <a:xfrm rot="10800000" flipH="1">
              <a:off x="77"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 name="Google Shape;104;p11"/>
            <p:cNvSpPr/>
            <p:nvPr/>
          </p:nvSpPr>
          <p:spPr>
            <a:xfrm rot="10800000">
              <a:off x="5646927" y="4910650"/>
              <a:ext cx="15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 name="Google Shape;105;p11"/>
            <p:cNvSpPr/>
            <p:nvPr/>
          </p:nvSpPr>
          <p:spPr>
            <a:xfrm rot="10800000">
              <a:off x="4541894" y="4419483"/>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 name="Google Shape;106;p11"/>
            <p:cNvSpPr/>
            <p:nvPr/>
          </p:nvSpPr>
          <p:spPr>
            <a:xfrm rot="10800000">
              <a:off x="6431591" y="4665050"/>
              <a:ext cx="1200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 name="Google Shape;107;p11"/>
            <p:cNvSpPr/>
            <p:nvPr/>
          </p:nvSpPr>
          <p:spPr>
            <a:xfrm rot="10800000" flipH="1">
              <a:off x="77"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 name="Google Shape;108;p11"/>
            <p:cNvSpPr/>
            <p:nvPr/>
          </p:nvSpPr>
          <p:spPr>
            <a:xfrm>
              <a:off x="2017" y="4804200"/>
              <a:ext cx="1715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 name="Google Shape;109;p11"/>
            <p:cNvSpPr/>
            <p:nvPr/>
          </p:nvSpPr>
          <p:spPr>
            <a:xfrm flipH="1">
              <a:off x="34" y="4910650"/>
              <a:ext cx="127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 name="Google Shape;110;p11"/>
            <p:cNvSpPr/>
            <p:nvPr/>
          </p:nvSpPr>
          <p:spPr>
            <a:xfrm flipH="1">
              <a:off x="8" y="4665075"/>
              <a:ext cx="713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11" name="Google Shape;111;p11"/>
            <p:cNvGrpSpPr/>
            <p:nvPr/>
          </p:nvGrpSpPr>
          <p:grpSpPr>
            <a:xfrm flipH="1">
              <a:off x="2021" y="178472"/>
              <a:ext cx="897900" cy="302453"/>
              <a:chOff x="8246106" y="178472"/>
              <a:chExt cx="897900" cy="302453"/>
            </a:xfrm>
          </p:grpSpPr>
          <p:sp>
            <p:nvSpPr>
              <p:cNvPr id="112" name="Google Shape;112;p11"/>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 name="Google Shape;113;p11"/>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14" name="Google Shape;114;p11"/>
          <p:cNvSpPr txBox="1">
            <a:spLocks noGrp="1"/>
          </p:cNvSpPr>
          <p:nvPr>
            <p:ph type="title" hasCustomPrompt="1"/>
          </p:nvPr>
        </p:nvSpPr>
        <p:spPr>
          <a:xfrm>
            <a:off x="1373467" y="1854584"/>
            <a:ext cx="9445200" cy="2365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2000"/>
              <a:buNone/>
              <a:defRPr sz="9000"/>
            </a:lvl1pPr>
            <a:lvl2pPr lvl="1" algn="ctr">
              <a:spcBef>
                <a:spcPts val="0"/>
              </a:spcBef>
              <a:spcAft>
                <a:spcPts val="0"/>
              </a:spcAft>
              <a:buClr>
                <a:schemeClr val="accent5"/>
              </a:buClr>
              <a:buSzPts val="12000"/>
              <a:buNone/>
              <a:defRPr sz="12000">
                <a:solidFill>
                  <a:schemeClr val="accent5"/>
                </a:solidFill>
              </a:defRPr>
            </a:lvl2pPr>
            <a:lvl3pPr lvl="2" algn="ctr">
              <a:spcBef>
                <a:spcPts val="0"/>
              </a:spcBef>
              <a:spcAft>
                <a:spcPts val="0"/>
              </a:spcAft>
              <a:buClr>
                <a:schemeClr val="accent5"/>
              </a:buClr>
              <a:buSzPts val="12000"/>
              <a:buNone/>
              <a:defRPr sz="12000">
                <a:solidFill>
                  <a:schemeClr val="accent5"/>
                </a:solidFill>
              </a:defRPr>
            </a:lvl3pPr>
            <a:lvl4pPr lvl="3" algn="ctr">
              <a:spcBef>
                <a:spcPts val="0"/>
              </a:spcBef>
              <a:spcAft>
                <a:spcPts val="0"/>
              </a:spcAft>
              <a:buClr>
                <a:schemeClr val="accent5"/>
              </a:buClr>
              <a:buSzPts val="12000"/>
              <a:buNone/>
              <a:defRPr sz="12000">
                <a:solidFill>
                  <a:schemeClr val="accent5"/>
                </a:solidFill>
              </a:defRPr>
            </a:lvl4pPr>
            <a:lvl5pPr lvl="4" algn="ctr">
              <a:spcBef>
                <a:spcPts val="0"/>
              </a:spcBef>
              <a:spcAft>
                <a:spcPts val="0"/>
              </a:spcAft>
              <a:buClr>
                <a:schemeClr val="accent5"/>
              </a:buClr>
              <a:buSzPts val="12000"/>
              <a:buNone/>
              <a:defRPr sz="12000">
                <a:solidFill>
                  <a:schemeClr val="accent5"/>
                </a:solidFill>
              </a:defRPr>
            </a:lvl5pPr>
            <a:lvl6pPr lvl="5" algn="ctr">
              <a:spcBef>
                <a:spcPts val="0"/>
              </a:spcBef>
              <a:spcAft>
                <a:spcPts val="0"/>
              </a:spcAft>
              <a:buClr>
                <a:schemeClr val="accent5"/>
              </a:buClr>
              <a:buSzPts val="12000"/>
              <a:buNone/>
              <a:defRPr sz="12000">
                <a:solidFill>
                  <a:schemeClr val="accent5"/>
                </a:solidFill>
              </a:defRPr>
            </a:lvl6pPr>
            <a:lvl7pPr lvl="6" algn="ctr">
              <a:spcBef>
                <a:spcPts val="0"/>
              </a:spcBef>
              <a:spcAft>
                <a:spcPts val="0"/>
              </a:spcAft>
              <a:buClr>
                <a:schemeClr val="accent5"/>
              </a:buClr>
              <a:buSzPts val="12000"/>
              <a:buNone/>
              <a:defRPr sz="12000">
                <a:solidFill>
                  <a:schemeClr val="accent5"/>
                </a:solidFill>
              </a:defRPr>
            </a:lvl7pPr>
            <a:lvl8pPr lvl="7" algn="ctr">
              <a:spcBef>
                <a:spcPts val="0"/>
              </a:spcBef>
              <a:spcAft>
                <a:spcPts val="0"/>
              </a:spcAft>
              <a:buClr>
                <a:schemeClr val="accent5"/>
              </a:buClr>
              <a:buSzPts val="12000"/>
              <a:buNone/>
              <a:defRPr sz="12000">
                <a:solidFill>
                  <a:schemeClr val="accent5"/>
                </a:solidFill>
              </a:defRPr>
            </a:lvl8pPr>
            <a:lvl9pPr lvl="8" algn="ctr">
              <a:spcBef>
                <a:spcPts val="0"/>
              </a:spcBef>
              <a:spcAft>
                <a:spcPts val="0"/>
              </a:spcAft>
              <a:buClr>
                <a:schemeClr val="accent5"/>
              </a:buClr>
              <a:buSzPts val="12000"/>
              <a:buNone/>
              <a:defRPr sz="12000">
                <a:solidFill>
                  <a:schemeClr val="accent5"/>
                </a:solidFill>
              </a:defRPr>
            </a:lvl9pPr>
          </a:lstStyle>
          <a:p>
            <a:r>
              <a:t>xx%</a:t>
            </a:r>
          </a:p>
        </p:txBody>
      </p:sp>
      <p:sp>
        <p:nvSpPr>
          <p:cNvPr id="115" name="Google Shape;115;p11"/>
          <p:cNvSpPr txBox="1">
            <a:spLocks noGrp="1"/>
          </p:cNvSpPr>
          <p:nvPr>
            <p:ph type="body" idx="1"/>
          </p:nvPr>
        </p:nvSpPr>
        <p:spPr>
          <a:xfrm>
            <a:off x="3242933" y="4109317"/>
            <a:ext cx="5706000" cy="10300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sz="1600"/>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en-US"/>
              <a:t>Click to edit Master text styles</a:t>
            </a:r>
          </a:p>
        </p:txBody>
      </p:sp>
    </p:spTree>
    <p:extLst>
      <p:ext uri="{BB962C8B-B14F-4D97-AF65-F5344CB8AC3E}">
        <p14:creationId xmlns:p14="http://schemas.microsoft.com/office/powerpoint/2010/main" val="967583323"/>
      </p:ext>
    </p:extLst>
  </p:cSld>
  <p:clrMapOvr>
    <a:masterClrMapping/>
  </p:clrMapOvr>
  <p:hf sldNum="0" hdr="0" ftr="0" dt="0"/>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17"/>
        <p:cNvGrpSpPr/>
        <p:nvPr/>
      </p:nvGrpSpPr>
      <p:grpSpPr>
        <a:xfrm>
          <a:off x="0" y="0"/>
          <a:ext cx="0" cy="0"/>
          <a:chOff x="0" y="0"/>
          <a:chExt cx="0" cy="0"/>
        </a:xfrm>
      </p:grpSpPr>
      <p:grpSp>
        <p:nvGrpSpPr>
          <p:cNvPr id="118" name="Google Shape;118;p13"/>
          <p:cNvGrpSpPr/>
          <p:nvPr/>
        </p:nvGrpSpPr>
        <p:grpSpPr>
          <a:xfrm>
            <a:off x="0" y="0"/>
            <a:ext cx="12192133" cy="6857800"/>
            <a:chOff x="0" y="0"/>
            <a:chExt cx="9144100" cy="5143350"/>
          </a:xfrm>
        </p:grpSpPr>
        <p:sp>
          <p:nvSpPr>
            <p:cNvPr id="119" name="Google Shape;119;p13"/>
            <p:cNvSpPr/>
            <p:nvPr/>
          </p:nvSpPr>
          <p:spPr>
            <a:xfrm>
              <a:off x="0" y="0"/>
              <a:ext cx="482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 name="Google Shape;120;p13"/>
            <p:cNvSpPr/>
            <p:nvPr/>
          </p:nvSpPr>
          <p:spPr>
            <a:xfrm>
              <a:off x="8703400" y="4875750"/>
              <a:ext cx="440700" cy="267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 name="Google Shape;121;p13"/>
            <p:cNvSpPr/>
            <p:nvPr/>
          </p:nvSpPr>
          <p:spPr>
            <a:xfrm rot="10800000">
              <a:off x="233825" y="631123"/>
              <a:ext cx="898200" cy="60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 name="Google Shape;122;p13"/>
            <p:cNvSpPr/>
            <p:nvPr/>
          </p:nvSpPr>
          <p:spPr>
            <a:xfrm rot="10800000">
              <a:off x="76107" y="874967"/>
              <a:ext cx="365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 name="Google Shape;123;p13"/>
            <p:cNvSpPr/>
            <p:nvPr/>
          </p:nvSpPr>
          <p:spPr>
            <a:xfrm rot="10800000">
              <a:off x="158218" y="383789"/>
              <a:ext cx="400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 name="Google Shape;124;p13"/>
            <p:cNvSpPr/>
            <p:nvPr/>
          </p:nvSpPr>
          <p:spPr>
            <a:xfrm rot="10800000">
              <a:off x="8869898" y="4839525"/>
              <a:ext cx="274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25" name="Google Shape;125;p13"/>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26" name="Google Shape;126;p13"/>
          <p:cNvSpPr txBox="1">
            <a:spLocks noGrp="1"/>
          </p:cNvSpPr>
          <p:nvPr>
            <p:ph type="title" idx="2" hasCustomPrompt="1"/>
          </p:nvPr>
        </p:nvSpPr>
        <p:spPr>
          <a:xfrm>
            <a:off x="1945321" y="1621608"/>
            <a:ext cx="137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7" name="Google Shape;127;p13"/>
          <p:cNvSpPr txBox="1">
            <a:spLocks noGrp="1"/>
          </p:cNvSpPr>
          <p:nvPr>
            <p:ph type="title" idx="3"/>
          </p:nvPr>
        </p:nvSpPr>
        <p:spPr>
          <a:xfrm>
            <a:off x="1960600" y="2244200"/>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28" name="Google Shape;128;p13"/>
          <p:cNvSpPr txBox="1">
            <a:spLocks noGrp="1"/>
          </p:cNvSpPr>
          <p:nvPr>
            <p:ph type="title" idx="4"/>
          </p:nvPr>
        </p:nvSpPr>
        <p:spPr>
          <a:xfrm>
            <a:off x="1960600" y="2836116"/>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29" name="Google Shape;129;p13"/>
          <p:cNvSpPr txBox="1">
            <a:spLocks noGrp="1"/>
          </p:cNvSpPr>
          <p:nvPr>
            <p:ph type="title" idx="5" hasCustomPrompt="1"/>
          </p:nvPr>
        </p:nvSpPr>
        <p:spPr>
          <a:xfrm>
            <a:off x="6907821" y="1621608"/>
            <a:ext cx="140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0" name="Google Shape;130;p13"/>
          <p:cNvSpPr txBox="1">
            <a:spLocks noGrp="1"/>
          </p:cNvSpPr>
          <p:nvPr>
            <p:ph type="title" idx="6"/>
          </p:nvPr>
        </p:nvSpPr>
        <p:spPr>
          <a:xfrm>
            <a:off x="6923100" y="2244200"/>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1" name="Google Shape;131;p13"/>
          <p:cNvSpPr txBox="1">
            <a:spLocks noGrp="1"/>
          </p:cNvSpPr>
          <p:nvPr>
            <p:ph type="title" idx="7"/>
          </p:nvPr>
        </p:nvSpPr>
        <p:spPr>
          <a:xfrm>
            <a:off x="6923100" y="2836116"/>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32" name="Google Shape;132;p13"/>
          <p:cNvSpPr txBox="1">
            <a:spLocks noGrp="1"/>
          </p:cNvSpPr>
          <p:nvPr>
            <p:ph type="title" idx="8" hasCustomPrompt="1"/>
          </p:nvPr>
        </p:nvSpPr>
        <p:spPr>
          <a:xfrm>
            <a:off x="1945321" y="4061285"/>
            <a:ext cx="137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3" name="Google Shape;133;p13"/>
          <p:cNvSpPr txBox="1">
            <a:spLocks noGrp="1"/>
          </p:cNvSpPr>
          <p:nvPr>
            <p:ph type="title" idx="9"/>
          </p:nvPr>
        </p:nvSpPr>
        <p:spPr>
          <a:xfrm>
            <a:off x="1960600" y="4683869"/>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4" name="Google Shape;134;p13"/>
          <p:cNvSpPr txBox="1">
            <a:spLocks noGrp="1"/>
          </p:cNvSpPr>
          <p:nvPr>
            <p:ph type="title" idx="13"/>
          </p:nvPr>
        </p:nvSpPr>
        <p:spPr>
          <a:xfrm>
            <a:off x="1960600" y="5275795"/>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35" name="Google Shape;135;p13"/>
          <p:cNvSpPr txBox="1">
            <a:spLocks noGrp="1"/>
          </p:cNvSpPr>
          <p:nvPr>
            <p:ph type="title" idx="14" hasCustomPrompt="1"/>
          </p:nvPr>
        </p:nvSpPr>
        <p:spPr>
          <a:xfrm>
            <a:off x="6907821" y="4061285"/>
            <a:ext cx="140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6" name="Google Shape;136;p13"/>
          <p:cNvSpPr txBox="1">
            <a:spLocks noGrp="1"/>
          </p:cNvSpPr>
          <p:nvPr>
            <p:ph type="title" idx="15"/>
          </p:nvPr>
        </p:nvSpPr>
        <p:spPr>
          <a:xfrm>
            <a:off x="6923100" y="4683869"/>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7" name="Google Shape;137;p13"/>
          <p:cNvSpPr txBox="1">
            <a:spLocks noGrp="1"/>
          </p:cNvSpPr>
          <p:nvPr>
            <p:ph type="title" idx="16"/>
          </p:nvPr>
        </p:nvSpPr>
        <p:spPr>
          <a:xfrm>
            <a:off x="6923100" y="5275795"/>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2128272323"/>
      </p:ext>
    </p:extLst>
  </p:cSld>
  <p:clrMapOvr>
    <a:masterClrMapping/>
  </p:clrMapOvr>
  <p:hf sldNum="0" hdr="0" ftr="0" dt="0"/>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38"/>
        <p:cNvGrpSpPr/>
        <p:nvPr/>
      </p:nvGrpSpPr>
      <p:grpSpPr>
        <a:xfrm>
          <a:off x="0" y="0"/>
          <a:ext cx="0" cy="0"/>
          <a:chOff x="0" y="0"/>
          <a:chExt cx="0" cy="0"/>
        </a:xfrm>
      </p:grpSpPr>
      <p:grpSp>
        <p:nvGrpSpPr>
          <p:cNvPr id="139" name="Google Shape;139;p14"/>
          <p:cNvGrpSpPr/>
          <p:nvPr/>
        </p:nvGrpSpPr>
        <p:grpSpPr>
          <a:xfrm>
            <a:off x="2" y="2"/>
            <a:ext cx="12191993" cy="6858167"/>
            <a:chOff x="0" y="0"/>
            <a:chExt cx="9143995" cy="5143625"/>
          </a:xfrm>
        </p:grpSpPr>
        <p:sp>
          <p:nvSpPr>
            <p:cNvPr id="140" name="Google Shape;140;p14"/>
            <p:cNvSpPr/>
            <p:nvPr/>
          </p:nvSpPr>
          <p:spPr>
            <a:xfrm flipH="1">
              <a:off x="0" y="4188125"/>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 name="Google Shape;141;p14"/>
            <p:cNvSpPr/>
            <p:nvPr/>
          </p:nvSpPr>
          <p:spPr>
            <a:xfrm flipH="1">
              <a:off x="1751145" y="4419475"/>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 name="Google Shape;142;p14"/>
            <p:cNvSpPr/>
            <p:nvPr/>
          </p:nvSpPr>
          <p:spPr>
            <a:xfrm flipH="1">
              <a:off x="2074151" y="4910650"/>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 name="Google Shape;143;p14"/>
            <p:cNvSpPr/>
            <p:nvPr/>
          </p:nvSpPr>
          <p:spPr>
            <a:xfrm flipH="1">
              <a:off x="2151456" y="4665075"/>
              <a:ext cx="215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 name="Google Shape;144;p14"/>
            <p:cNvSpPr/>
            <p:nvPr/>
          </p:nvSpPr>
          <p:spPr>
            <a:xfrm>
              <a:off x="6416695" y="0"/>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 name="Google Shape;145;p14"/>
            <p:cNvSpPr/>
            <p:nvPr/>
          </p:nvSpPr>
          <p:spPr>
            <a:xfrm>
              <a:off x="4726699" y="231350"/>
              <a:ext cx="2694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 name="Google Shape;146;p14"/>
            <p:cNvSpPr/>
            <p:nvPr/>
          </p:nvSpPr>
          <p:spPr>
            <a:xfrm>
              <a:off x="6279349" y="722525"/>
              <a:ext cx="111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7" name="Google Shape;147;p14"/>
            <p:cNvSpPr/>
            <p:nvPr/>
          </p:nvSpPr>
          <p:spPr>
            <a:xfrm>
              <a:off x="6858825" y="476950"/>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48" name="Google Shape;148;p14"/>
          <p:cNvSpPr txBox="1">
            <a:spLocks noGrp="1"/>
          </p:cNvSpPr>
          <p:nvPr>
            <p:ph type="title"/>
          </p:nvPr>
        </p:nvSpPr>
        <p:spPr>
          <a:xfrm>
            <a:off x="1392300" y="2810233"/>
            <a:ext cx="9407200" cy="1554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rPr lang="en-US"/>
              <a:t>Click to edit Master title style</a:t>
            </a:r>
            <a:endParaRPr/>
          </a:p>
        </p:txBody>
      </p:sp>
      <p:sp>
        <p:nvSpPr>
          <p:cNvPr id="149" name="Google Shape;149;p14"/>
          <p:cNvSpPr txBox="1">
            <a:spLocks noGrp="1"/>
          </p:cNvSpPr>
          <p:nvPr>
            <p:ph type="subTitle" idx="1"/>
          </p:nvPr>
        </p:nvSpPr>
        <p:spPr>
          <a:xfrm>
            <a:off x="2662367" y="4359000"/>
            <a:ext cx="6867200" cy="69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50" name="Google Shape;150;p14"/>
          <p:cNvSpPr txBox="1">
            <a:spLocks noGrp="1"/>
          </p:cNvSpPr>
          <p:nvPr>
            <p:ph type="title" idx="2" hasCustomPrompt="1"/>
          </p:nvPr>
        </p:nvSpPr>
        <p:spPr>
          <a:xfrm>
            <a:off x="5046733" y="1801784"/>
            <a:ext cx="2098400" cy="1029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65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1046530480"/>
      </p:ext>
    </p:extLst>
  </p:cSld>
  <p:clrMapOvr>
    <a:masterClrMapping/>
  </p:clrMapOvr>
  <p:hf sldNum="0"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51"/>
        <p:cNvGrpSpPr/>
        <p:nvPr/>
      </p:nvGrpSpPr>
      <p:grpSpPr>
        <a:xfrm>
          <a:off x="0" y="0"/>
          <a:ext cx="0" cy="0"/>
          <a:chOff x="0" y="0"/>
          <a:chExt cx="0" cy="0"/>
        </a:xfrm>
      </p:grpSpPr>
      <p:grpSp>
        <p:nvGrpSpPr>
          <p:cNvPr id="152" name="Google Shape;152;p15"/>
          <p:cNvGrpSpPr/>
          <p:nvPr/>
        </p:nvGrpSpPr>
        <p:grpSpPr>
          <a:xfrm>
            <a:off x="105" y="68"/>
            <a:ext cx="12191764" cy="6857733"/>
            <a:chOff x="77" y="50"/>
            <a:chExt cx="9143823" cy="5143300"/>
          </a:xfrm>
        </p:grpSpPr>
        <p:sp>
          <p:nvSpPr>
            <p:cNvPr id="153" name="Google Shape;153;p15"/>
            <p:cNvSpPr/>
            <p:nvPr/>
          </p:nvSpPr>
          <p:spPr>
            <a:xfrm rot="10800000">
              <a:off x="150" y="50"/>
              <a:ext cx="3101400" cy="1155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4" name="Google Shape;154;p15"/>
            <p:cNvSpPr/>
            <p:nvPr/>
          </p:nvSpPr>
          <p:spPr>
            <a:xfrm rot="10800000" flipH="1">
              <a:off x="77"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5" name="Google Shape;155;p15"/>
            <p:cNvSpPr/>
            <p:nvPr/>
          </p:nvSpPr>
          <p:spPr>
            <a:xfrm rot="10800000" flipH="1">
              <a:off x="77"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56" name="Google Shape;156;p15"/>
            <p:cNvGrpSpPr/>
            <p:nvPr/>
          </p:nvGrpSpPr>
          <p:grpSpPr>
            <a:xfrm flipH="1">
              <a:off x="2021" y="178472"/>
              <a:ext cx="897900" cy="302453"/>
              <a:chOff x="8246106" y="178472"/>
              <a:chExt cx="897900" cy="302453"/>
            </a:xfrm>
          </p:grpSpPr>
          <p:sp>
            <p:nvSpPr>
              <p:cNvPr id="157" name="Google Shape;157;p15"/>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8" name="Google Shape;158;p15"/>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159" name="Google Shape;159;p15"/>
            <p:cNvGrpSpPr/>
            <p:nvPr/>
          </p:nvGrpSpPr>
          <p:grpSpPr>
            <a:xfrm>
              <a:off x="4541894" y="4419483"/>
              <a:ext cx="4602006" cy="723867"/>
              <a:chOff x="4541894" y="4419483"/>
              <a:chExt cx="4602006" cy="723867"/>
            </a:xfrm>
          </p:grpSpPr>
          <p:sp>
            <p:nvSpPr>
              <p:cNvPr id="160" name="Google Shape;160;p15"/>
              <p:cNvSpPr/>
              <p:nvPr/>
            </p:nvSpPr>
            <p:spPr>
              <a:xfrm>
                <a:off x="5202200" y="4875750"/>
                <a:ext cx="3941700" cy="267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1" name="Google Shape;161;p15"/>
              <p:cNvSpPr/>
              <p:nvPr/>
            </p:nvSpPr>
            <p:spPr>
              <a:xfrm rot="10800000">
                <a:off x="5646927" y="4910650"/>
                <a:ext cx="15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2" name="Google Shape;162;p15"/>
              <p:cNvSpPr/>
              <p:nvPr/>
            </p:nvSpPr>
            <p:spPr>
              <a:xfrm rot="10800000">
                <a:off x="4541894" y="4419483"/>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3" name="Google Shape;163;p15"/>
              <p:cNvSpPr/>
              <p:nvPr/>
            </p:nvSpPr>
            <p:spPr>
              <a:xfrm rot="10800000">
                <a:off x="6431591" y="4665050"/>
                <a:ext cx="1200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64" name="Google Shape;164;p15"/>
          <p:cNvSpPr txBox="1">
            <a:spLocks noGrp="1"/>
          </p:cNvSpPr>
          <p:nvPr>
            <p:ph type="title"/>
          </p:nvPr>
        </p:nvSpPr>
        <p:spPr>
          <a:xfrm>
            <a:off x="1740367" y="2483567"/>
            <a:ext cx="9059200" cy="2208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40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rPr lang="en-US"/>
              <a:t>Click to edit Master title style</a:t>
            </a:r>
            <a:endParaRPr/>
          </a:p>
        </p:txBody>
      </p:sp>
      <p:sp>
        <p:nvSpPr>
          <p:cNvPr id="165" name="Google Shape;165;p15"/>
          <p:cNvSpPr txBox="1">
            <a:spLocks noGrp="1"/>
          </p:cNvSpPr>
          <p:nvPr>
            <p:ph type="subTitle" idx="1"/>
          </p:nvPr>
        </p:nvSpPr>
        <p:spPr>
          <a:xfrm>
            <a:off x="3932300" y="4691567"/>
            <a:ext cx="6867200" cy="697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400"/>
              <a:buNone/>
              <a:defRPr sz="15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66" name="Google Shape;166;p15"/>
          <p:cNvSpPr txBox="1">
            <a:spLocks noGrp="1"/>
          </p:cNvSpPr>
          <p:nvPr>
            <p:ph type="title" idx="2" hasCustomPrompt="1"/>
          </p:nvPr>
        </p:nvSpPr>
        <p:spPr>
          <a:xfrm>
            <a:off x="8701100" y="1293803"/>
            <a:ext cx="2098400" cy="1227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65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879082807"/>
      </p:ext>
    </p:extLst>
  </p:cSld>
  <p:clrMapOvr>
    <a:masterClrMapping/>
  </p:clrMapOvr>
  <p:hf sldNum="0" hdr="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7"/>
        <p:cNvGrpSpPr/>
        <p:nvPr/>
      </p:nvGrpSpPr>
      <p:grpSpPr>
        <a:xfrm>
          <a:off x="0" y="0"/>
          <a:ext cx="0" cy="0"/>
          <a:chOff x="0" y="0"/>
          <a:chExt cx="0" cy="0"/>
        </a:xfrm>
      </p:grpSpPr>
      <p:grpSp>
        <p:nvGrpSpPr>
          <p:cNvPr id="168" name="Google Shape;168;p16"/>
          <p:cNvGrpSpPr/>
          <p:nvPr/>
        </p:nvGrpSpPr>
        <p:grpSpPr>
          <a:xfrm>
            <a:off x="102" y="-3299"/>
            <a:ext cx="12192033" cy="6861300"/>
            <a:chOff x="75" y="-2475"/>
            <a:chExt cx="9144025" cy="5145975"/>
          </a:xfrm>
        </p:grpSpPr>
        <p:sp>
          <p:nvSpPr>
            <p:cNvPr id="169" name="Google Shape;169;p16"/>
            <p:cNvSpPr/>
            <p:nvPr/>
          </p:nvSpPr>
          <p:spPr>
            <a:xfrm rot="10800000">
              <a:off x="75" y="4289400"/>
              <a:ext cx="3324000" cy="854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0" name="Google Shape;170;p16"/>
            <p:cNvSpPr/>
            <p:nvPr/>
          </p:nvSpPr>
          <p:spPr>
            <a:xfrm rot="10800000">
              <a:off x="5820000" y="-2475"/>
              <a:ext cx="3324000" cy="539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1" name="Google Shape;171;p16"/>
            <p:cNvSpPr/>
            <p:nvPr/>
          </p:nvSpPr>
          <p:spPr>
            <a:xfrm>
              <a:off x="8008000" y="507600"/>
              <a:ext cx="113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2" name="Google Shape;172;p16"/>
            <p:cNvSpPr/>
            <p:nvPr/>
          </p:nvSpPr>
          <p:spPr>
            <a:xfrm rot="10800000">
              <a:off x="2155025" y="4500053"/>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3" name="Google Shape;173;p16"/>
            <p:cNvSpPr/>
            <p:nvPr/>
          </p:nvSpPr>
          <p:spPr>
            <a:xfrm rot="10800000">
              <a:off x="2338375" y="4008875"/>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4" name="Google Shape;174;p16"/>
            <p:cNvSpPr/>
            <p:nvPr/>
          </p:nvSpPr>
          <p:spPr>
            <a:xfrm rot="10800000">
              <a:off x="2567050" y="4254450"/>
              <a:ext cx="1853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75" name="Google Shape;175;p16"/>
          <p:cNvSpPr txBox="1">
            <a:spLocks noGrp="1"/>
          </p:cNvSpPr>
          <p:nvPr>
            <p:ph type="title"/>
          </p:nvPr>
        </p:nvSpPr>
        <p:spPr>
          <a:xfrm>
            <a:off x="3316900" y="4003500"/>
            <a:ext cx="55580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176" name="Google Shape;176;p16"/>
          <p:cNvSpPr txBox="1">
            <a:spLocks noGrp="1"/>
          </p:cNvSpPr>
          <p:nvPr>
            <p:ph type="title" idx="2"/>
          </p:nvPr>
        </p:nvSpPr>
        <p:spPr>
          <a:xfrm>
            <a:off x="2582000" y="2165400"/>
            <a:ext cx="7028400" cy="21208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2800"/>
              <a:buNone/>
              <a:defRPr sz="2000" b="0">
                <a:solidFill>
                  <a:schemeClr val="dk2"/>
                </a:solidFill>
                <a:latin typeface="Inter"/>
                <a:ea typeface="Inter"/>
                <a:cs typeface="Inter"/>
                <a:sym typeface="Inter"/>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608066871"/>
      </p:ext>
    </p:extLst>
  </p:cSld>
  <p:clrMapOvr>
    <a:masterClrMapping/>
  </p:clrMapOvr>
  <p:hf sldNum="0"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77"/>
        <p:cNvGrpSpPr/>
        <p:nvPr/>
      </p:nvGrpSpPr>
      <p:grpSpPr>
        <a:xfrm>
          <a:off x="0" y="0"/>
          <a:ext cx="0" cy="0"/>
          <a:chOff x="0" y="0"/>
          <a:chExt cx="0" cy="0"/>
        </a:xfrm>
      </p:grpSpPr>
      <p:sp>
        <p:nvSpPr>
          <p:cNvPr id="178" name="Google Shape;178;p17"/>
          <p:cNvSpPr txBox="1">
            <a:spLocks noGrp="1"/>
          </p:cNvSpPr>
          <p:nvPr>
            <p:ph type="title"/>
          </p:nvPr>
        </p:nvSpPr>
        <p:spPr>
          <a:xfrm>
            <a:off x="896800" y="500167"/>
            <a:ext cx="1039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grpSp>
        <p:nvGrpSpPr>
          <p:cNvPr id="179" name="Google Shape;179;p17"/>
          <p:cNvGrpSpPr/>
          <p:nvPr/>
        </p:nvGrpSpPr>
        <p:grpSpPr>
          <a:xfrm>
            <a:off x="95" y="0"/>
            <a:ext cx="12194516" cy="6858000"/>
            <a:chOff x="70" y="0"/>
            <a:chExt cx="9145887" cy="5143500"/>
          </a:xfrm>
        </p:grpSpPr>
        <p:sp>
          <p:nvSpPr>
            <p:cNvPr id="180" name="Google Shape;180;p17"/>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1" name="Google Shape;181;p17"/>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2" name="Google Shape;182;p17"/>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3" name="Google Shape;183;p17"/>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4" name="Google Shape;184;p17"/>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5" name="Google Shape;185;p17"/>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6" name="Google Shape;186;p17"/>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7" name="Google Shape;187;p17"/>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8" name="Google Shape;188;p17"/>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9" name="Google Shape;189;p17"/>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90" name="Google Shape;190;p17"/>
            <p:cNvGrpSpPr/>
            <p:nvPr/>
          </p:nvGrpSpPr>
          <p:grpSpPr>
            <a:xfrm>
              <a:off x="8246106" y="178472"/>
              <a:ext cx="897900" cy="302453"/>
              <a:chOff x="8246106" y="178472"/>
              <a:chExt cx="897900" cy="302453"/>
            </a:xfrm>
          </p:grpSpPr>
          <p:sp>
            <p:nvSpPr>
              <p:cNvPr id="191" name="Google Shape;191;p17"/>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2" name="Google Shape;192;p17"/>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Tree>
    <p:extLst>
      <p:ext uri="{BB962C8B-B14F-4D97-AF65-F5344CB8AC3E}">
        <p14:creationId xmlns:p14="http://schemas.microsoft.com/office/powerpoint/2010/main" val="1534760069"/>
      </p:ext>
    </p:extLst>
  </p:cSld>
  <p:clrMapOvr>
    <a:masterClrMapping/>
  </p:clrMapOvr>
  <p:hf sldNum="0"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93"/>
        <p:cNvGrpSpPr/>
        <p:nvPr/>
      </p:nvGrpSpPr>
      <p:grpSpPr>
        <a:xfrm>
          <a:off x="0" y="0"/>
          <a:ext cx="0" cy="0"/>
          <a:chOff x="0" y="0"/>
          <a:chExt cx="0" cy="0"/>
        </a:xfrm>
      </p:grpSpPr>
      <p:grpSp>
        <p:nvGrpSpPr>
          <p:cNvPr id="194" name="Google Shape;194;p18"/>
          <p:cNvGrpSpPr/>
          <p:nvPr/>
        </p:nvGrpSpPr>
        <p:grpSpPr>
          <a:xfrm>
            <a:off x="-2760" y="0"/>
            <a:ext cx="12194768" cy="6858000"/>
            <a:chOff x="-2070" y="0"/>
            <a:chExt cx="9146076" cy="5143500"/>
          </a:xfrm>
        </p:grpSpPr>
        <p:sp>
          <p:nvSpPr>
            <p:cNvPr id="195" name="Google Shape;195;p18"/>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6" name="Google Shape;196;p18"/>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7" name="Google Shape;197;p18"/>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8" name="Google Shape;198;p18"/>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9" name="Google Shape;199;p18"/>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0" name="Google Shape;200;p18"/>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1" name="Google Shape;201;p18"/>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2" name="Google Shape;202;p18"/>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3" name="Google Shape;203;p18"/>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4" name="Google Shape;204;p18"/>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5" name="Google Shape;205;p18"/>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6" name="Google Shape;206;p18"/>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07" name="Google Shape;207;p18"/>
          <p:cNvSpPr txBox="1">
            <a:spLocks noGrp="1"/>
          </p:cNvSpPr>
          <p:nvPr>
            <p:ph type="title"/>
          </p:nvPr>
        </p:nvSpPr>
        <p:spPr>
          <a:xfrm>
            <a:off x="800300" y="500167"/>
            <a:ext cx="105912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98295496"/>
      </p:ext>
    </p:extLst>
  </p:cSld>
  <p:clrMapOvr>
    <a:masterClrMapping/>
  </p:clrMapOvr>
  <p:hf sldNum="0"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208"/>
        <p:cNvGrpSpPr/>
        <p:nvPr/>
      </p:nvGrpSpPr>
      <p:grpSpPr>
        <a:xfrm>
          <a:off x="0" y="0"/>
          <a:ext cx="0" cy="0"/>
          <a:chOff x="0" y="0"/>
          <a:chExt cx="0" cy="0"/>
        </a:xfrm>
      </p:grpSpPr>
      <p:sp>
        <p:nvSpPr>
          <p:cNvPr id="209" name="Google Shape;209;p19"/>
          <p:cNvSpPr/>
          <p:nvPr/>
        </p:nvSpPr>
        <p:spPr>
          <a:xfrm rot="10800000">
            <a:off x="10611588" y="0"/>
            <a:ext cx="1580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0" name="Google Shape;210;p19"/>
          <p:cNvSpPr/>
          <p:nvPr/>
        </p:nvSpPr>
        <p:spPr>
          <a:xfrm rot="10800000" flipH="1">
            <a:off x="10994808" y="237963"/>
            <a:ext cx="1197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1" name="Google Shape;211;p19"/>
          <p:cNvSpPr/>
          <p:nvPr/>
        </p:nvSpPr>
        <p:spPr>
          <a:xfrm rot="10800000" flipH="1">
            <a:off x="11572808" y="555633"/>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2" name="Google Shape;212;p19"/>
          <p:cNvSpPr/>
          <p:nvPr/>
        </p:nvSpPr>
        <p:spPr>
          <a:xfrm flipH="1">
            <a:off x="8" y="6405600"/>
            <a:ext cx="4158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3" name="Google Shape;213;p19"/>
          <p:cNvSpPr/>
          <p:nvPr/>
        </p:nvSpPr>
        <p:spPr>
          <a:xfrm rot="10800000" flipH="1">
            <a:off x="12" y="6210700"/>
            <a:ext cx="33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4" name="Google Shape;214;p19"/>
          <p:cNvSpPr/>
          <p:nvPr/>
        </p:nvSpPr>
        <p:spPr>
          <a:xfrm rot="10800000" flipH="1">
            <a:off x="23" y="6528367"/>
            <a:ext cx="107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5" name="Google Shape;215;p19"/>
          <p:cNvSpPr/>
          <p:nvPr/>
        </p:nvSpPr>
        <p:spPr>
          <a:xfrm>
            <a:off x="8" y="1560800"/>
            <a:ext cx="548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6" name="Google Shape;216;p19"/>
          <p:cNvSpPr/>
          <p:nvPr/>
        </p:nvSpPr>
        <p:spPr>
          <a:xfrm rot="10800000">
            <a:off x="-64" y="1666933"/>
            <a:ext cx="17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7" name="Google Shape;217;p19"/>
          <p:cNvSpPr txBox="1">
            <a:spLocks noGrp="1"/>
          </p:cNvSpPr>
          <p:nvPr>
            <p:ph type="title"/>
          </p:nvPr>
        </p:nvSpPr>
        <p:spPr>
          <a:xfrm>
            <a:off x="911833" y="500167"/>
            <a:ext cx="10368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2027478987"/>
      </p:ext>
    </p:extLst>
  </p:cSld>
  <p:clrMapOvr>
    <a:masterClrMapping/>
  </p:clrMapOvr>
  <p:hf sldNum="0"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218"/>
        <p:cNvGrpSpPr/>
        <p:nvPr/>
      </p:nvGrpSpPr>
      <p:grpSpPr>
        <a:xfrm>
          <a:off x="0" y="0"/>
          <a:ext cx="0" cy="0"/>
          <a:chOff x="0" y="0"/>
          <a:chExt cx="0" cy="0"/>
        </a:xfrm>
      </p:grpSpPr>
      <p:sp>
        <p:nvSpPr>
          <p:cNvPr id="219" name="Google Shape;219;p20"/>
          <p:cNvSpPr/>
          <p:nvPr/>
        </p:nvSpPr>
        <p:spPr>
          <a:xfrm flipH="1">
            <a:off x="-27" y="0"/>
            <a:ext cx="742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0" name="Google Shape;220;p20"/>
          <p:cNvSpPr/>
          <p:nvPr/>
        </p:nvSpPr>
        <p:spPr>
          <a:xfrm rot="10800000">
            <a:off x="10284399" y="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1" name="Google Shape;221;p20"/>
          <p:cNvSpPr/>
          <p:nvPr/>
        </p:nvSpPr>
        <p:spPr>
          <a:xfrm rot="10800000" flipH="1">
            <a:off x="11571297" y="4145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2" name="Google Shape;222;p20"/>
          <p:cNvSpPr/>
          <p:nvPr/>
        </p:nvSpPr>
        <p:spPr>
          <a:xfrm rot="10800000" flipH="1">
            <a:off x="10846164" y="1834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3" name="Google Shape;223;p20"/>
          <p:cNvSpPr txBox="1">
            <a:spLocks noGrp="1"/>
          </p:cNvSpPr>
          <p:nvPr>
            <p:ph type="title"/>
          </p:nvPr>
        </p:nvSpPr>
        <p:spPr>
          <a:xfrm>
            <a:off x="911833" y="500167"/>
            <a:ext cx="10368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
        <p:nvSpPr>
          <p:cNvPr id="224" name="Google Shape;224;p20"/>
          <p:cNvSpPr/>
          <p:nvPr/>
        </p:nvSpPr>
        <p:spPr>
          <a:xfrm rot="10800000" flipH="1">
            <a:off x="-28" y="237967"/>
            <a:ext cx="476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5" name="Google Shape;225;p20"/>
          <p:cNvSpPr/>
          <p:nvPr/>
        </p:nvSpPr>
        <p:spPr>
          <a:xfrm rot="10800000" flipH="1">
            <a:off x="-29" y="555633"/>
            <a:ext cx="3116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385536546"/>
      </p:ext>
    </p:extLst>
  </p:cSld>
  <p:clrMapOvr>
    <a:masterClrMapping/>
  </p:clrMapOvr>
  <p:hf sldNum="0" hdr="0" ftr="0" dt="0"/>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26"/>
        <p:cNvGrpSpPr/>
        <p:nvPr/>
      </p:nvGrpSpPr>
      <p:grpSpPr>
        <a:xfrm>
          <a:off x="0" y="0"/>
          <a:ext cx="0" cy="0"/>
          <a:chOff x="0" y="0"/>
          <a:chExt cx="0" cy="0"/>
        </a:xfrm>
      </p:grpSpPr>
      <p:grpSp>
        <p:nvGrpSpPr>
          <p:cNvPr id="227" name="Google Shape;227;p21"/>
          <p:cNvGrpSpPr/>
          <p:nvPr/>
        </p:nvGrpSpPr>
        <p:grpSpPr>
          <a:xfrm>
            <a:off x="-200" y="0"/>
            <a:ext cx="12192199" cy="6858000"/>
            <a:chOff x="-150" y="0"/>
            <a:chExt cx="9144149" cy="5143500"/>
          </a:xfrm>
        </p:grpSpPr>
        <p:sp>
          <p:nvSpPr>
            <p:cNvPr id="228" name="Google Shape;228;p21"/>
            <p:cNvSpPr/>
            <p:nvPr/>
          </p:nvSpPr>
          <p:spPr>
            <a:xfrm flipH="1">
              <a:off x="-150" y="4090075"/>
              <a:ext cx="982500" cy="105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9" name="Google Shape;229;p21"/>
            <p:cNvSpPr/>
            <p:nvPr/>
          </p:nvSpPr>
          <p:spPr>
            <a:xfrm rot="10800000">
              <a:off x="497286" y="4910650"/>
              <a:ext cx="710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0" name="Google Shape;230;p21"/>
            <p:cNvSpPr/>
            <p:nvPr/>
          </p:nvSpPr>
          <p:spPr>
            <a:xfrm rot="10800000">
              <a:off x="207975" y="4419475"/>
              <a:ext cx="854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1" name="Google Shape;231;p21"/>
            <p:cNvSpPr/>
            <p:nvPr/>
          </p:nvSpPr>
          <p:spPr>
            <a:xfrm rot="10800000">
              <a:off x="831269" y="4665046"/>
              <a:ext cx="54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2" name="Google Shape;232;p21"/>
            <p:cNvSpPr/>
            <p:nvPr/>
          </p:nvSpPr>
          <p:spPr>
            <a:xfrm>
              <a:off x="6097750" y="2020200"/>
              <a:ext cx="16095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3" name="Google Shape;233;p21"/>
            <p:cNvSpPr/>
            <p:nvPr/>
          </p:nvSpPr>
          <p:spPr>
            <a:xfrm>
              <a:off x="6241125" y="175576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4" name="Google Shape;234;p21"/>
            <p:cNvSpPr/>
            <p:nvPr/>
          </p:nvSpPr>
          <p:spPr>
            <a:xfrm>
              <a:off x="5980075" y="2246947"/>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5" name="Google Shape;235;p21"/>
            <p:cNvSpPr/>
            <p:nvPr/>
          </p:nvSpPr>
          <p:spPr>
            <a:xfrm>
              <a:off x="5673525" y="2001350"/>
              <a:ext cx="103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6" name="Google Shape;236;p21"/>
            <p:cNvSpPr/>
            <p:nvPr/>
          </p:nvSpPr>
          <p:spPr>
            <a:xfrm>
              <a:off x="8110397" y="0"/>
              <a:ext cx="103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7" name="Google Shape;237;p21"/>
            <p:cNvSpPr/>
            <p:nvPr/>
          </p:nvSpPr>
          <p:spPr>
            <a:xfrm rot="10800000">
              <a:off x="8686799" y="302050"/>
              <a:ext cx="45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38" name="Google Shape;238;p21"/>
          <p:cNvSpPr txBox="1">
            <a:spLocks noGrp="1"/>
          </p:cNvSpPr>
          <p:nvPr>
            <p:ph type="title" hasCustomPrompt="1"/>
          </p:nvPr>
        </p:nvSpPr>
        <p:spPr>
          <a:xfrm>
            <a:off x="2013049" y="2721333"/>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39" name="Google Shape;239;p21"/>
          <p:cNvSpPr txBox="1">
            <a:spLocks noGrp="1"/>
          </p:cNvSpPr>
          <p:nvPr>
            <p:ph type="subTitle" idx="1"/>
          </p:nvPr>
        </p:nvSpPr>
        <p:spPr>
          <a:xfrm>
            <a:off x="2017049" y="3774267"/>
            <a:ext cx="5384400" cy="4244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240" name="Google Shape;240;p21"/>
          <p:cNvSpPr txBox="1">
            <a:spLocks noGrp="1"/>
          </p:cNvSpPr>
          <p:nvPr>
            <p:ph type="title" idx="2" hasCustomPrompt="1"/>
          </p:nvPr>
        </p:nvSpPr>
        <p:spPr>
          <a:xfrm>
            <a:off x="2013049" y="719600"/>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1" name="Google Shape;241;p21"/>
          <p:cNvSpPr txBox="1">
            <a:spLocks noGrp="1"/>
          </p:cNvSpPr>
          <p:nvPr>
            <p:ph type="subTitle" idx="3"/>
          </p:nvPr>
        </p:nvSpPr>
        <p:spPr>
          <a:xfrm>
            <a:off x="2017049" y="1772533"/>
            <a:ext cx="5384400" cy="42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242" name="Google Shape;242;p21"/>
          <p:cNvSpPr txBox="1">
            <a:spLocks noGrp="1"/>
          </p:cNvSpPr>
          <p:nvPr>
            <p:ph type="title" idx="4" hasCustomPrompt="1"/>
          </p:nvPr>
        </p:nvSpPr>
        <p:spPr>
          <a:xfrm>
            <a:off x="2013049" y="4723067"/>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3" name="Google Shape;243;p21"/>
          <p:cNvSpPr txBox="1">
            <a:spLocks noGrp="1"/>
          </p:cNvSpPr>
          <p:nvPr>
            <p:ph type="subTitle" idx="5"/>
          </p:nvPr>
        </p:nvSpPr>
        <p:spPr>
          <a:xfrm>
            <a:off x="2017049" y="5776133"/>
            <a:ext cx="5384400" cy="42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733937843"/>
      </p:ext>
    </p:extLst>
  </p:cSld>
  <p:clrMapOvr>
    <a:masterClrMapping/>
  </p:clrMapOvr>
  <p:hf sldNum="0" hdr="0" ftr="0" dt="0"/>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Title and one column 2">
  <p:cSld name="Title and one column 2">
    <p:spTree>
      <p:nvGrpSpPr>
        <p:cNvPr id="1" name="Shape 244"/>
        <p:cNvGrpSpPr/>
        <p:nvPr/>
      </p:nvGrpSpPr>
      <p:grpSpPr>
        <a:xfrm>
          <a:off x="0" y="0"/>
          <a:ext cx="0" cy="0"/>
          <a:chOff x="0" y="0"/>
          <a:chExt cx="0" cy="0"/>
        </a:xfrm>
      </p:grpSpPr>
      <p:sp>
        <p:nvSpPr>
          <p:cNvPr id="245" name="Google Shape;245;p22"/>
          <p:cNvSpPr/>
          <p:nvPr/>
        </p:nvSpPr>
        <p:spPr>
          <a:xfrm>
            <a:off x="0" y="0"/>
            <a:ext cx="1719200" cy="4164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6" name="Google Shape;246;p22"/>
          <p:cNvSpPr/>
          <p:nvPr/>
        </p:nvSpPr>
        <p:spPr>
          <a:xfrm>
            <a:off x="0" y="6501000"/>
            <a:ext cx="2895200" cy="356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7" name="Google Shape;247;p22"/>
          <p:cNvSpPr/>
          <p:nvPr/>
        </p:nvSpPr>
        <p:spPr>
          <a:xfrm rot="10800000">
            <a:off x="906400" y="4276463"/>
            <a:ext cx="1091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8" name="Google Shape;248;p22"/>
          <p:cNvSpPr/>
          <p:nvPr/>
        </p:nvSpPr>
        <p:spPr>
          <a:xfrm rot="10800000">
            <a:off x="1150867" y="3621559"/>
            <a:ext cx="1194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9" name="Google Shape;249;p22"/>
          <p:cNvSpPr/>
          <p:nvPr/>
        </p:nvSpPr>
        <p:spPr>
          <a:xfrm rot="10800000">
            <a:off x="11252000" y="5719200"/>
            <a:ext cx="940000" cy="1138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0" name="Google Shape;250;p22"/>
          <p:cNvSpPr/>
          <p:nvPr/>
        </p:nvSpPr>
        <p:spPr>
          <a:xfrm rot="10800000">
            <a:off x="1391543" y="3949000"/>
            <a:ext cx="2286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1" name="Google Shape;251;p22"/>
          <p:cNvSpPr/>
          <p:nvPr/>
        </p:nvSpPr>
        <p:spPr>
          <a:xfrm rot="10800000">
            <a:off x="71" y="6452700"/>
            <a:ext cx="1180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2" name="Google Shape;252;p22"/>
          <p:cNvSpPr txBox="1">
            <a:spLocks noGrp="1"/>
          </p:cNvSpPr>
          <p:nvPr>
            <p:ph type="title"/>
          </p:nvPr>
        </p:nvSpPr>
        <p:spPr>
          <a:xfrm>
            <a:off x="5371267" y="2204851"/>
            <a:ext cx="5130400" cy="736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4200"/>
              <a:buNone/>
              <a:defRPr sz="30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r>
              <a:rPr lang="en-US"/>
              <a:t>Click to edit Master title style</a:t>
            </a:r>
            <a:endParaRPr/>
          </a:p>
        </p:txBody>
      </p:sp>
      <p:sp>
        <p:nvSpPr>
          <p:cNvPr id="253" name="Google Shape;253;p22"/>
          <p:cNvSpPr txBox="1">
            <a:spLocks noGrp="1"/>
          </p:cNvSpPr>
          <p:nvPr>
            <p:ph type="subTitle" idx="1"/>
          </p:nvPr>
        </p:nvSpPr>
        <p:spPr>
          <a:xfrm>
            <a:off x="5371267" y="2897556"/>
            <a:ext cx="5130400" cy="195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r>
              <a:rPr lang="en-US"/>
              <a:t>Click to edit Master subtitle style</a:t>
            </a:r>
            <a:endParaRPr/>
          </a:p>
        </p:txBody>
      </p:sp>
    </p:spTree>
    <p:extLst>
      <p:ext uri="{BB962C8B-B14F-4D97-AF65-F5344CB8AC3E}">
        <p14:creationId xmlns:p14="http://schemas.microsoft.com/office/powerpoint/2010/main" val="1107579949"/>
      </p:ext>
    </p:extLst>
  </p:cSld>
  <p:clrMapOvr>
    <a:masterClrMapping/>
  </p:clrMapOvr>
  <p:hf sldNum="0" hdr="0" ftr="0" dt="0"/>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254"/>
        <p:cNvGrpSpPr/>
        <p:nvPr/>
      </p:nvGrpSpPr>
      <p:grpSpPr>
        <a:xfrm>
          <a:off x="0" y="0"/>
          <a:ext cx="0" cy="0"/>
          <a:chOff x="0" y="0"/>
          <a:chExt cx="0" cy="0"/>
        </a:xfrm>
      </p:grpSpPr>
      <p:grpSp>
        <p:nvGrpSpPr>
          <p:cNvPr id="255" name="Google Shape;255;p23"/>
          <p:cNvGrpSpPr/>
          <p:nvPr/>
        </p:nvGrpSpPr>
        <p:grpSpPr>
          <a:xfrm>
            <a:off x="-141" y="0"/>
            <a:ext cx="12189887" cy="6858000"/>
            <a:chOff x="-106" y="0"/>
            <a:chExt cx="9142415" cy="5143500"/>
          </a:xfrm>
        </p:grpSpPr>
        <p:sp>
          <p:nvSpPr>
            <p:cNvPr id="256" name="Google Shape;256;p23"/>
            <p:cNvSpPr/>
            <p:nvPr/>
          </p:nvSpPr>
          <p:spPr>
            <a:xfrm flipH="1">
              <a:off x="4984500" y="4804200"/>
              <a:ext cx="4157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7" name="Google Shape;257;p23"/>
            <p:cNvSpPr/>
            <p:nvPr/>
          </p:nvSpPr>
          <p:spPr>
            <a:xfrm>
              <a:off x="8049709" y="4419475"/>
              <a:ext cx="1092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8" name="Google Shape;258;p23"/>
            <p:cNvSpPr/>
            <p:nvPr/>
          </p:nvSpPr>
          <p:spPr>
            <a:xfrm>
              <a:off x="7705947" y="4910650"/>
              <a:ext cx="679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9" name="Google Shape;259;p23"/>
            <p:cNvSpPr/>
            <p:nvPr/>
          </p:nvSpPr>
          <p:spPr>
            <a:xfrm>
              <a:off x="6663067" y="4665075"/>
              <a:ext cx="1951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0" name="Google Shape;260;p23"/>
            <p:cNvSpPr/>
            <p:nvPr/>
          </p:nvSpPr>
          <p:spPr>
            <a:xfrm rot="10800000" flipH="1">
              <a:off x="6"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1" name="Google Shape;261;p23"/>
            <p:cNvSpPr/>
            <p:nvPr/>
          </p:nvSpPr>
          <p:spPr>
            <a:xfrm rot="10800000">
              <a:off x="-106" y="178475"/>
              <a:ext cx="33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2" name="Google Shape;262;p23"/>
            <p:cNvSpPr/>
            <p:nvPr/>
          </p:nvSpPr>
          <p:spPr>
            <a:xfrm rot="10800000">
              <a:off x="-31" y="416725"/>
              <a:ext cx="171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3" name="Google Shape;263;p23"/>
            <p:cNvSpPr/>
            <p:nvPr/>
          </p:nvSpPr>
          <p:spPr>
            <a:xfrm rot="10800000">
              <a:off x="1019719" y="35250"/>
              <a:ext cx="33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64" name="Google Shape;264;p23"/>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65" name="Google Shape;265;p23"/>
          <p:cNvSpPr txBox="1">
            <a:spLocks noGrp="1"/>
          </p:cNvSpPr>
          <p:nvPr>
            <p:ph type="title" idx="2"/>
          </p:nvPr>
        </p:nvSpPr>
        <p:spPr>
          <a:xfrm>
            <a:off x="6404447" y="2981900"/>
            <a:ext cx="4460400" cy="708800"/>
          </a:xfrm>
          <a:prstGeom prst="rect">
            <a:avLst/>
          </a:prstGeom>
          <a:solidFill>
            <a:schemeClr val="dk1"/>
          </a:solidFill>
        </p:spPr>
        <p:txBody>
          <a:bodyPr spcFirstLastPara="1" wrap="square" lIns="91425" tIns="91425" rIns="91425" bIns="91425" anchor="b" anchorCtr="0">
            <a:noAutofit/>
          </a:bodyPr>
          <a:lstStyle>
            <a:lvl1pPr lvl="0" rtl="0">
              <a:spcBef>
                <a:spcPts val="0"/>
              </a:spcBef>
              <a:spcAft>
                <a:spcPts val="0"/>
              </a:spcAft>
              <a:buSzPts val="2000"/>
              <a:buNone/>
              <a:defRPr sz="1800" b="1">
                <a:solidFill>
                  <a:schemeClr val="lt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66" name="Google Shape;266;p23"/>
          <p:cNvSpPr txBox="1">
            <a:spLocks noGrp="1"/>
          </p:cNvSpPr>
          <p:nvPr>
            <p:ph type="title" idx="3"/>
          </p:nvPr>
        </p:nvSpPr>
        <p:spPr>
          <a:xfrm>
            <a:off x="6404441" y="3690715"/>
            <a:ext cx="4460400" cy="1704800"/>
          </a:xfrm>
          <a:prstGeom prst="rect">
            <a:avLst/>
          </a:prstGeom>
          <a:solidFill>
            <a:schemeClr val="accent3"/>
          </a:solidFill>
        </p:spPr>
        <p:txBody>
          <a:bodyPr spcFirstLastPara="1" wrap="square" lIns="91425" tIns="91425" rIns="91425" bIns="91425" anchor="ctr" anchorCtr="0">
            <a:noAutofit/>
          </a:bodyPr>
          <a:lstStyle>
            <a:lvl1pPr lvl="0" rtl="0">
              <a:lnSpc>
                <a:spcPct val="115000"/>
              </a:lnSpc>
              <a:spcBef>
                <a:spcPts val="0"/>
              </a:spcBef>
              <a:spcAft>
                <a:spcPts val="0"/>
              </a:spcAft>
              <a:buSzPts val="1200"/>
              <a:buFont typeface="Nunito"/>
              <a:buChar char="■"/>
              <a:defRPr sz="1400" b="0">
                <a:solidFill>
                  <a:schemeClr val="dk2"/>
                </a:solidFill>
                <a:latin typeface="Inter"/>
                <a:ea typeface="Inter"/>
                <a:cs typeface="Inter"/>
                <a:sym typeface="Inter"/>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r>
              <a:rPr lang="en-US"/>
              <a:t>Click to edit Master title style</a:t>
            </a:r>
            <a:endParaRPr/>
          </a:p>
        </p:txBody>
      </p:sp>
      <p:sp>
        <p:nvSpPr>
          <p:cNvPr id="267" name="Google Shape;267;p23"/>
          <p:cNvSpPr txBox="1">
            <a:spLocks noGrp="1"/>
          </p:cNvSpPr>
          <p:nvPr>
            <p:ph type="title" idx="4"/>
          </p:nvPr>
        </p:nvSpPr>
        <p:spPr>
          <a:xfrm>
            <a:off x="1327151" y="2981884"/>
            <a:ext cx="4460800" cy="708800"/>
          </a:xfrm>
          <a:prstGeom prst="rect">
            <a:avLst/>
          </a:prstGeom>
          <a:solidFill>
            <a:schemeClr val="dk1"/>
          </a:solidFill>
        </p:spPr>
        <p:txBody>
          <a:bodyPr spcFirstLastPara="1" wrap="square" lIns="91425" tIns="91425" rIns="91425" bIns="91425" anchor="b" anchorCtr="0">
            <a:noAutofit/>
          </a:bodyPr>
          <a:lstStyle>
            <a:lvl1pPr lvl="0" rtl="0">
              <a:spcBef>
                <a:spcPts val="0"/>
              </a:spcBef>
              <a:spcAft>
                <a:spcPts val="0"/>
              </a:spcAft>
              <a:buSzPts val="2000"/>
              <a:buNone/>
              <a:defRPr sz="1800" b="1">
                <a:solidFill>
                  <a:schemeClr val="lt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68" name="Google Shape;268;p23"/>
          <p:cNvSpPr txBox="1">
            <a:spLocks noGrp="1"/>
          </p:cNvSpPr>
          <p:nvPr>
            <p:ph type="title" idx="5"/>
          </p:nvPr>
        </p:nvSpPr>
        <p:spPr>
          <a:xfrm>
            <a:off x="1327317" y="3690699"/>
            <a:ext cx="4460400" cy="1704800"/>
          </a:xfrm>
          <a:prstGeom prst="rect">
            <a:avLst/>
          </a:prstGeom>
          <a:solidFill>
            <a:schemeClr val="accent3"/>
          </a:solidFill>
        </p:spPr>
        <p:txBody>
          <a:bodyPr spcFirstLastPara="1" wrap="square" lIns="91425" tIns="91425" rIns="91425" bIns="91425" anchor="ctr" anchorCtr="0">
            <a:noAutofit/>
          </a:bodyPr>
          <a:lstStyle>
            <a:lvl1pPr lvl="0" rtl="0">
              <a:lnSpc>
                <a:spcPct val="115000"/>
              </a:lnSpc>
              <a:spcBef>
                <a:spcPts val="0"/>
              </a:spcBef>
              <a:spcAft>
                <a:spcPts val="0"/>
              </a:spcAft>
              <a:buSzPts val="1200"/>
              <a:buFont typeface="Nunito"/>
              <a:buChar char="■"/>
              <a:defRPr sz="1400" b="0">
                <a:solidFill>
                  <a:schemeClr val="dk2"/>
                </a:solidFill>
                <a:latin typeface="Inter"/>
                <a:ea typeface="Inter"/>
                <a:cs typeface="Inter"/>
                <a:sym typeface="Inter"/>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3563840957"/>
      </p:ext>
    </p:extLst>
  </p:cSld>
  <p:clrMapOvr>
    <a:masterClrMapping/>
  </p:clrMapOvr>
  <p:hf sldNum="0"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69"/>
        <p:cNvGrpSpPr/>
        <p:nvPr/>
      </p:nvGrpSpPr>
      <p:grpSpPr>
        <a:xfrm>
          <a:off x="0" y="0"/>
          <a:ext cx="0" cy="0"/>
          <a:chOff x="0" y="0"/>
          <a:chExt cx="0" cy="0"/>
        </a:xfrm>
      </p:grpSpPr>
      <p:grpSp>
        <p:nvGrpSpPr>
          <p:cNvPr id="270" name="Google Shape;270;p24"/>
          <p:cNvGrpSpPr/>
          <p:nvPr/>
        </p:nvGrpSpPr>
        <p:grpSpPr>
          <a:xfrm>
            <a:off x="-95" y="4600235"/>
            <a:ext cx="12189889" cy="2257767"/>
            <a:chOff x="-72" y="3450175"/>
            <a:chExt cx="9142417" cy="1693325"/>
          </a:xfrm>
        </p:grpSpPr>
        <p:sp>
          <p:nvSpPr>
            <p:cNvPr id="271" name="Google Shape;271;p24"/>
            <p:cNvSpPr/>
            <p:nvPr/>
          </p:nvSpPr>
          <p:spPr>
            <a:xfrm flipH="1">
              <a:off x="154" y="3450175"/>
              <a:ext cx="183300" cy="16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2" name="Google Shape;272;p24"/>
            <p:cNvSpPr/>
            <p:nvPr/>
          </p:nvSpPr>
          <p:spPr>
            <a:xfrm flipH="1">
              <a:off x="-72" y="4896275"/>
              <a:ext cx="138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3" name="Google Shape;273;p24"/>
            <p:cNvSpPr/>
            <p:nvPr/>
          </p:nvSpPr>
          <p:spPr>
            <a:xfrm flipH="1">
              <a:off x="52" y="4658025"/>
              <a:ext cx="451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4" name="Google Shape;274;p24"/>
            <p:cNvSpPr/>
            <p:nvPr/>
          </p:nvSpPr>
          <p:spPr>
            <a:xfrm flipH="1">
              <a:off x="125" y="4419775"/>
              <a:ext cx="563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5" name="Google Shape;275;p24"/>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6" name="Google Shape;276;p24"/>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7" name="Google Shape;277;p24"/>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8" name="Google Shape;278;p24"/>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79" name="Google Shape;279;p24"/>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80" name="Google Shape;280;p24"/>
          <p:cNvSpPr txBox="1">
            <a:spLocks noGrp="1"/>
          </p:cNvSpPr>
          <p:nvPr>
            <p:ph type="title" idx="2" hasCustomPrompt="1"/>
          </p:nvPr>
        </p:nvSpPr>
        <p:spPr>
          <a:xfrm>
            <a:off x="5273819"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1" name="Google Shape;281;p24"/>
          <p:cNvSpPr txBox="1">
            <a:spLocks noGrp="1"/>
          </p:cNvSpPr>
          <p:nvPr>
            <p:ph type="title" idx="3"/>
          </p:nvPr>
        </p:nvSpPr>
        <p:spPr>
          <a:xfrm>
            <a:off x="4416817"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2" name="Google Shape;282;p24"/>
          <p:cNvSpPr txBox="1">
            <a:spLocks noGrp="1"/>
          </p:cNvSpPr>
          <p:nvPr>
            <p:ph type="title" idx="4"/>
          </p:nvPr>
        </p:nvSpPr>
        <p:spPr>
          <a:xfrm>
            <a:off x="4416815"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283" name="Google Shape;283;p24"/>
          <p:cNvSpPr txBox="1">
            <a:spLocks noGrp="1"/>
          </p:cNvSpPr>
          <p:nvPr>
            <p:ph type="title" idx="5" hasCustomPrompt="1"/>
          </p:nvPr>
        </p:nvSpPr>
        <p:spPr>
          <a:xfrm>
            <a:off x="1608373"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4" name="Google Shape;284;p24"/>
          <p:cNvSpPr txBox="1">
            <a:spLocks noGrp="1"/>
          </p:cNvSpPr>
          <p:nvPr>
            <p:ph type="title" idx="6"/>
          </p:nvPr>
        </p:nvSpPr>
        <p:spPr>
          <a:xfrm>
            <a:off x="751500"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5" name="Google Shape;285;p24"/>
          <p:cNvSpPr txBox="1">
            <a:spLocks noGrp="1"/>
          </p:cNvSpPr>
          <p:nvPr>
            <p:ph type="title" idx="7"/>
          </p:nvPr>
        </p:nvSpPr>
        <p:spPr>
          <a:xfrm>
            <a:off x="751367"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286" name="Google Shape;286;p24"/>
          <p:cNvSpPr txBox="1">
            <a:spLocks noGrp="1"/>
          </p:cNvSpPr>
          <p:nvPr>
            <p:ph type="title" idx="8" hasCustomPrompt="1"/>
          </p:nvPr>
        </p:nvSpPr>
        <p:spPr>
          <a:xfrm>
            <a:off x="8939263"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7" name="Google Shape;287;p24"/>
          <p:cNvSpPr txBox="1">
            <a:spLocks noGrp="1"/>
          </p:cNvSpPr>
          <p:nvPr>
            <p:ph type="title" idx="9"/>
          </p:nvPr>
        </p:nvSpPr>
        <p:spPr>
          <a:xfrm>
            <a:off x="8082167"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8" name="Google Shape;288;p24"/>
          <p:cNvSpPr txBox="1">
            <a:spLocks noGrp="1"/>
          </p:cNvSpPr>
          <p:nvPr>
            <p:ph type="title" idx="13"/>
          </p:nvPr>
        </p:nvSpPr>
        <p:spPr>
          <a:xfrm>
            <a:off x="8082264"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4137034209"/>
      </p:ext>
    </p:extLst>
  </p:cSld>
  <p:clrMapOvr>
    <a:masterClrMapping/>
  </p:clrMapOvr>
  <p:hf sldNum="0" hdr="0" ftr="0" dt="0"/>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289"/>
        <p:cNvGrpSpPr/>
        <p:nvPr/>
      </p:nvGrpSpPr>
      <p:grpSpPr>
        <a:xfrm>
          <a:off x="0" y="0"/>
          <a:ext cx="0" cy="0"/>
          <a:chOff x="0" y="0"/>
          <a:chExt cx="0" cy="0"/>
        </a:xfrm>
      </p:grpSpPr>
      <p:grpSp>
        <p:nvGrpSpPr>
          <p:cNvPr id="290" name="Google Shape;290;p25"/>
          <p:cNvGrpSpPr/>
          <p:nvPr/>
        </p:nvGrpSpPr>
        <p:grpSpPr>
          <a:xfrm>
            <a:off x="95" y="0"/>
            <a:ext cx="12194516" cy="6858000"/>
            <a:chOff x="70" y="0"/>
            <a:chExt cx="9145887" cy="5143500"/>
          </a:xfrm>
        </p:grpSpPr>
        <p:sp>
          <p:nvSpPr>
            <p:cNvPr id="291" name="Google Shape;291;p25"/>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2" name="Google Shape;292;p25"/>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3" name="Google Shape;293;p25"/>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4" name="Google Shape;294;p25"/>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5" name="Google Shape;295;p25"/>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6" name="Google Shape;296;p25"/>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7" name="Google Shape;297;p25"/>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8" name="Google Shape;298;p25"/>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9" name="Google Shape;299;p25"/>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0" name="Google Shape;300;p25"/>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301" name="Google Shape;301;p25"/>
            <p:cNvGrpSpPr/>
            <p:nvPr/>
          </p:nvGrpSpPr>
          <p:grpSpPr>
            <a:xfrm>
              <a:off x="8246106" y="178472"/>
              <a:ext cx="897900" cy="302453"/>
              <a:chOff x="8246106" y="178472"/>
              <a:chExt cx="897900" cy="302453"/>
            </a:xfrm>
          </p:grpSpPr>
          <p:sp>
            <p:nvSpPr>
              <p:cNvPr id="302" name="Google Shape;302;p25"/>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3" name="Google Shape;303;p25"/>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304" name="Google Shape;304;p25"/>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05" name="Google Shape;305;p25"/>
          <p:cNvSpPr txBox="1">
            <a:spLocks noGrp="1"/>
          </p:cNvSpPr>
          <p:nvPr>
            <p:ph type="title" idx="2"/>
          </p:nvPr>
        </p:nvSpPr>
        <p:spPr>
          <a:xfrm>
            <a:off x="4416800"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06" name="Google Shape;306;p25"/>
          <p:cNvSpPr txBox="1">
            <a:spLocks noGrp="1"/>
          </p:cNvSpPr>
          <p:nvPr>
            <p:ph type="title" idx="3"/>
          </p:nvPr>
        </p:nvSpPr>
        <p:spPr>
          <a:xfrm>
            <a:off x="44168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07" name="Google Shape;307;p25"/>
          <p:cNvSpPr txBox="1">
            <a:spLocks noGrp="1"/>
          </p:cNvSpPr>
          <p:nvPr>
            <p:ph type="title" idx="4"/>
          </p:nvPr>
        </p:nvSpPr>
        <p:spPr>
          <a:xfrm>
            <a:off x="853033"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08" name="Google Shape;308;p25"/>
          <p:cNvSpPr txBox="1">
            <a:spLocks noGrp="1"/>
          </p:cNvSpPr>
          <p:nvPr>
            <p:ph type="title" idx="5"/>
          </p:nvPr>
        </p:nvSpPr>
        <p:spPr>
          <a:xfrm>
            <a:off x="8530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09" name="Google Shape;309;p25"/>
          <p:cNvSpPr txBox="1">
            <a:spLocks noGrp="1"/>
          </p:cNvSpPr>
          <p:nvPr>
            <p:ph type="title" idx="6"/>
          </p:nvPr>
        </p:nvSpPr>
        <p:spPr>
          <a:xfrm>
            <a:off x="7980567"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10" name="Google Shape;310;p25"/>
          <p:cNvSpPr txBox="1">
            <a:spLocks noGrp="1"/>
          </p:cNvSpPr>
          <p:nvPr>
            <p:ph type="title" idx="7"/>
          </p:nvPr>
        </p:nvSpPr>
        <p:spPr>
          <a:xfrm>
            <a:off x="79806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11" name="Google Shape;311;p25"/>
          <p:cNvSpPr txBox="1">
            <a:spLocks noGrp="1"/>
          </p:cNvSpPr>
          <p:nvPr>
            <p:ph type="title" idx="8" hasCustomPrompt="1"/>
          </p:nvPr>
        </p:nvSpPr>
        <p:spPr>
          <a:xfrm>
            <a:off x="1889400"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12" name="Google Shape;312;p25"/>
          <p:cNvSpPr txBox="1">
            <a:spLocks noGrp="1"/>
          </p:cNvSpPr>
          <p:nvPr>
            <p:ph type="title" idx="9" hasCustomPrompt="1"/>
          </p:nvPr>
        </p:nvSpPr>
        <p:spPr>
          <a:xfrm>
            <a:off x="5453167"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13" name="Google Shape;313;p25"/>
          <p:cNvSpPr txBox="1">
            <a:spLocks noGrp="1"/>
          </p:cNvSpPr>
          <p:nvPr>
            <p:ph type="title" idx="13" hasCustomPrompt="1"/>
          </p:nvPr>
        </p:nvSpPr>
        <p:spPr>
          <a:xfrm>
            <a:off x="9016833"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4193097528"/>
      </p:ext>
    </p:extLst>
  </p:cSld>
  <p:clrMapOvr>
    <a:masterClrMapping/>
  </p:clrMapOvr>
  <p:hf sldNum="0" hdr="0" ftr="0" dt="0"/>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314"/>
        <p:cNvGrpSpPr/>
        <p:nvPr/>
      </p:nvGrpSpPr>
      <p:grpSpPr>
        <a:xfrm>
          <a:off x="0" y="0"/>
          <a:ext cx="0" cy="0"/>
          <a:chOff x="0" y="0"/>
          <a:chExt cx="0" cy="0"/>
        </a:xfrm>
      </p:grpSpPr>
      <p:sp>
        <p:nvSpPr>
          <p:cNvPr id="315" name="Google Shape;315;p26"/>
          <p:cNvSpPr/>
          <p:nvPr/>
        </p:nvSpPr>
        <p:spPr>
          <a:xfrm rot="10800000">
            <a:off x="10611588" y="0"/>
            <a:ext cx="1580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6" name="Google Shape;316;p26"/>
          <p:cNvSpPr/>
          <p:nvPr/>
        </p:nvSpPr>
        <p:spPr>
          <a:xfrm rot="10800000" flipH="1">
            <a:off x="10994808" y="237963"/>
            <a:ext cx="1197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7" name="Google Shape;317;p26"/>
          <p:cNvSpPr/>
          <p:nvPr/>
        </p:nvSpPr>
        <p:spPr>
          <a:xfrm rot="10800000" flipH="1">
            <a:off x="11572808" y="555633"/>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8" name="Google Shape;318;p26"/>
          <p:cNvSpPr/>
          <p:nvPr/>
        </p:nvSpPr>
        <p:spPr>
          <a:xfrm flipH="1">
            <a:off x="8" y="6405600"/>
            <a:ext cx="4158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9" name="Google Shape;319;p26"/>
          <p:cNvSpPr/>
          <p:nvPr/>
        </p:nvSpPr>
        <p:spPr>
          <a:xfrm rot="10800000" flipH="1">
            <a:off x="12" y="6210700"/>
            <a:ext cx="33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0" name="Google Shape;320;p26"/>
          <p:cNvSpPr/>
          <p:nvPr/>
        </p:nvSpPr>
        <p:spPr>
          <a:xfrm rot="10800000" flipH="1">
            <a:off x="23" y="6528367"/>
            <a:ext cx="107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1" name="Google Shape;321;p26"/>
          <p:cNvSpPr/>
          <p:nvPr/>
        </p:nvSpPr>
        <p:spPr>
          <a:xfrm>
            <a:off x="8" y="1560800"/>
            <a:ext cx="548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2" name="Google Shape;322;p26"/>
          <p:cNvSpPr/>
          <p:nvPr/>
        </p:nvSpPr>
        <p:spPr>
          <a:xfrm rot="10800000">
            <a:off x="-64" y="1666933"/>
            <a:ext cx="17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3" name="Google Shape;323;p26"/>
          <p:cNvSpPr txBox="1">
            <a:spLocks noGrp="1"/>
          </p:cNvSpPr>
          <p:nvPr>
            <p:ph type="subTitle" idx="1"/>
          </p:nvPr>
        </p:nvSpPr>
        <p:spPr>
          <a:xfrm>
            <a:off x="1141667" y="4249467"/>
            <a:ext cx="3095600" cy="9032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subtitle style</a:t>
            </a:r>
            <a:endParaRPr/>
          </a:p>
        </p:txBody>
      </p:sp>
      <p:sp>
        <p:nvSpPr>
          <p:cNvPr id="324" name="Google Shape;324;p26"/>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25" name="Google Shape;325;p26"/>
          <p:cNvSpPr txBox="1">
            <a:spLocks noGrp="1"/>
          </p:cNvSpPr>
          <p:nvPr>
            <p:ph type="title" idx="2"/>
          </p:nvPr>
        </p:nvSpPr>
        <p:spPr>
          <a:xfrm>
            <a:off x="7954537"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6" name="Google Shape;326;p26"/>
          <p:cNvSpPr txBox="1">
            <a:spLocks noGrp="1"/>
          </p:cNvSpPr>
          <p:nvPr>
            <p:ph type="title" idx="3"/>
          </p:nvPr>
        </p:nvSpPr>
        <p:spPr>
          <a:xfrm>
            <a:off x="1147700"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7" name="Google Shape;327;p26"/>
          <p:cNvSpPr txBox="1">
            <a:spLocks noGrp="1"/>
          </p:cNvSpPr>
          <p:nvPr>
            <p:ph type="title" idx="4"/>
          </p:nvPr>
        </p:nvSpPr>
        <p:spPr>
          <a:xfrm>
            <a:off x="4548101"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8" name="Google Shape;328;p26"/>
          <p:cNvSpPr txBox="1">
            <a:spLocks noGrp="1"/>
          </p:cNvSpPr>
          <p:nvPr>
            <p:ph type="subTitle" idx="5"/>
          </p:nvPr>
        </p:nvSpPr>
        <p:spPr>
          <a:xfrm>
            <a:off x="4548101" y="4249467"/>
            <a:ext cx="3095600" cy="90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29" name="Google Shape;329;p26"/>
          <p:cNvSpPr txBox="1">
            <a:spLocks noGrp="1"/>
          </p:cNvSpPr>
          <p:nvPr>
            <p:ph type="subTitle" idx="6"/>
          </p:nvPr>
        </p:nvSpPr>
        <p:spPr>
          <a:xfrm>
            <a:off x="7954533" y="4249467"/>
            <a:ext cx="3095600" cy="90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101292713"/>
      </p:ext>
    </p:extLst>
  </p:cSld>
  <p:clrMapOvr>
    <a:masterClrMapping/>
  </p:clrMapOvr>
  <p:hf sldNum="0" hdr="0" ftr="0" dt="0"/>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330"/>
        <p:cNvGrpSpPr/>
        <p:nvPr/>
      </p:nvGrpSpPr>
      <p:grpSpPr>
        <a:xfrm>
          <a:off x="0" y="0"/>
          <a:ext cx="0" cy="0"/>
          <a:chOff x="0" y="0"/>
          <a:chExt cx="0" cy="0"/>
        </a:xfrm>
      </p:grpSpPr>
      <p:sp>
        <p:nvSpPr>
          <p:cNvPr id="331" name="Google Shape;331;p27"/>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32" name="Google Shape;332;p27"/>
          <p:cNvSpPr txBox="1">
            <a:spLocks noGrp="1"/>
          </p:cNvSpPr>
          <p:nvPr>
            <p:ph type="title" idx="2"/>
          </p:nvPr>
        </p:nvSpPr>
        <p:spPr>
          <a:xfrm>
            <a:off x="6519633" y="2279321"/>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3" name="Google Shape;333;p27"/>
          <p:cNvSpPr txBox="1">
            <a:spLocks noGrp="1"/>
          </p:cNvSpPr>
          <p:nvPr>
            <p:ph type="title" idx="3"/>
          </p:nvPr>
        </p:nvSpPr>
        <p:spPr>
          <a:xfrm>
            <a:off x="6775733" y="2886521"/>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4" name="Google Shape;334;p27"/>
          <p:cNvSpPr txBox="1">
            <a:spLocks noGrp="1"/>
          </p:cNvSpPr>
          <p:nvPr>
            <p:ph type="title" idx="4"/>
          </p:nvPr>
        </p:nvSpPr>
        <p:spPr>
          <a:xfrm>
            <a:off x="1634967" y="2279321"/>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5" name="Google Shape;335;p27"/>
          <p:cNvSpPr txBox="1">
            <a:spLocks noGrp="1"/>
          </p:cNvSpPr>
          <p:nvPr>
            <p:ph type="title" idx="5"/>
          </p:nvPr>
        </p:nvSpPr>
        <p:spPr>
          <a:xfrm>
            <a:off x="1891167" y="2886521"/>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6" name="Google Shape;336;p27"/>
          <p:cNvSpPr txBox="1">
            <a:spLocks noGrp="1"/>
          </p:cNvSpPr>
          <p:nvPr>
            <p:ph type="title" idx="6"/>
          </p:nvPr>
        </p:nvSpPr>
        <p:spPr>
          <a:xfrm>
            <a:off x="6519633" y="4504105"/>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7" name="Google Shape;337;p27"/>
          <p:cNvSpPr txBox="1">
            <a:spLocks noGrp="1"/>
          </p:cNvSpPr>
          <p:nvPr>
            <p:ph type="title" idx="7"/>
          </p:nvPr>
        </p:nvSpPr>
        <p:spPr>
          <a:xfrm>
            <a:off x="6775733" y="5111305"/>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8" name="Google Shape;338;p27"/>
          <p:cNvSpPr txBox="1">
            <a:spLocks noGrp="1"/>
          </p:cNvSpPr>
          <p:nvPr>
            <p:ph type="title" idx="8"/>
          </p:nvPr>
        </p:nvSpPr>
        <p:spPr>
          <a:xfrm>
            <a:off x="1634967" y="4504105"/>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9" name="Google Shape;339;p27"/>
          <p:cNvSpPr txBox="1">
            <a:spLocks noGrp="1"/>
          </p:cNvSpPr>
          <p:nvPr>
            <p:ph type="title" idx="9"/>
          </p:nvPr>
        </p:nvSpPr>
        <p:spPr>
          <a:xfrm>
            <a:off x="1891167" y="5111305"/>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grpSp>
        <p:nvGrpSpPr>
          <p:cNvPr id="340" name="Google Shape;340;p27"/>
          <p:cNvGrpSpPr/>
          <p:nvPr/>
        </p:nvGrpSpPr>
        <p:grpSpPr>
          <a:xfrm>
            <a:off x="-2760" y="0"/>
            <a:ext cx="12194768" cy="6858000"/>
            <a:chOff x="-2070" y="0"/>
            <a:chExt cx="9146076" cy="5143500"/>
          </a:xfrm>
        </p:grpSpPr>
        <p:sp>
          <p:nvSpPr>
            <p:cNvPr id="341" name="Google Shape;341;p27"/>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2" name="Google Shape;342;p27"/>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3" name="Google Shape;343;p27"/>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4" name="Google Shape;344;p27"/>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5" name="Google Shape;345;p27"/>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6" name="Google Shape;346;p27"/>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7" name="Google Shape;347;p27"/>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8" name="Google Shape;348;p27"/>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9" name="Google Shape;349;p27"/>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0" name="Google Shape;350;p27"/>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1" name="Google Shape;351;p27"/>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2" name="Google Shape;352;p27"/>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1359552611"/>
      </p:ext>
    </p:extLst>
  </p:cSld>
  <p:clrMapOvr>
    <a:masterClrMapping/>
  </p:clrMapOvr>
  <p:hf sldNum="0" hdr="0" ftr="0" dt="0"/>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53"/>
        <p:cNvGrpSpPr/>
        <p:nvPr/>
      </p:nvGrpSpPr>
      <p:grpSpPr>
        <a:xfrm>
          <a:off x="0" y="0"/>
          <a:ext cx="0" cy="0"/>
          <a:chOff x="0" y="0"/>
          <a:chExt cx="0" cy="0"/>
        </a:xfrm>
      </p:grpSpPr>
      <p:grpSp>
        <p:nvGrpSpPr>
          <p:cNvPr id="354" name="Google Shape;354;p28"/>
          <p:cNvGrpSpPr/>
          <p:nvPr/>
        </p:nvGrpSpPr>
        <p:grpSpPr>
          <a:xfrm>
            <a:off x="-1402" y="0"/>
            <a:ext cx="12191195" cy="6858000"/>
            <a:chOff x="-1051" y="0"/>
            <a:chExt cx="9143396" cy="5143500"/>
          </a:xfrm>
        </p:grpSpPr>
        <p:sp>
          <p:nvSpPr>
            <p:cNvPr id="355" name="Google Shape;355;p28"/>
            <p:cNvSpPr/>
            <p:nvPr/>
          </p:nvSpPr>
          <p:spPr>
            <a:xfrm rot="10800000" flipH="1">
              <a:off x="-1051"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6" name="Google Shape;356;p28"/>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7" name="Google Shape;357;p28"/>
            <p:cNvSpPr/>
            <p:nvPr/>
          </p:nvSpPr>
          <p:spPr>
            <a:xfrm rot="10800000">
              <a:off x="75" y="31087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8" name="Google Shape;358;p28"/>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9" name="Google Shape;359;p28"/>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60" name="Google Shape;360;p28"/>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61" name="Google Shape;361;p28"/>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62" name="Google Shape;362;p28"/>
          <p:cNvSpPr txBox="1">
            <a:spLocks noGrp="1"/>
          </p:cNvSpPr>
          <p:nvPr>
            <p:ph type="title" idx="2"/>
          </p:nvPr>
        </p:nvSpPr>
        <p:spPr>
          <a:xfrm>
            <a:off x="4466100"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3" name="Google Shape;363;p28"/>
          <p:cNvSpPr txBox="1">
            <a:spLocks noGrp="1"/>
          </p:cNvSpPr>
          <p:nvPr>
            <p:ph type="title" idx="3"/>
          </p:nvPr>
        </p:nvSpPr>
        <p:spPr>
          <a:xfrm>
            <a:off x="4466016"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4" name="Google Shape;364;p28"/>
          <p:cNvSpPr txBox="1">
            <a:spLocks noGrp="1"/>
          </p:cNvSpPr>
          <p:nvPr>
            <p:ph type="title" idx="4"/>
          </p:nvPr>
        </p:nvSpPr>
        <p:spPr>
          <a:xfrm>
            <a:off x="969600"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5" name="Google Shape;365;p28"/>
          <p:cNvSpPr txBox="1">
            <a:spLocks noGrp="1"/>
          </p:cNvSpPr>
          <p:nvPr>
            <p:ph type="title" idx="5"/>
          </p:nvPr>
        </p:nvSpPr>
        <p:spPr>
          <a:xfrm>
            <a:off x="969600"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6" name="Google Shape;366;p28"/>
          <p:cNvSpPr txBox="1">
            <a:spLocks noGrp="1"/>
          </p:cNvSpPr>
          <p:nvPr>
            <p:ph type="title" idx="6"/>
          </p:nvPr>
        </p:nvSpPr>
        <p:spPr>
          <a:xfrm>
            <a:off x="7962316"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7" name="Google Shape;367;p28"/>
          <p:cNvSpPr txBox="1">
            <a:spLocks noGrp="1"/>
          </p:cNvSpPr>
          <p:nvPr>
            <p:ph type="title" idx="7"/>
          </p:nvPr>
        </p:nvSpPr>
        <p:spPr>
          <a:xfrm>
            <a:off x="7962267"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8" name="Google Shape;368;p28"/>
          <p:cNvSpPr txBox="1">
            <a:spLocks noGrp="1"/>
          </p:cNvSpPr>
          <p:nvPr>
            <p:ph type="title" idx="8"/>
          </p:nvPr>
        </p:nvSpPr>
        <p:spPr>
          <a:xfrm>
            <a:off x="4466100"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9" name="Google Shape;369;p28"/>
          <p:cNvSpPr txBox="1">
            <a:spLocks noGrp="1"/>
          </p:cNvSpPr>
          <p:nvPr>
            <p:ph type="title" idx="9"/>
          </p:nvPr>
        </p:nvSpPr>
        <p:spPr>
          <a:xfrm>
            <a:off x="4466016"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70" name="Google Shape;370;p28"/>
          <p:cNvSpPr txBox="1">
            <a:spLocks noGrp="1"/>
          </p:cNvSpPr>
          <p:nvPr>
            <p:ph type="title" idx="13"/>
          </p:nvPr>
        </p:nvSpPr>
        <p:spPr>
          <a:xfrm>
            <a:off x="969600"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71" name="Google Shape;371;p28"/>
          <p:cNvSpPr txBox="1">
            <a:spLocks noGrp="1"/>
          </p:cNvSpPr>
          <p:nvPr>
            <p:ph type="title" idx="14"/>
          </p:nvPr>
        </p:nvSpPr>
        <p:spPr>
          <a:xfrm>
            <a:off x="969600"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72" name="Google Shape;372;p28"/>
          <p:cNvSpPr txBox="1">
            <a:spLocks noGrp="1"/>
          </p:cNvSpPr>
          <p:nvPr>
            <p:ph type="title" idx="15"/>
          </p:nvPr>
        </p:nvSpPr>
        <p:spPr>
          <a:xfrm>
            <a:off x="7962316"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73" name="Google Shape;373;p28"/>
          <p:cNvSpPr txBox="1">
            <a:spLocks noGrp="1"/>
          </p:cNvSpPr>
          <p:nvPr>
            <p:ph type="title" idx="16"/>
          </p:nvPr>
        </p:nvSpPr>
        <p:spPr>
          <a:xfrm>
            <a:off x="7962267"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3379760818"/>
      </p:ext>
    </p:extLst>
  </p:cSld>
  <p:clrMapOvr>
    <a:masterClrMapping/>
  </p:clrMapOvr>
  <p:hf sldNum="0" hdr="0" ftr="0" dt="0"/>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Title and eight columns">
  <p:cSld name="Title and eight columns">
    <p:spTree>
      <p:nvGrpSpPr>
        <p:cNvPr id="1" name="Shape 374"/>
        <p:cNvGrpSpPr/>
        <p:nvPr/>
      </p:nvGrpSpPr>
      <p:grpSpPr>
        <a:xfrm>
          <a:off x="0" y="0"/>
          <a:ext cx="0" cy="0"/>
          <a:chOff x="0" y="0"/>
          <a:chExt cx="0" cy="0"/>
        </a:xfrm>
      </p:grpSpPr>
      <p:grpSp>
        <p:nvGrpSpPr>
          <p:cNvPr id="375" name="Google Shape;375;p29"/>
          <p:cNvGrpSpPr/>
          <p:nvPr/>
        </p:nvGrpSpPr>
        <p:grpSpPr>
          <a:xfrm>
            <a:off x="95" y="0"/>
            <a:ext cx="12194516" cy="6858000"/>
            <a:chOff x="70" y="0"/>
            <a:chExt cx="9145887" cy="5143500"/>
          </a:xfrm>
        </p:grpSpPr>
        <p:sp>
          <p:nvSpPr>
            <p:cNvPr id="376" name="Google Shape;376;p29"/>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7" name="Google Shape;377;p29"/>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8" name="Google Shape;378;p29"/>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9" name="Google Shape;379;p29"/>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0" name="Google Shape;380;p29"/>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1" name="Google Shape;381;p29"/>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2" name="Google Shape;382;p29"/>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3" name="Google Shape;383;p29"/>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4" name="Google Shape;384;p29"/>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5" name="Google Shape;385;p29"/>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86" name="Google Shape;386;p29"/>
          <p:cNvSpPr txBox="1">
            <a:spLocks noGrp="1"/>
          </p:cNvSpPr>
          <p:nvPr>
            <p:ph type="title"/>
          </p:nvPr>
        </p:nvSpPr>
        <p:spPr>
          <a:xfrm>
            <a:off x="877333" y="500167"/>
            <a:ext cx="104372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87" name="Google Shape;387;p29"/>
          <p:cNvSpPr txBox="1">
            <a:spLocks noGrp="1"/>
          </p:cNvSpPr>
          <p:nvPr>
            <p:ph type="title" idx="2"/>
          </p:nvPr>
        </p:nvSpPr>
        <p:spPr>
          <a:xfrm>
            <a:off x="1792156" y="19064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88" name="Google Shape;388;p29"/>
          <p:cNvSpPr txBox="1">
            <a:spLocks noGrp="1"/>
          </p:cNvSpPr>
          <p:nvPr>
            <p:ph type="title" idx="3" hasCustomPrompt="1"/>
          </p:nvPr>
        </p:nvSpPr>
        <p:spPr>
          <a:xfrm>
            <a:off x="951200" y="19064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89" name="Google Shape;389;p29"/>
          <p:cNvSpPr txBox="1">
            <a:spLocks noGrp="1"/>
          </p:cNvSpPr>
          <p:nvPr>
            <p:ph type="title" idx="4"/>
          </p:nvPr>
        </p:nvSpPr>
        <p:spPr>
          <a:xfrm>
            <a:off x="1792156" y="29572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0" name="Google Shape;390;p29"/>
          <p:cNvSpPr txBox="1">
            <a:spLocks noGrp="1"/>
          </p:cNvSpPr>
          <p:nvPr>
            <p:ph type="title" idx="5" hasCustomPrompt="1"/>
          </p:nvPr>
        </p:nvSpPr>
        <p:spPr>
          <a:xfrm>
            <a:off x="951200" y="29572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1" name="Google Shape;391;p29"/>
          <p:cNvSpPr txBox="1">
            <a:spLocks noGrp="1"/>
          </p:cNvSpPr>
          <p:nvPr>
            <p:ph type="title" idx="6"/>
          </p:nvPr>
        </p:nvSpPr>
        <p:spPr>
          <a:xfrm>
            <a:off x="1792156" y="40080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2" name="Google Shape;392;p29"/>
          <p:cNvSpPr txBox="1">
            <a:spLocks noGrp="1"/>
          </p:cNvSpPr>
          <p:nvPr>
            <p:ph type="title" idx="7" hasCustomPrompt="1"/>
          </p:nvPr>
        </p:nvSpPr>
        <p:spPr>
          <a:xfrm>
            <a:off x="951200" y="40080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3" name="Google Shape;393;p29"/>
          <p:cNvSpPr txBox="1">
            <a:spLocks noGrp="1"/>
          </p:cNvSpPr>
          <p:nvPr>
            <p:ph type="title" idx="8"/>
          </p:nvPr>
        </p:nvSpPr>
        <p:spPr>
          <a:xfrm>
            <a:off x="1792156" y="50588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4" name="Google Shape;394;p29"/>
          <p:cNvSpPr txBox="1">
            <a:spLocks noGrp="1"/>
          </p:cNvSpPr>
          <p:nvPr>
            <p:ph type="title" idx="9" hasCustomPrompt="1"/>
          </p:nvPr>
        </p:nvSpPr>
        <p:spPr>
          <a:xfrm>
            <a:off x="951200" y="50588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5" name="Google Shape;395;p29"/>
          <p:cNvSpPr txBox="1">
            <a:spLocks noGrp="1"/>
          </p:cNvSpPr>
          <p:nvPr>
            <p:ph type="title" idx="13"/>
          </p:nvPr>
        </p:nvSpPr>
        <p:spPr>
          <a:xfrm>
            <a:off x="7038977" y="19064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6" name="Google Shape;396;p29"/>
          <p:cNvSpPr txBox="1">
            <a:spLocks noGrp="1"/>
          </p:cNvSpPr>
          <p:nvPr>
            <p:ph type="title" idx="14" hasCustomPrompt="1"/>
          </p:nvPr>
        </p:nvSpPr>
        <p:spPr>
          <a:xfrm>
            <a:off x="6198021" y="19064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7" name="Google Shape;397;p29"/>
          <p:cNvSpPr txBox="1">
            <a:spLocks noGrp="1"/>
          </p:cNvSpPr>
          <p:nvPr>
            <p:ph type="title" idx="15"/>
          </p:nvPr>
        </p:nvSpPr>
        <p:spPr>
          <a:xfrm>
            <a:off x="7038977" y="29572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8" name="Google Shape;398;p29"/>
          <p:cNvSpPr txBox="1">
            <a:spLocks noGrp="1"/>
          </p:cNvSpPr>
          <p:nvPr>
            <p:ph type="title" idx="16" hasCustomPrompt="1"/>
          </p:nvPr>
        </p:nvSpPr>
        <p:spPr>
          <a:xfrm>
            <a:off x="6198021" y="29572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9" name="Google Shape;399;p29"/>
          <p:cNvSpPr txBox="1">
            <a:spLocks noGrp="1"/>
          </p:cNvSpPr>
          <p:nvPr>
            <p:ph type="title" idx="17"/>
          </p:nvPr>
        </p:nvSpPr>
        <p:spPr>
          <a:xfrm>
            <a:off x="7038977" y="40080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400" name="Google Shape;400;p29"/>
          <p:cNvSpPr txBox="1">
            <a:spLocks noGrp="1"/>
          </p:cNvSpPr>
          <p:nvPr>
            <p:ph type="title" idx="18" hasCustomPrompt="1"/>
          </p:nvPr>
        </p:nvSpPr>
        <p:spPr>
          <a:xfrm>
            <a:off x="6198021" y="40080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401" name="Google Shape;401;p29"/>
          <p:cNvSpPr txBox="1">
            <a:spLocks noGrp="1"/>
          </p:cNvSpPr>
          <p:nvPr>
            <p:ph type="title" idx="19"/>
          </p:nvPr>
        </p:nvSpPr>
        <p:spPr>
          <a:xfrm>
            <a:off x="7038977" y="50588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402" name="Google Shape;402;p29"/>
          <p:cNvSpPr txBox="1">
            <a:spLocks noGrp="1"/>
          </p:cNvSpPr>
          <p:nvPr>
            <p:ph type="title" idx="20" hasCustomPrompt="1"/>
          </p:nvPr>
        </p:nvSpPr>
        <p:spPr>
          <a:xfrm>
            <a:off x="6198021" y="50588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458536977"/>
      </p:ext>
    </p:extLst>
  </p:cSld>
  <p:clrMapOvr>
    <a:masterClrMapping/>
  </p:clrMapOvr>
  <p:hf sldNum="0" hdr="0" ftr="0" dt="0"/>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403"/>
        <p:cNvGrpSpPr/>
        <p:nvPr/>
      </p:nvGrpSpPr>
      <p:grpSpPr>
        <a:xfrm>
          <a:off x="0" y="0"/>
          <a:ext cx="0" cy="0"/>
          <a:chOff x="0" y="0"/>
          <a:chExt cx="0" cy="0"/>
        </a:xfrm>
      </p:grpSpPr>
      <p:grpSp>
        <p:nvGrpSpPr>
          <p:cNvPr id="404" name="Google Shape;404;p30"/>
          <p:cNvGrpSpPr/>
          <p:nvPr/>
        </p:nvGrpSpPr>
        <p:grpSpPr>
          <a:xfrm>
            <a:off x="-12" y="0"/>
            <a:ext cx="12199459" cy="6858000"/>
            <a:chOff x="-9" y="0"/>
            <a:chExt cx="9149594" cy="5143500"/>
          </a:xfrm>
        </p:grpSpPr>
        <p:sp>
          <p:nvSpPr>
            <p:cNvPr id="405" name="Google Shape;405;p30"/>
            <p:cNvSpPr/>
            <p:nvPr/>
          </p:nvSpPr>
          <p:spPr>
            <a:xfrm flipH="1">
              <a:off x="6345185" y="3123300"/>
              <a:ext cx="2804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6" name="Google Shape;406;p30"/>
            <p:cNvSpPr/>
            <p:nvPr/>
          </p:nvSpPr>
          <p:spPr>
            <a:xfrm rot="10800000" flipH="1">
              <a:off x="6"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7" name="Google Shape;407;p30"/>
            <p:cNvSpPr/>
            <p:nvPr/>
          </p:nvSpPr>
          <p:spPr>
            <a:xfrm rot="10800000">
              <a:off x="-9"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8" name="Google Shape;408;p30"/>
            <p:cNvSpPr/>
            <p:nvPr/>
          </p:nvSpPr>
          <p:spPr>
            <a:xfrm rot="10800000">
              <a:off x="-9"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9" name="Google Shape;409;p30"/>
            <p:cNvSpPr/>
            <p:nvPr/>
          </p:nvSpPr>
          <p:spPr>
            <a:xfrm rot="10800000" flipH="1">
              <a:off x="8341466" y="2948400"/>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0" name="Google Shape;410;p30"/>
            <p:cNvSpPr/>
            <p:nvPr/>
          </p:nvSpPr>
          <p:spPr>
            <a:xfrm rot="10800000" flipH="1">
              <a:off x="8506475" y="3194000"/>
              <a:ext cx="47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1" name="Google Shape;411;p30"/>
            <p:cNvSpPr/>
            <p:nvPr/>
          </p:nvSpPr>
          <p:spPr>
            <a:xfrm rot="10800000" flipH="1">
              <a:off x="8668275" y="2702825"/>
              <a:ext cx="291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2" name="Google Shape;412;p30"/>
            <p:cNvSpPr/>
            <p:nvPr/>
          </p:nvSpPr>
          <p:spPr>
            <a:xfrm rot="10800000" flipH="1">
              <a:off x="408441" y="4224088"/>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3" name="Google Shape;413;p30"/>
            <p:cNvSpPr/>
            <p:nvPr/>
          </p:nvSpPr>
          <p:spPr>
            <a:xfrm rot="10800000" flipH="1">
              <a:off x="735250" y="3978513"/>
              <a:ext cx="1550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14" name="Google Shape;414;p30"/>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2800"/>
              <a:buNone/>
              <a:defRPr/>
            </a:lvl1pPr>
            <a:lvl2pPr lvl="1" rtl="0">
              <a:spcBef>
                <a:spcPts val="0"/>
              </a:spcBef>
              <a:spcAft>
                <a:spcPts val="0"/>
              </a:spcAft>
              <a:buClr>
                <a:schemeClr val="accent6"/>
              </a:buClr>
              <a:buSzPts val="2800"/>
              <a:buNone/>
              <a:defRPr>
                <a:solidFill>
                  <a:schemeClr val="accent6"/>
                </a:solidFill>
              </a:defRPr>
            </a:lvl2pPr>
            <a:lvl3pPr lvl="2" rtl="0">
              <a:spcBef>
                <a:spcPts val="0"/>
              </a:spcBef>
              <a:spcAft>
                <a:spcPts val="0"/>
              </a:spcAft>
              <a:buClr>
                <a:schemeClr val="accent6"/>
              </a:buClr>
              <a:buSzPts val="2800"/>
              <a:buNone/>
              <a:defRPr>
                <a:solidFill>
                  <a:schemeClr val="accent6"/>
                </a:solidFill>
              </a:defRPr>
            </a:lvl3pPr>
            <a:lvl4pPr lvl="3" rtl="0">
              <a:spcBef>
                <a:spcPts val="0"/>
              </a:spcBef>
              <a:spcAft>
                <a:spcPts val="0"/>
              </a:spcAft>
              <a:buClr>
                <a:schemeClr val="accent6"/>
              </a:buClr>
              <a:buSzPts val="2800"/>
              <a:buNone/>
              <a:defRPr>
                <a:solidFill>
                  <a:schemeClr val="accent6"/>
                </a:solidFill>
              </a:defRPr>
            </a:lvl4pPr>
            <a:lvl5pPr lvl="4" rtl="0">
              <a:spcBef>
                <a:spcPts val="0"/>
              </a:spcBef>
              <a:spcAft>
                <a:spcPts val="0"/>
              </a:spcAft>
              <a:buClr>
                <a:schemeClr val="accent6"/>
              </a:buClr>
              <a:buSzPts val="2800"/>
              <a:buNone/>
              <a:defRPr>
                <a:solidFill>
                  <a:schemeClr val="accent6"/>
                </a:solidFill>
              </a:defRPr>
            </a:lvl5pPr>
            <a:lvl6pPr lvl="5" rtl="0">
              <a:spcBef>
                <a:spcPts val="0"/>
              </a:spcBef>
              <a:spcAft>
                <a:spcPts val="0"/>
              </a:spcAft>
              <a:buClr>
                <a:schemeClr val="accent6"/>
              </a:buClr>
              <a:buSzPts val="2800"/>
              <a:buNone/>
              <a:defRPr>
                <a:solidFill>
                  <a:schemeClr val="accent6"/>
                </a:solidFill>
              </a:defRPr>
            </a:lvl6pPr>
            <a:lvl7pPr lvl="6" rtl="0">
              <a:spcBef>
                <a:spcPts val="0"/>
              </a:spcBef>
              <a:spcAft>
                <a:spcPts val="0"/>
              </a:spcAft>
              <a:buClr>
                <a:schemeClr val="accent6"/>
              </a:buClr>
              <a:buSzPts val="2800"/>
              <a:buNone/>
              <a:defRPr>
                <a:solidFill>
                  <a:schemeClr val="accent6"/>
                </a:solidFill>
              </a:defRPr>
            </a:lvl7pPr>
            <a:lvl8pPr lvl="7" rtl="0">
              <a:spcBef>
                <a:spcPts val="0"/>
              </a:spcBef>
              <a:spcAft>
                <a:spcPts val="0"/>
              </a:spcAft>
              <a:buClr>
                <a:schemeClr val="accent6"/>
              </a:buClr>
              <a:buSzPts val="2800"/>
              <a:buNone/>
              <a:defRPr>
                <a:solidFill>
                  <a:schemeClr val="accent6"/>
                </a:solidFill>
              </a:defRPr>
            </a:lvl8pPr>
            <a:lvl9pPr lvl="8" rtl="0">
              <a:spcBef>
                <a:spcPts val="0"/>
              </a:spcBef>
              <a:spcAft>
                <a:spcPts val="0"/>
              </a:spcAft>
              <a:buClr>
                <a:schemeClr val="accent6"/>
              </a:buClr>
              <a:buSzPts val="2800"/>
              <a:buNone/>
              <a:defRPr>
                <a:solidFill>
                  <a:schemeClr val="accent6"/>
                </a:solidFill>
              </a:defRPr>
            </a:lvl9pPr>
          </a:lstStyle>
          <a:p>
            <a:r>
              <a:rPr lang="en-US"/>
              <a:t>Click to edit Master title style</a:t>
            </a:r>
            <a:endParaRPr/>
          </a:p>
        </p:txBody>
      </p:sp>
      <p:sp>
        <p:nvSpPr>
          <p:cNvPr id="415" name="Google Shape;415;p30"/>
          <p:cNvSpPr txBox="1">
            <a:spLocks noGrp="1"/>
          </p:cNvSpPr>
          <p:nvPr>
            <p:ph type="subTitle" idx="1"/>
          </p:nvPr>
        </p:nvSpPr>
        <p:spPr>
          <a:xfrm>
            <a:off x="1081267" y="3064667"/>
            <a:ext cx="3608000" cy="1862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193626769"/>
      </p:ext>
    </p:extLst>
  </p:cSld>
  <p:clrMapOvr>
    <a:masterClrMapping/>
  </p:clrMapOvr>
  <p:hf sldNum="0" hdr="0" ftr="0" dt="0"/>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spTree>
      <p:nvGrpSpPr>
        <p:cNvPr id="1" name="Shape 416"/>
        <p:cNvGrpSpPr/>
        <p:nvPr/>
      </p:nvGrpSpPr>
      <p:grpSpPr>
        <a:xfrm>
          <a:off x="0" y="0"/>
          <a:ext cx="0" cy="0"/>
          <a:chOff x="0" y="0"/>
          <a:chExt cx="0" cy="0"/>
        </a:xfrm>
      </p:grpSpPr>
      <p:grpSp>
        <p:nvGrpSpPr>
          <p:cNvPr id="417" name="Google Shape;417;p31"/>
          <p:cNvGrpSpPr/>
          <p:nvPr/>
        </p:nvGrpSpPr>
        <p:grpSpPr>
          <a:xfrm>
            <a:off x="-64" y="0"/>
            <a:ext cx="12192072" cy="6858000"/>
            <a:chOff x="-48" y="0"/>
            <a:chExt cx="9144054" cy="5143500"/>
          </a:xfrm>
        </p:grpSpPr>
        <p:sp>
          <p:nvSpPr>
            <p:cNvPr id="418" name="Google Shape;418;p31"/>
            <p:cNvSpPr/>
            <p:nvPr/>
          </p:nvSpPr>
          <p:spPr>
            <a:xfrm rot="10800000">
              <a:off x="7958691"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9" name="Google Shape;419;p31"/>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0" name="Google Shape;420;p31"/>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1" name="Google Shape;421;p31"/>
            <p:cNvSpPr/>
            <p:nvPr/>
          </p:nvSpPr>
          <p:spPr>
            <a:xfrm flipH="1">
              <a:off x="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2" name="Google Shape;422;p31"/>
            <p:cNvSpPr/>
            <p:nvPr/>
          </p:nvSpPr>
          <p:spPr>
            <a:xfrm rot="10800000" flipH="1">
              <a:off x="9"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3" name="Google Shape;423;p31"/>
            <p:cNvSpPr/>
            <p:nvPr/>
          </p:nvSpPr>
          <p:spPr>
            <a:xfrm rot="10800000" flipH="1">
              <a:off x="17"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4" name="Google Shape;424;p31"/>
            <p:cNvSpPr/>
            <p:nvPr/>
          </p:nvSpPr>
          <p:spPr>
            <a:xfrm>
              <a:off x="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5" name="Google Shape;425;p31"/>
            <p:cNvSpPr/>
            <p:nvPr/>
          </p:nvSpPr>
          <p:spPr>
            <a:xfrm rot="10800000">
              <a:off x="-48" y="1250200"/>
              <a:ext cx="13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26" name="Google Shape;426;p31"/>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2800"/>
              <a:buNone/>
              <a:defRPr/>
            </a:lvl1pPr>
            <a:lvl2pPr lvl="1" rtl="0">
              <a:spcBef>
                <a:spcPts val="0"/>
              </a:spcBef>
              <a:spcAft>
                <a:spcPts val="0"/>
              </a:spcAft>
              <a:buClr>
                <a:schemeClr val="accent6"/>
              </a:buClr>
              <a:buSzPts val="2800"/>
              <a:buNone/>
              <a:defRPr>
                <a:solidFill>
                  <a:schemeClr val="accent6"/>
                </a:solidFill>
              </a:defRPr>
            </a:lvl2pPr>
            <a:lvl3pPr lvl="2" rtl="0">
              <a:spcBef>
                <a:spcPts val="0"/>
              </a:spcBef>
              <a:spcAft>
                <a:spcPts val="0"/>
              </a:spcAft>
              <a:buClr>
                <a:schemeClr val="accent6"/>
              </a:buClr>
              <a:buSzPts val="2800"/>
              <a:buNone/>
              <a:defRPr>
                <a:solidFill>
                  <a:schemeClr val="accent6"/>
                </a:solidFill>
              </a:defRPr>
            </a:lvl3pPr>
            <a:lvl4pPr lvl="3" rtl="0">
              <a:spcBef>
                <a:spcPts val="0"/>
              </a:spcBef>
              <a:spcAft>
                <a:spcPts val="0"/>
              </a:spcAft>
              <a:buClr>
                <a:schemeClr val="accent6"/>
              </a:buClr>
              <a:buSzPts val="2800"/>
              <a:buNone/>
              <a:defRPr>
                <a:solidFill>
                  <a:schemeClr val="accent6"/>
                </a:solidFill>
              </a:defRPr>
            </a:lvl4pPr>
            <a:lvl5pPr lvl="4" rtl="0">
              <a:spcBef>
                <a:spcPts val="0"/>
              </a:spcBef>
              <a:spcAft>
                <a:spcPts val="0"/>
              </a:spcAft>
              <a:buClr>
                <a:schemeClr val="accent6"/>
              </a:buClr>
              <a:buSzPts val="2800"/>
              <a:buNone/>
              <a:defRPr>
                <a:solidFill>
                  <a:schemeClr val="accent6"/>
                </a:solidFill>
              </a:defRPr>
            </a:lvl5pPr>
            <a:lvl6pPr lvl="5" rtl="0">
              <a:spcBef>
                <a:spcPts val="0"/>
              </a:spcBef>
              <a:spcAft>
                <a:spcPts val="0"/>
              </a:spcAft>
              <a:buClr>
                <a:schemeClr val="accent6"/>
              </a:buClr>
              <a:buSzPts val="2800"/>
              <a:buNone/>
              <a:defRPr>
                <a:solidFill>
                  <a:schemeClr val="accent6"/>
                </a:solidFill>
              </a:defRPr>
            </a:lvl6pPr>
            <a:lvl7pPr lvl="6" rtl="0">
              <a:spcBef>
                <a:spcPts val="0"/>
              </a:spcBef>
              <a:spcAft>
                <a:spcPts val="0"/>
              </a:spcAft>
              <a:buClr>
                <a:schemeClr val="accent6"/>
              </a:buClr>
              <a:buSzPts val="2800"/>
              <a:buNone/>
              <a:defRPr>
                <a:solidFill>
                  <a:schemeClr val="accent6"/>
                </a:solidFill>
              </a:defRPr>
            </a:lvl7pPr>
            <a:lvl8pPr lvl="7" rtl="0">
              <a:spcBef>
                <a:spcPts val="0"/>
              </a:spcBef>
              <a:spcAft>
                <a:spcPts val="0"/>
              </a:spcAft>
              <a:buClr>
                <a:schemeClr val="accent6"/>
              </a:buClr>
              <a:buSzPts val="2800"/>
              <a:buNone/>
              <a:defRPr>
                <a:solidFill>
                  <a:schemeClr val="accent6"/>
                </a:solidFill>
              </a:defRPr>
            </a:lvl8pPr>
            <a:lvl9pPr lvl="8" rtl="0">
              <a:spcBef>
                <a:spcPts val="0"/>
              </a:spcBef>
              <a:spcAft>
                <a:spcPts val="0"/>
              </a:spcAft>
              <a:buClr>
                <a:schemeClr val="accent6"/>
              </a:buClr>
              <a:buSzPts val="2800"/>
              <a:buNone/>
              <a:defRPr>
                <a:solidFill>
                  <a:schemeClr val="accent6"/>
                </a:solidFill>
              </a:defRPr>
            </a:lvl9pPr>
          </a:lstStyle>
          <a:p>
            <a:r>
              <a:rPr lang="en-US"/>
              <a:t>Click to edit Master title style</a:t>
            </a:r>
            <a:endParaRPr/>
          </a:p>
        </p:txBody>
      </p:sp>
      <p:sp>
        <p:nvSpPr>
          <p:cNvPr id="427" name="Google Shape;427;p31"/>
          <p:cNvSpPr txBox="1">
            <a:spLocks noGrp="1"/>
          </p:cNvSpPr>
          <p:nvPr>
            <p:ph type="subTitle" idx="1"/>
          </p:nvPr>
        </p:nvSpPr>
        <p:spPr>
          <a:xfrm>
            <a:off x="1091717" y="4077633"/>
            <a:ext cx="6437600" cy="53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28" name="Google Shape;428;p31"/>
          <p:cNvSpPr txBox="1">
            <a:spLocks noGrp="1"/>
          </p:cNvSpPr>
          <p:nvPr>
            <p:ph type="title" idx="2"/>
          </p:nvPr>
        </p:nvSpPr>
        <p:spPr>
          <a:xfrm>
            <a:off x="1085200" y="3509467"/>
            <a:ext cx="3110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29" name="Google Shape;429;p31"/>
          <p:cNvSpPr txBox="1">
            <a:spLocks noGrp="1"/>
          </p:cNvSpPr>
          <p:nvPr>
            <p:ph type="subTitle" idx="3"/>
          </p:nvPr>
        </p:nvSpPr>
        <p:spPr>
          <a:xfrm>
            <a:off x="1091717" y="1947067"/>
            <a:ext cx="6437600" cy="1562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30" name="Google Shape;430;p31"/>
          <p:cNvSpPr txBox="1">
            <a:spLocks noGrp="1"/>
          </p:cNvSpPr>
          <p:nvPr>
            <p:ph type="title" idx="4"/>
          </p:nvPr>
        </p:nvSpPr>
        <p:spPr>
          <a:xfrm>
            <a:off x="1085200" y="1378900"/>
            <a:ext cx="3110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31" name="Google Shape;431;p31"/>
          <p:cNvSpPr txBox="1">
            <a:spLocks noGrp="1"/>
          </p:cNvSpPr>
          <p:nvPr>
            <p:ph type="subTitle" idx="5"/>
          </p:nvPr>
        </p:nvSpPr>
        <p:spPr>
          <a:xfrm>
            <a:off x="1011700" y="5181000"/>
            <a:ext cx="6517600" cy="812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32" name="Google Shape;432;p31"/>
          <p:cNvSpPr txBox="1">
            <a:spLocks noGrp="1"/>
          </p:cNvSpPr>
          <p:nvPr>
            <p:ph type="title" idx="6"/>
          </p:nvPr>
        </p:nvSpPr>
        <p:spPr>
          <a:xfrm>
            <a:off x="1011700" y="4612833"/>
            <a:ext cx="31840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Tree>
    <p:extLst>
      <p:ext uri="{BB962C8B-B14F-4D97-AF65-F5344CB8AC3E}">
        <p14:creationId xmlns:p14="http://schemas.microsoft.com/office/powerpoint/2010/main" val="1859890575"/>
      </p:ext>
    </p:extLst>
  </p:cSld>
  <p:clrMapOvr>
    <a:masterClrMapping/>
  </p:clrMapOvr>
  <p:hf sldNum="0" hdr="0" ftr="0" dt="0"/>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33"/>
        <p:cNvGrpSpPr/>
        <p:nvPr/>
      </p:nvGrpSpPr>
      <p:grpSpPr>
        <a:xfrm>
          <a:off x="0" y="0"/>
          <a:ext cx="0" cy="0"/>
          <a:chOff x="0" y="0"/>
          <a:chExt cx="0" cy="0"/>
        </a:xfrm>
      </p:grpSpPr>
      <p:grpSp>
        <p:nvGrpSpPr>
          <p:cNvPr id="434" name="Google Shape;434;p32"/>
          <p:cNvGrpSpPr/>
          <p:nvPr/>
        </p:nvGrpSpPr>
        <p:grpSpPr>
          <a:xfrm>
            <a:off x="-1400" y="0"/>
            <a:ext cx="12193333" cy="6858000"/>
            <a:chOff x="-1050" y="0"/>
            <a:chExt cx="9145000" cy="5143500"/>
          </a:xfrm>
        </p:grpSpPr>
        <p:sp>
          <p:nvSpPr>
            <p:cNvPr id="435" name="Google Shape;435;p32"/>
            <p:cNvSpPr/>
            <p:nvPr/>
          </p:nvSpPr>
          <p:spPr>
            <a:xfrm rot="10800000">
              <a:off x="49" y="2948400"/>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36" name="Google Shape;436;p32"/>
            <p:cNvSpPr/>
            <p:nvPr/>
          </p:nvSpPr>
          <p:spPr>
            <a:xfrm>
              <a:off x="-1050" y="3123300"/>
              <a:ext cx="14307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37" name="Google Shape;437;p32"/>
            <p:cNvSpPr/>
            <p:nvPr/>
          </p:nvSpPr>
          <p:spPr>
            <a:xfrm>
              <a:off x="7854550" y="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38" name="Google Shape;438;p32"/>
            <p:cNvGrpSpPr/>
            <p:nvPr/>
          </p:nvGrpSpPr>
          <p:grpSpPr>
            <a:xfrm rot="10800000">
              <a:off x="8188065" y="2960368"/>
              <a:ext cx="814661" cy="555378"/>
              <a:chOff x="679800" y="2716169"/>
              <a:chExt cx="1079450" cy="555378"/>
            </a:xfrm>
          </p:grpSpPr>
          <p:sp>
            <p:nvSpPr>
              <p:cNvPr id="439" name="Google Shape;439;p32"/>
              <p:cNvSpPr/>
              <p:nvPr/>
            </p:nvSpPr>
            <p:spPr>
              <a:xfrm rot="10800000">
                <a:off x="679800" y="3207347"/>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0" name="Google Shape;440;p32"/>
              <p:cNvSpPr/>
              <p:nvPr/>
            </p:nvSpPr>
            <p:spPr>
              <a:xfrm rot="10800000">
                <a:off x="863150" y="2716169"/>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41" name="Google Shape;441;p32"/>
            <p:cNvSpPr/>
            <p:nvPr/>
          </p:nvSpPr>
          <p:spPr>
            <a:xfrm rot="10800000">
              <a:off x="281240" y="319399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2" name="Google Shape;442;p32"/>
            <p:cNvSpPr/>
            <p:nvPr/>
          </p:nvSpPr>
          <p:spPr>
            <a:xfrm rot="10800000">
              <a:off x="540790" y="2702821"/>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3" name="Google Shape;443;p32"/>
            <p:cNvSpPr/>
            <p:nvPr/>
          </p:nvSpPr>
          <p:spPr>
            <a:xfrm rot="10800000">
              <a:off x="7219001" y="3205975"/>
              <a:ext cx="1429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44" name="Google Shape;444;p32"/>
          <p:cNvSpPr txBox="1">
            <a:spLocks noGrp="1"/>
          </p:cNvSpPr>
          <p:nvPr>
            <p:ph type="ctrTitle"/>
          </p:nvPr>
        </p:nvSpPr>
        <p:spPr>
          <a:xfrm>
            <a:off x="3050667" y="895295"/>
            <a:ext cx="6090800" cy="1582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5"/>
              </a:buClr>
              <a:buSzPts val="5200"/>
              <a:buNone/>
              <a:defRPr sz="7500"/>
            </a:lvl1pPr>
            <a:lvl2pPr lvl="1" algn="ctr" rtl="0">
              <a:spcBef>
                <a:spcPts val="0"/>
              </a:spcBef>
              <a:spcAft>
                <a:spcPts val="0"/>
              </a:spcAft>
              <a:buClr>
                <a:schemeClr val="accent5"/>
              </a:buClr>
              <a:buSzPts val="5200"/>
              <a:buNone/>
              <a:defRPr sz="5200">
                <a:solidFill>
                  <a:schemeClr val="accent5"/>
                </a:solidFill>
              </a:defRPr>
            </a:lvl2pPr>
            <a:lvl3pPr lvl="2" algn="ctr" rtl="0">
              <a:spcBef>
                <a:spcPts val="0"/>
              </a:spcBef>
              <a:spcAft>
                <a:spcPts val="0"/>
              </a:spcAft>
              <a:buClr>
                <a:schemeClr val="accent5"/>
              </a:buClr>
              <a:buSzPts val="5200"/>
              <a:buNone/>
              <a:defRPr sz="5200">
                <a:solidFill>
                  <a:schemeClr val="accent5"/>
                </a:solidFill>
              </a:defRPr>
            </a:lvl3pPr>
            <a:lvl4pPr lvl="3" algn="ctr" rtl="0">
              <a:spcBef>
                <a:spcPts val="0"/>
              </a:spcBef>
              <a:spcAft>
                <a:spcPts val="0"/>
              </a:spcAft>
              <a:buClr>
                <a:schemeClr val="accent5"/>
              </a:buClr>
              <a:buSzPts val="5200"/>
              <a:buNone/>
              <a:defRPr sz="5200">
                <a:solidFill>
                  <a:schemeClr val="accent5"/>
                </a:solidFill>
              </a:defRPr>
            </a:lvl4pPr>
            <a:lvl5pPr lvl="4" algn="ctr" rtl="0">
              <a:spcBef>
                <a:spcPts val="0"/>
              </a:spcBef>
              <a:spcAft>
                <a:spcPts val="0"/>
              </a:spcAft>
              <a:buClr>
                <a:schemeClr val="accent5"/>
              </a:buClr>
              <a:buSzPts val="5200"/>
              <a:buNone/>
              <a:defRPr sz="5200">
                <a:solidFill>
                  <a:schemeClr val="accent5"/>
                </a:solidFill>
              </a:defRPr>
            </a:lvl5pPr>
            <a:lvl6pPr lvl="5" algn="ctr" rtl="0">
              <a:spcBef>
                <a:spcPts val="0"/>
              </a:spcBef>
              <a:spcAft>
                <a:spcPts val="0"/>
              </a:spcAft>
              <a:buClr>
                <a:schemeClr val="accent5"/>
              </a:buClr>
              <a:buSzPts val="5200"/>
              <a:buNone/>
              <a:defRPr sz="5200">
                <a:solidFill>
                  <a:schemeClr val="accent5"/>
                </a:solidFill>
              </a:defRPr>
            </a:lvl6pPr>
            <a:lvl7pPr lvl="6" algn="ctr" rtl="0">
              <a:spcBef>
                <a:spcPts val="0"/>
              </a:spcBef>
              <a:spcAft>
                <a:spcPts val="0"/>
              </a:spcAft>
              <a:buClr>
                <a:schemeClr val="accent5"/>
              </a:buClr>
              <a:buSzPts val="5200"/>
              <a:buNone/>
              <a:defRPr sz="5200">
                <a:solidFill>
                  <a:schemeClr val="accent5"/>
                </a:solidFill>
              </a:defRPr>
            </a:lvl7pPr>
            <a:lvl8pPr lvl="7" algn="ctr" rtl="0">
              <a:spcBef>
                <a:spcPts val="0"/>
              </a:spcBef>
              <a:spcAft>
                <a:spcPts val="0"/>
              </a:spcAft>
              <a:buClr>
                <a:schemeClr val="accent5"/>
              </a:buClr>
              <a:buSzPts val="5200"/>
              <a:buNone/>
              <a:defRPr sz="5200">
                <a:solidFill>
                  <a:schemeClr val="accent5"/>
                </a:solidFill>
              </a:defRPr>
            </a:lvl8pPr>
            <a:lvl9pPr lvl="8" algn="ctr" rtl="0">
              <a:spcBef>
                <a:spcPts val="0"/>
              </a:spcBef>
              <a:spcAft>
                <a:spcPts val="0"/>
              </a:spcAft>
              <a:buClr>
                <a:schemeClr val="accent5"/>
              </a:buClr>
              <a:buSzPts val="5200"/>
              <a:buNone/>
              <a:defRPr sz="5200">
                <a:solidFill>
                  <a:schemeClr val="accent5"/>
                </a:solidFill>
              </a:defRPr>
            </a:lvl9pPr>
          </a:lstStyle>
          <a:p>
            <a:r>
              <a:rPr lang="en-US"/>
              <a:t>Click to edit Master title style</a:t>
            </a:r>
            <a:endParaRPr/>
          </a:p>
        </p:txBody>
      </p:sp>
      <p:sp>
        <p:nvSpPr>
          <p:cNvPr id="445" name="Google Shape;445;p32"/>
          <p:cNvSpPr txBox="1">
            <a:spLocks noGrp="1"/>
          </p:cNvSpPr>
          <p:nvPr>
            <p:ph type="subTitle" idx="1"/>
          </p:nvPr>
        </p:nvSpPr>
        <p:spPr>
          <a:xfrm>
            <a:off x="3050667" y="2148391"/>
            <a:ext cx="6090800" cy="69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000"/>
              <a:buNone/>
              <a:defRPr sz="1800"/>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r>
              <a:rPr lang="en-US"/>
              <a:t>Click to edit Master subtitle style</a:t>
            </a:r>
            <a:endParaRPr/>
          </a:p>
        </p:txBody>
      </p:sp>
      <p:sp>
        <p:nvSpPr>
          <p:cNvPr id="446" name="Google Shape;446;p32"/>
          <p:cNvSpPr txBox="1">
            <a:spLocks noGrp="1"/>
          </p:cNvSpPr>
          <p:nvPr>
            <p:ph type="subTitle" idx="2"/>
          </p:nvPr>
        </p:nvSpPr>
        <p:spPr>
          <a:xfrm>
            <a:off x="3676433" y="2733297"/>
            <a:ext cx="4839200" cy="99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rgbClr val="000000"/>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7" name="Google Shape;447;p32"/>
          <p:cNvSpPr txBox="1"/>
          <p:nvPr/>
        </p:nvSpPr>
        <p:spPr>
          <a:xfrm>
            <a:off x="3327600" y="4783167"/>
            <a:ext cx="5537200" cy="820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de" sz="1200">
                <a:solidFill>
                  <a:schemeClr val="dk2"/>
                </a:solidFill>
                <a:latin typeface="Inter"/>
                <a:ea typeface="Inter"/>
                <a:cs typeface="Inter"/>
                <a:sym typeface="Inter"/>
              </a:rPr>
              <a:t>CREDITS: Diese Präsentationsvorlage wurde von </a:t>
            </a:r>
            <a:r>
              <a:rPr lang="de" sz="1200" b="1">
                <a:solidFill>
                  <a:schemeClr val="dk2"/>
                </a:solidFill>
                <a:uFill>
                  <a:noFill/>
                </a:uFill>
                <a:latin typeface="Inter"/>
                <a:ea typeface="Inter"/>
                <a:cs typeface="Inter"/>
                <a:sym typeface="Inter"/>
                <a:hlinkClick r:id="rId2">
                  <a:extLst>
                    <a:ext uri="{A12FA001-AC4F-418D-AE19-62706E023703}">
                      <ahyp:hlinkClr xmlns:ahyp="http://schemas.microsoft.com/office/drawing/2018/hyperlinkcolor" val="tx"/>
                    </a:ext>
                  </a:extLst>
                </a:hlinkClick>
              </a:rPr>
              <a:t>Slidesgo</a:t>
            </a:r>
            <a:r>
              <a:rPr lang="de" sz="1200">
                <a:solidFill>
                  <a:schemeClr val="dk2"/>
                </a:solidFill>
                <a:uFill>
                  <a:noFill/>
                </a:uFill>
                <a:latin typeface="Inter"/>
                <a:ea typeface="Inter"/>
                <a:cs typeface="Inter"/>
                <a:sym typeface="Inter"/>
                <a:hlinkClick r:id="rId2">
                  <a:extLst>
                    <a:ext uri="{A12FA001-AC4F-418D-AE19-62706E023703}">
                      <ahyp:hlinkClr xmlns:ahyp="http://schemas.microsoft.com/office/drawing/2018/hyperlinkcolor" val="tx"/>
                    </a:ext>
                  </a:extLst>
                </a:hlinkClick>
              </a:rPr>
              <a:t> </a:t>
            </a:r>
            <a:r>
              <a:rPr lang="de" sz="1200">
                <a:solidFill>
                  <a:schemeClr val="dk2"/>
                </a:solidFill>
                <a:latin typeface="Inter"/>
                <a:ea typeface="Inter"/>
                <a:cs typeface="Inter"/>
                <a:sym typeface="Inter"/>
              </a:rPr>
              <a:t>erstellt, inklusive Icons von </a:t>
            </a:r>
            <a:r>
              <a:rPr lang="de" sz="1200" b="1">
                <a:solidFill>
                  <a:schemeClr val="dk2"/>
                </a:solidFill>
                <a:uFill>
                  <a:noFill/>
                </a:uFill>
                <a:latin typeface="Inter"/>
                <a:ea typeface="Inter"/>
                <a:cs typeface="Inter"/>
                <a:sym typeface="Inter"/>
                <a:hlinkClick r:id="rId3">
                  <a:extLst>
                    <a:ext uri="{A12FA001-AC4F-418D-AE19-62706E023703}">
                      <ahyp:hlinkClr xmlns:ahyp="http://schemas.microsoft.com/office/drawing/2018/hyperlinkcolor" val="tx"/>
                    </a:ext>
                  </a:extLst>
                </a:hlinkClick>
              </a:rPr>
              <a:t>Flaticon</a:t>
            </a:r>
            <a:r>
              <a:rPr lang="de" sz="1200">
                <a:solidFill>
                  <a:schemeClr val="dk2"/>
                </a:solidFill>
                <a:latin typeface="Inter"/>
                <a:ea typeface="Inter"/>
                <a:cs typeface="Inter"/>
                <a:sym typeface="Inter"/>
              </a:rPr>
              <a:t> und Infografiken &amp; Bilder von </a:t>
            </a:r>
            <a:r>
              <a:rPr lang="de" sz="1200" b="1">
                <a:solidFill>
                  <a:schemeClr val="dk2"/>
                </a:solidFill>
                <a:uFill>
                  <a:noFill/>
                </a:uFill>
                <a:latin typeface="Inter"/>
                <a:ea typeface="Inter"/>
                <a:cs typeface="Inter"/>
                <a:sym typeface="Inter"/>
                <a:hlinkClick r:id="rId4">
                  <a:extLst>
                    <a:ext uri="{A12FA001-AC4F-418D-AE19-62706E023703}">
                      <ahyp:hlinkClr xmlns:ahyp="http://schemas.microsoft.com/office/drawing/2018/hyperlinkcolor" val="tx"/>
                    </a:ext>
                  </a:extLst>
                </a:hlinkClick>
              </a:rPr>
              <a:t>Freepik</a:t>
            </a:r>
            <a:r>
              <a:rPr lang="de" sz="1200">
                <a:solidFill>
                  <a:schemeClr val="dk2"/>
                </a:solidFill>
                <a:uFill>
                  <a:noFill/>
                </a:uFill>
                <a:latin typeface="Inter"/>
                <a:ea typeface="Inter"/>
                <a:cs typeface="Inter"/>
                <a:sym typeface="Inter"/>
                <a:hlinkClick r:id="rId4">
                  <a:extLst>
                    <a:ext uri="{A12FA001-AC4F-418D-AE19-62706E023703}">
                      <ahyp:hlinkClr xmlns:ahyp="http://schemas.microsoft.com/office/drawing/2018/hyperlinkcolor" val="tx"/>
                    </a:ext>
                  </a:extLst>
                </a:hlinkClick>
              </a:rPr>
              <a:t> </a:t>
            </a:r>
            <a:endParaRPr sz="1200">
              <a:solidFill>
                <a:schemeClr val="dk2"/>
              </a:solidFill>
              <a:latin typeface="Inter"/>
              <a:ea typeface="Inter"/>
              <a:cs typeface="Inter"/>
              <a:sym typeface="Inter"/>
            </a:endParaRPr>
          </a:p>
        </p:txBody>
      </p:sp>
    </p:spTree>
    <p:extLst>
      <p:ext uri="{BB962C8B-B14F-4D97-AF65-F5344CB8AC3E}">
        <p14:creationId xmlns:p14="http://schemas.microsoft.com/office/powerpoint/2010/main" val="3005333418"/>
      </p:ext>
    </p:extLst>
  </p:cSld>
  <p:clrMapOvr>
    <a:masterClrMapping/>
  </p:clrMapOvr>
  <p:hf sldNum="0" hdr="0" ftr="0" dt="0"/>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48"/>
        <p:cNvGrpSpPr/>
        <p:nvPr/>
      </p:nvGrpSpPr>
      <p:grpSpPr>
        <a:xfrm>
          <a:off x="0" y="0"/>
          <a:ext cx="0" cy="0"/>
          <a:chOff x="0" y="0"/>
          <a:chExt cx="0" cy="0"/>
        </a:xfrm>
      </p:grpSpPr>
      <p:grpSp>
        <p:nvGrpSpPr>
          <p:cNvPr id="449" name="Google Shape;449;p33"/>
          <p:cNvGrpSpPr/>
          <p:nvPr/>
        </p:nvGrpSpPr>
        <p:grpSpPr>
          <a:xfrm>
            <a:off x="95" y="0"/>
            <a:ext cx="12194516" cy="6858000"/>
            <a:chOff x="70" y="0"/>
            <a:chExt cx="9145887" cy="5143500"/>
          </a:xfrm>
        </p:grpSpPr>
        <p:sp>
          <p:nvSpPr>
            <p:cNvPr id="450" name="Google Shape;450;p33"/>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1" name="Google Shape;451;p33"/>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2" name="Google Shape;452;p33"/>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3" name="Google Shape;453;p33"/>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4" name="Google Shape;454;p33"/>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5" name="Google Shape;455;p33"/>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6" name="Google Shape;456;p33"/>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7" name="Google Shape;457;p33"/>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8" name="Google Shape;458;p33"/>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9" name="Google Shape;459;p33"/>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60" name="Google Shape;460;p33"/>
            <p:cNvGrpSpPr/>
            <p:nvPr/>
          </p:nvGrpSpPr>
          <p:grpSpPr>
            <a:xfrm>
              <a:off x="8246106" y="178472"/>
              <a:ext cx="897900" cy="302453"/>
              <a:chOff x="8246106" y="178472"/>
              <a:chExt cx="897900" cy="302453"/>
            </a:xfrm>
          </p:grpSpPr>
          <p:sp>
            <p:nvSpPr>
              <p:cNvPr id="461" name="Google Shape;461;p33"/>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2" name="Google Shape;462;p33"/>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Tree>
    <p:extLst>
      <p:ext uri="{BB962C8B-B14F-4D97-AF65-F5344CB8AC3E}">
        <p14:creationId xmlns:p14="http://schemas.microsoft.com/office/powerpoint/2010/main" val="1396443602"/>
      </p:ext>
    </p:extLst>
  </p:cSld>
  <p:clrMapOvr>
    <a:masterClrMapping/>
  </p:clrMapOvr>
  <p:hf sldNum="0" hdr="0" ftr="0" dt="0"/>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463"/>
        <p:cNvGrpSpPr/>
        <p:nvPr/>
      </p:nvGrpSpPr>
      <p:grpSpPr>
        <a:xfrm>
          <a:off x="0" y="0"/>
          <a:ext cx="0" cy="0"/>
          <a:chOff x="0" y="0"/>
          <a:chExt cx="0" cy="0"/>
        </a:xfrm>
      </p:grpSpPr>
      <p:grpSp>
        <p:nvGrpSpPr>
          <p:cNvPr id="464" name="Google Shape;464;p34"/>
          <p:cNvGrpSpPr/>
          <p:nvPr/>
        </p:nvGrpSpPr>
        <p:grpSpPr>
          <a:xfrm>
            <a:off x="-2760" y="0"/>
            <a:ext cx="12194768" cy="6858000"/>
            <a:chOff x="-2070" y="0"/>
            <a:chExt cx="9146076" cy="5143500"/>
          </a:xfrm>
        </p:grpSpPr>
        <p:sp>
          <p:nvSpPr>
            <p:cNvPr id="465" name="Google Shape;465;p34"/>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6" name="Google Shape;466;p34"/>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7" name="Google Shape;467;p34"/>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8" name="Google Shape;468;p34"/>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9" name="Google Shape;469;p34"/>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0" name="Google Shape;470;p34"/>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1" name="Google Shape;471;p34"/>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2" name="Google Shape;472;p34"/>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3" name="Google Shape;473;p34"/>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4" name="Google Shape;474;p34"/>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5" name="Google Shape;475;p34"/>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6" name="Google Shape;476;p34"/>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814806189"/>
      </p:ext>
    </p:extLst>
  </p:cSld>
  <p:clrMapOvr>
    <a:masterClrMapping/>
  </p:clrMapOvr>
  <p:hf sldNum="0" hdr="0" ftr="0" dt="0"/>
</p:sldLayout>
</file>

<file path=ppt/slideLayouts/slideLayout14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3750"/>
            </a:lvl1pPr>
          </a:lstStyle>
          <a:p>
            <a:r>
              <a:rPr lang="en-US"/>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4"/>
            <a:ext cx="7470648" cy="3296563"/>
          </a:xfrm>
        </p:spPr>
        <p:txBody>
          <a:bodyPr/>
          <a:lstStyle>
            <a:lvl1pPr marL="0" indent="0">
              <a:lnSpc>
                <a:spcPct val="100000"/>
              </a:lnSpc>
              <a:spcBef>
                <a:spcPts val="0"/>
              </a:spcBef>
              <a:spcAft>
                <a:spcPts val="1125"/>
              </a:spcAft>
              <a:buNone/>
              <a:defRPr sz="1650" b="1"/>
            </a:lvl1pPr>
            <a:lvl2pPr marL="0" indent="0">
              <a:lnSpc>
                <a:spcPct val="100000"/>
              </a:lnSpc>
              <a:spcBef>
                <a:spcPts val="0"/>
              </a:spcBef>
              <a:buNone/>
              <a:defRPr sz="1200" i="1"/>
            </a:lvl2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a:t>www.adaniuni.ac.in</a:t>
            </a:r>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83968645"/>
      </p:ext>
    </p:extLst>
  </p:cSld>
  <p:clrMapOvr>
    <a:masterClrMapping/>
  </p:clrMapOvr>
  <p:hf sldNum="0" hdr="0" ftr="0" dt="0"/>
</p:sldLayout>
</file>

<file path=ppt/slideLayouts/slideLayout14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1240232"/>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480"/>
        <p:cNvGrpSpPr/>
        <p:nvPr/>
      </p:nvGrpSpPr>
      <p:grpSpPr>
        <a:xfrm>
          <a:off x="0" y="0"/>
          <a:ext cx="0" cy="0"/>
          <a:chOff x="0" y="0"/>
          <a:chExt cx="0" cy="0"/>
        </a:xfrm>
      </p:grpSpPr>
    </p:spTree>
    <p:extLst>
      <p:ext uri="{BB962C8B-B14F-4D97-AF65-F5344CB8AC3E}">
        <p14:creationId xmlns:p14="http://schemas.microsoft.com/office/powerpoint/2010/main" val="3906723356"/>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481"/>
        <p:cNvGrpSpPr/>
        <p:nvPr/>
      </p:nvGrpSpPr>
      <p:grpSpPr>
        <a:xfrm>
          <a:off x="0" y="0"/>
          <a:ext cx="0" cy="0"/>
          <a:chOff x="0" y="0"/>
          <a:chExt cx="0" cy="0"/>
        </a:xfrm>
      </p:grpSpPr>
      <p:sp>
        <p:nvSpPr>
          <p:cNvPr id="482" name="Google Shape;482;p37"/>
          <p:cNvSpPr txBox="1">
            <a:spLocks noGrp="1"/>
          </p:cNvSpPr>
          <p:nvPr>
            <p:ph type="title"/>
          </p:nvPr>
        </p:nvSpPr>
        <p:spPr>
          <a:xfrm>
            <a:off x="1397800" y="431800"/>
            <a:ext cx="93964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US"/>
              <a:t>Click to edit Master title style</a:t>
            </a:r>
            <a:endParaRPr/>
          </a:p>
        </p:txBody>
      </p:sp>
    </p:spTree>
    <p:extLst>
      <p:ext uri="{BB962C8B-B14F-4D97-AF65-F5344CB8AC3E}">
        <p14:creationId xmlns:p14="http://schemas.microsoft.com/office/powerpoint/2010/main" val="358925262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
        <p:cNvGrpSpPr/>
        <p:nvPr/>
      </p:nvGrpSpPr>
      <p:grpSpPr>
        <a:xfrm>
          <a:off x="0" y="0"/>
          <a:ext cx="0" cy="0"/>
          <a:chOff x="0" y="0"/>
          <a:chExt cx="0" cy="0"/>
        </a:xfrm>
      </p:grpSpPr>
      <p:sp>
        <p:nvSpPr>
          <p:cNvPr id="17" name="Google Shape;17;p2"/>
          <p:cNvSpPr txBox="1">
            <a:spLocks noGrp="1"/>
          </p:cNvSpPr>
          <p:nvPr>
            <p:ph type="ctrTitle"/>
          </p:nvPr>
        </p:nvSpPr>
        <p:spPr>
          <a:xfrm>
            <a:off x="1205833" y="1448733"/>
            <a:ext cx="7418800" cy="33324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4500" b="0">
                <a:latin typeface="Inter ExtraBold"/>
                <a:ea typeface="Inter ExtraBold"/>
                <a:cs typeface="Inter ExtraBold"/>
                <a:sym typeface="Inter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8" name="Google Shape;18;p2"/>
          <p:cNvSpPr txBox="1">
            <a:spLocks noGrp="1"/>
          </p:cNvSpPr>
          <p:nvPr>
            <p:ph type="subTitle" idx="1"/>
          </p:nvPr>
        </p:nvSpPr>
        <p:spPr>
          <a:xfrm>
            <a:off x="1205833" y="4665833"/>
            <a:ext cx="7418800" cy="696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None/>
              <a:defRPr sz="1800">
                <a:latin typeface="Inter"/>
                <a:ea typeface="Inter"/>
                <a:cs typeface="Inter"/>
                <a:sym typeface="Inter"/>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509470501"/>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3750"/>
            </a:lvl1pPr>
          </a:lstStyle>
          <a:p>
            <a:r>
              <a:rPr lang="en-US"/>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4"/>
            <a:ext cx="7470648" cy="3296563"/>
          </a:xfrm>
        </p:spPr>
        <p:txBody>
          <a:bodyPr/>
          <a:lstStyle>
            <a:lvl1pPr marL="0" indent="0">
              <a:lnSpc>
                <a:spcPct val="100000"/>
              </a:lnSpc>
              <a:spcBef>
                <a:spcPts val="0"/>
              </a:spcBef>
              <a:spcAft>
                <a:spcPts val="1125"/>
              </a:spcAft>
              <a:buNone/>
              <a:defRPr sz="1650" b="1"/>
            </a:lvl1pPr>
            <a:lvl2pPr marL="0" indent="0">
              <a:lnSpc>
                <a:spcPct val="100000"/>
              </a:lnSpc>
              <a:spcBef>
                <a:spcPts val="0"/>
              </a:spcBef>
              <a:buNone/>
              <a:defRPr sz="1200" i="1"/>
            </a:lvl2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a:t>www.adaniuni.ac.in</a:t>
            </a:r>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1162530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4750" y="1028448"/>
            <a:ext cx="11102503" cy="2237266"/>
          </a:xfrm>
          <a:prstGeom prst="rect">
            <a:avLst/>
          </a:prstGeom>
          <a:solidFill>
            <a:schemeClr val="bg1"/>
          </a:solidFill>
          <a:ln>
            <a:noFill/>
          </a:ln>
        </p:spPr>
        <p:txBody>
          <a:bodyPr anchor="b"/>
          <a:lstStyle>
            <a:lvl1pPr algn="ctr">
              <a:defRPr sz="2250" b="1" i="0" baseline="0">
                <a:solidFill>
                  <a:srgbClr val="006DB6"/>
                </a:solidFill>
                <a:latin typeface="Adani Regular" panose="02000503000000020004" pitchFamily="2" charset="0"/>
                <a:cs typeface="Arial" panose="020B0604020202020204" pitchFamily="34" charset="0"/>
              </a:defRPr>
            </a:lvl1pPr>
          </a:lstStyle>
          <a:p>
            <a:r>
              <a:rPr lang="en-US" dirty="0"/>
              <a:t>Title Slide</a:t>
            </a:r>
            <a:endParaRPr lang="en-IN" dirty="0"/>
          </a:p>
        </p:txBody>
      </p:sp>
      <p:sp>
        <p:nvSpPr>
          <p:cNvPr id="3" name="Subtitle 2"/>
          <p:cNvSpPr>
            <a:spLocks noGrp="1"/>
          </p:cNvSpPr>
          <p:nvPr>
            <p:ph type="subTitle" idx="1" hasCustomPrompt="1"/>
          </p:nvPr>
        </p:nvSpPr>
        <p:spPr>
          <a:xfrm>
            <a:off x="544750" y="3619788"/>
            <a:ext cx="11102501" cy="601579"/>
          </a:xfrm>
          <a:prstGeom prst="rect">
            <a:avLst/>
          </a:prstGeom>
        </p:spPr>
        <p:txBody>
          <a:bodyPr anchor="t"/>
          <a:lstStyle>
            <a:lvl1pPr marL="0" indent="0" algn="ctr">
              <a:buNone/>
              <a:defRPr sz="1350" b="0" i="0">
                <a:solidFill>
                  <a:schemeClr val="tx1"/>
                </a:solidFill>
                <a:latin typeface="Adani Medium" panose="02000503000000020004" pitchFamily="2"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 Title</a:t>
            </a:r>
            <a:endParaRPr lang="en-IN" dirty="0"/>
          </a:p>
        </p:txBody>
      </p:sp>
      <p:sp>
        <p:nvSpPr>
          <p:cNvPr id="4" name="Rectangle 3">
            <a:extLst>
              <a:ext uri="{FF2B5EF4-FFF2-40B4-BE49-F238E27FC236}">
                <a16:creationId xmlns:a16="http://schemas.microsoft.com/office/drawing/2014/main" id="{826AA5A4-6C8C-E195-4175-D0136F04D550}"/>
              </a:ext>
            </a:extLst>
          </p:cNvPr>
          <p:cNvSpPr/>
          <p:nvPr/>
        </p:nvSpPr>
        <p:spPr>
          <a:xfrm>
            <a:off x="4296000" y="3402000"/>
            <a:ext cx="3600000" cy="54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dirty="0"/>
          </a:p>
        </p:txBody>
      </p:sp>
      <p:sp>
        <p:nvSpPr>
          <p:cNvPr id="7" name="Text Placeholder 6">
            <a:extLst>
              <a:ext uri="{FF2B5EF4-FFF2-40B4-BE49-F238E27FC236}">
                <a16:creationId xmlns:a16="http://schemas.microsoft.com/office/drawing/2014/main" id="{B23055FA-18D4-B757-EDEC-92243253C14B}"/>
              </a:ext>
            </a:extLst>
          </p:cNvPr>
          <p:cNvSpPr>
            <a:spLocks noGrp="1"/>
          </p:cNvSpPr>
          <p:nvPr>
            <p:ph type="body" sz="quarter" idx="10" hasCustomPrompt="1"/>
          </p:nvPr>
        </p:nvSpPr>
        <p:spPr>
          <a:xfrm>
            <a:off x="3320375" y="4358151"/>
            <a:ext cx="5551251" cy="464392"/>
          </a:xfrm>
          <a:prstGeom prst="rect">
            <a:avLst/>
          </a:prstGeom>
        </p:spPr>
        <p:txBody>
          <a:bodyPr anchor="ctr"/>
          <a:lstStyle>
            <a:lvl1pPr marL="0" indent="0" algn="ctr">
              <a:buNone/>
              <a:defRPr sz="1125" b="0" i="0">
                <a:solidFill>
                  <a:schemeClr val="tx1"/>
                </a:solidFill>
                <a:latin typeface="Adani Regular" panose="02000503000000020004" pitchFamily="2" charset="0"/>
              </a:defRPr>
            </a:lvl1pPr>
          </a:lstStyle>
          <a:p>
            <a:pPr lvl="0"/>
            <a:r>
              <a:rPr lang="en-US" dirty="0"/>
              <a:t>Presented by: John smith</a:t>
            </a:r>
          </a:p>
        </p:txBody>
      </p:sp>
    </p:spTree>
    <p:extLst>
      <p:ext uri="{BB962C8B-B14F-4D97-AF65-F5344CB8AC3E}">
        <p14:creationId xmlns:p14="http://schemas.microsoft.com/office/powerpoint/2010/main" val="213410888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Paragraph 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Paragraph Content Slide</a:t>
            </a:r>
            <a:endParaRPr lang="en-IN" dirty="0"/>
          </a:p>
        </p:txBody>
      </p:sp>
      <p:sp>
        <p:nvSpPr>
          <p:cNvPr id="6" name="Text Placeholder 5">
            <a:extLst>
              <a:ext uri="{FF2B5EF4-FFF2-40B4-BE49-F238E27FC236}">
                <a16:creationId xmlns:a16="http://schemas.microsoft.com/office/drawing/2014/main" id="{256BDAAE-4F1F-4BCD-6572-30DA1F00E09D}"/>
              </a:ext>
            </a:extLst>
          </p:cNvPr>
          <p:cNvSpPr>
            <a:spLocks noGrp="1"/>
          </p:cNvSpPr>
          <p:nvPr>
            <p:ph type="body" sz="quarter" idx="10" hasCustomPrompt="1"/>
          </p:nvPr>
        </p:nvSpPr>
        <p:spPr>
          <a:xfrm>
            <a:off x="550863" y="1636713"/>
            <a:ext cx="11090275" cy="4672012"/>
          </a:xfrm>
          <a:prstGeom prst="rect">
            <a:avLst/>
          </a:prstGeom>
        </p:spPr>
        <p:txBody>
          <a:bodyPr wrap="square" numCol="2" spcCol="540000"/>
          <a:lstStyle>
            <a:lvl1pPr marL="0" indent="0" algn="just">
              <a:buNone/>
              <a:defRPr sz="1125" b="0" i="0">
                <a:latin typeface="Adani Regular" panose="02000503000000020004" pitchFamily="2" charset="0"/>
              </a:defRPr>
            </a:lvl1pPr>
            <a:lvl2pPr>
              <a:defRPr b="0" i="0">
                <a:latin typeface="Adani Regular" panose="02000503000000020004" pitchFamily="2" charset="0"/>
              </a:defRPr>
            </a:lvl2pPr>
            <a:lvl3pPr>
              <a:defRPr b="0" i="0">
                <a:latin typeface="Adani Regular" panose="02000503000000020004" pitchFamily="2" charset="0"/>
              </a:defRPr>
            </a:lvl3pPr>
            <a:lvl4pPr>
              <a:defRPr b="0" i="0">
                <a:latin typeface="Adani Regular" panose="02000503000000020004" pitchFamily="2" charset="0"/>
              </a:defRPr>
            </a:lvl4pPr>
            <a:lvl5pPr>
              <a:defRPr b="0" i="0">
                <a:latin typeface="Adani Regular" panose="02000503000000020004" pitchFamily="2"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Suspendisse</a:t>
            </a:r>
            <a:r>
              <a:rPr lang="en-US" dirty="0"/>
              <a:t> </a:t>
            </a:r>
            <a:r>
              <a:rPr lang="en-US" dirty="0" err="1"/>
              <a:t>nec</a:t>
            </a:r>
            <a:r>
              <a:rPr lang="en-US" dirty="0"/>
              <a:t> </a:t>
            </a:r>
            <a:r>
              <a:rPr lang="en-US" dirty="0" err="1"/>
              <a:t>justo</a:t>
            </a:r>
            <a:r>
              <a:rPr lang="en-US" dirty="0"/>
              <a:t> </a:t>
            </a:r>
            <a:r>
              <a:rPr lang="en-US" dirty="0" err="1"/>
              <a:t>nec</a:t>
            </a:r>
            <a:r>
              <a:rPr lang="en-US" dirty="0"/>
              <a:t> </a:t>
            </a:r>
            <a:r>
              <a:rPr lang="en-US" dirty="0" err="1"/>
              <a:t>arcu</a:t>
            </a:r>
            <a:r>
              <a:rPr lang="en-US" dirty="0"/>
              <a:t> </a:t>
            </a:r>
            <a:r>
              <a:rPr lang="en-US" dirty="0" err="1"/>
              <a:t>aliquam</a:t>
            </a:r>
            <a:r>
              <a:rPr lang="en-US" dirty="0"/>
              <a:t> </a:t>
            </a:r>
            <a:r>
              <a:rPr lang="en-US" dirty="0" err="1"/>
              <a:t>sagittis</a:t>
            </a:r>
            <a:r>
              <a:rPr lang="en-US" dirty="0"/>
              <a:t> id sit </a:t>
            </a:r>
            <a:r>
              <a:rPr lang="en-US" dirty="0" err="1"/>
              <a:t>amet</a:t>
            </a:r>
            <a:r>
              <a:rPr lang="en-US" dirty="0"/>
              <a:t> </a:t>
            </a:r>
            <a:r>
              <a:rPr lang="en-US" dirty="0" err="1"/>
              <a:t>justo</a:t>
            </a:r>
            <a:r>
              <a:rPr lang="en-US" dirty="0"/>
              <a:t>. In </a:t>
            </a:r>
            <a:r>
              <a:rPr lang="en-US" dirty="0" err="1"/>
              <a:t>tincidunt</a:t>
            </a:r>
            <a:r>
              <a:rPr lang="en-US" dirty="0"/>
              <a:t>, dolor </a:t>
            </a:r>
            <a:r>
              <a:rPr lang="en-US" dirty="0" err="1"/>
              <a:t>nec</a:t>
            </a:r>
            <a:r>
              <a:rPr lang="en-US" dirty="0"/>
              <a:t> </a:t>
            </a:r>
            <a:r>
              <a:rPr lang="en-US" dirty="0" err="1"/>
              <a:t>sagittis</a:t>
            </a:r>
            <a:r>
              <a:rPr lang="en-US" dirty="0"/>
              <a:t> </a:t>
            </a:r>
            <a:r>
              <a:rPr lang="en-US" dirty="0" err="1"/>
              <a:t>dignissim</a:t>
            </a:r>
            <a:r>
              <a:rPr lang="en-US" dirty="0"/>
              <a:t>, </a:t>
            </a:r>
            <a:r>
              <a:rPr lang="en-US" dirty="0" err="1"/>
              <a:t>nunc</a:t>
            </a:r>
            <a:r>
              <a:rPr lang="en-US" dirty="0"/>
              <a:t> </a:t>
            </a:r>
            <a:r>
              <a:rPr lang="en-US" dirty="0" err="1"/>
              <a:t>erat</a:t>
            </a:r>
            <a:r>
              <a:rPr lang="en-US" dirty="0"/>
              <a:t> auctor </a:t>
            </a:r>
            <a:r>
              <a:rPr lang="en-US" dirty="0" err="1"/>
              <a:t>sapien</a:t>
            </a:r>
            <a:r>
              <a:rPr lang="en-US" dirty="0"/>
              <a:t>, sed </a:t>
            </a:r>
            <a:r>
              <a:rPr lang="en-US" dirty="0" err="1"/>
              <a:t>fringilla</a:t>
            </a:r>
            <a:r>
              <a:rPr lang="en-US" dirty="0"/>
              <a:t> </a:t>
            </a:r>
            <a:r>
              <a:rPr lang="en-US" dirty="0" err="1"/>
              <a:t>turpis</a:t>
            </a:r>
            <a:r>
              <a:rPr lang="en-US" dirty="0"/>
              <a:t> </a:t>
            </a:r>
            <a:r>
              <a:rPr lang="en-US" dirty="0" err="1"/>
              <a:t>risus</a:t>
            </a:r>
            <a:r>
              <a:rPr lang="en-US" dirty="0"/>
              <a:t> </a:t>
            </a:r>
            <a:r>
              <a:rPr lang="en-US" dirty="0" err="1"/>
              <a:t>viverra</a:t>
            </a:r>
            <a:r>
              <a:rPr lang="en-US" dirty="0"/>
              <a:t> </a:t>
            </a:r>
            <a:r>
              <a:rPr lang="en-US" dirty="0" err="1"/>
              <a:t>lectus</a:t>
            </a:r>
            <a:r>
              <a:rPr lang="en-US" dirty="0"/>
              <a:t>. </a:t>
            </a:r>
            <a:r>
              <a:rPr lang="en-US" dirty="0" err="1"/>
              <a:t>Nullam</a:t>
            </a:r>
            <a:r>
              <a:rPr lang="en-US" dirty="0"/>
              <a:t> </a:t>
            </a:r>
            <a:r>
              <a:rPr lang="en-US" dirty="0" err="1"/>
              <a:t>quis</a:t>
            </a:r>
            <a:r>
              <a:rPr lang="en-US" dirty="0"/>
              <a:t> </a:t>
            </a:r>
            <a:r>
              <a:rPr lang="en-US" dirty="0" err="1"/>
              <a:t>fringilla</a:t>
            </a:r>
            <a:r>
              <a:rPr lang="en-US" dirty="0"/>
              <a:t> ligula. Sed in </a:t>
            </a:r>
            <a:r>
              <a:rPr lang="en-US" dirty="0" err="1"/>
              <a:t>turpis</a:t>
            </a:r>
            <a:r>
              <a:rPr lang="en-US" dirty="0"/>
              <a:t> a </a:t>
            </a:r>
            <a:r>
              <a:rPr lang="en-US" dirty="0" err="1"/>
              <a:t>odio</a:t>
            </a:r>
            <a:r>
              <a:rPr lang="en-US" dirty="0"/>
              <a:t> </a:t>
            </a:r>
            <a:r>
              <a:rPr lang="en-US" dirty="0" err="1"/>
              <a:t>ornare</a:t>
            </a:r>
            <a:r>
              <a:rPr lang="en-US" dirty="0"/>
              <a:t> </a:t>
            </a:r>
            <a:r>
              <a:rPr lang="en-US" dirty="0" err="1"/>
              <a:t>condimentum</a:t>
            </a:r>
            <a:r>
              <a:rPr lang="en-US" dirty="0"/>
              <a:t> </a:t>
            </a:r>
            <a:r>
              <a:rPr lang="en-US" dirty="0" err="1"/>
              <a:t>ut</a:t>
            </a:r>
            <a:r>
              <a:rPr lang="en-US" dirty="0"/>
              <a:t> </a:t>
            </a:r>
            <a:r>
              <a:rPr lang="en-US" dirty="0" err="1"/>
              <a:t>eget</a:t>
            </a:r>
            <a:r>
              <a:rPr lang="en-US" dirty="0"/>
              <a:t> </a:t>
            </a:r>
            <a:r>
              <a:rPr lang="en-US" dirty="0" err="1"/>
              <a:t>orci</a:t>
            </a:r>
            <a:r>
              <a:rPr lang="en-US" dirty="0"/>
              <a:t>. Donec eros </a:t>
            </a:r>
            <a:r>
              <a:rPr lang="en-US" dirty="0" err="1"/>
              <a:t>nulla</a:t>
            </a:r>
            <a:r>
              <a:rPr lang="en-US" dirty="0"/>
              <a:t>, lacinia </a:t>
            </a:r>
            <a:r>
              <a:rPr lang="en-US" dirty="0" err="1"/>
              <a:t>ut</a:t>
            </a:r>
            <a:r>
              <a:rPr lang="en-US" dirty="0"/>
              <a:t> dictum id, </a:t>
            </a:r>
            <a:r>
              <a:rPr lang="en-US" dirty="0" err="1"/>
              <a:t>congue</a:t>
            </a:r>
            <a:r>
              <a:rPr lang="en-US" dirty="0"/>
              <a:t> </a:t>
            </a:r>
            <a:r>
              <a:rPr lang="en-US" dirty="0" err="1"/>
              <a:t>mollis</a:t>
            </a:r>
            <a:r>
              <a:rPr lang="en-US" dirty="0"/>
              <a:t> </a:t>
            </a:r>
            <a:r>
              <a:rPr lang="en-US" dirty="0" err="1"/>
              <a:t>leo</a:t>
            </a:r>
            <a:r>
              <a:rPr lang="en-US" dirty="0"/>
              <a:t>. Aenean vel </a:t>
            </a:r>
            <a:r>
              <a:rPr lang="en-US" dirty="0" err="1"/>
              <a:t>orci</a:t>
            </a:r>
            <a:r>
              <a:rPr lang="en-US" dirty="0"/>
              <a:t> nisi. Nam </a:t>
            </a:r>
            <a:r>
              <a:rPr lang="en-US" dirty="0" err="1"/>
              <a:t>blandit</a:t>
            </a:r>
            <a:r>
              <a:rPr lang="en-US" dirty="0"/>
              <a:t> </a:t>
            </a:r>
            <a:r>
              <a:rPr lang="en-US" dirty="0" err="1"/>
              <a:t>pretium</a:t>
            </a:r>
            <a:r>
              <a:rPr lang="en-US" dirty="0"/>
              <a:t> ex, id </a:t>
            </a:r>
            <a:r>
              <a:rPr lang="en-US" dirty="0" err="1"/>
              <a:t>egestas</a:t>
            </a:r>
            <a:r>
              <a:rPr lang="en-US" dirty="0"/>
              <a:t> ante </a:t>
            </a:r>
            <a:r>
              <a:rPr lang="en-US" dirty="0" err="1"/>
              <a:t>congue</a:t>
            </a:r>
            <a:r>
              <a:rPr lang="en-US" dirty="0"/>
              <a:t> </a:t>
            </a:r>
            <a:r>
              <a:rPr lang="en-US" dirty="0" err="1"/>
              <a:t>quis</a:t>
            </a:r>
            <a:r>
              <a:rPr lang="en-US" dirty="0"/>
              <a:t>. Integer a pulvinar </a:t>
            </a:r>
            <a:r>
              <a:rPr lang="en-US" dirty="0" err="1"/>
              <a:t>justo</a:t>
            </a:r>
            <a:r>
              <a:rPr lang="en-US" dirty="0"/>
              <a:t>, </a:t>
            </a:r>
            <a:r>
              <a:rPr lang="en-US" dirty="0" err="1"/>
              <a:t>quis</a:t>
            </a:r>
            <a:r>
              <a:rPr lang="en-US" dirty="0"/>
              <a:t> </a:t>
            </a:r>
            <a:r>
              <a:rPr lang="en-US" dirty="0" err="1"/>
              <a:t>varius</a:t>
            </a:r>
            <a:r>
              <a:rPr lang="en-US" dirty="0"/>
              <a:t> est. Morbi </a:t>
            </a:r>
            <a:r>
              <a:rPr lang="en-US" dirty="0" err="1"/>
              <a:t>erat</a:t>
            </a:r>
            <a:r>
              <a:rPr lang="en-US" dirty="0"/>
              <a:t> </a:t>
            </a:r>
            <a:r>
              <a:rPr lang="en-US" dirty="0" err="1"/>
              <a:t>tortor</a:t>
            </a:r>
            <a:r>
              <a:rPr lang="en-US" dirty="0"/>
              <a:t>, </a:t>
            </a:r>
            <a:r>
              <a:rPr lang="en-US" dirty="0" err="1"/>
              <a:t>volutpat</a:t>
            </a:r>
            <a:r>
              <a:rPr lang="en-US" dirty="0"/>
              <a:t> </a:t>
            </a:r>
            <a:r>
              <a:rPr lang="en-US" dirty="0" err="1"/>
              <a:t>eu</a:t>
            </a:r>
            <a:r>
              <a:rPr lang="en-US" dirty="0"/>
              <a:t> mi vitae, </a:t>
            </a:r>
            <a:r>
              <a:rPr lang="en-US" dirty="0" err="1"/>
              <a:t>sagittis</a:t>
            </a:r>
            <a:r>
              <a:rPr lang="en-US" dirty="0"/>
              <a:t> </a:t>
            </a:r>
            <a:r>
              <a:rPr lang="en-US" dirty="0" err="1"/>
              <a:t>hendrerit</a:t>
            </a:r>
            <a:r>
              <a:rPr lang="en-US" dirty="0"/>
              <a:t> </a:t>
            </a:r>
            <a:r>
              <a:rPr lang="en-US" dirty="0" err="1"/>
              <a:t>metus</a:t>
            </a:r>
            <a:r>
              <a:rPr lang="en-US" dirty="0"/>
              <a:t>. </a:t>
            </a:r>
            <a:r>
              <a:rPr lang="en-US" dirty="0" err="1"/>
              <a:t>Fusce</a:t>
            </a:r>
            <a:r>
              <a:rPr lang="en-US" dirty="0"/>
              <a:t> </a:t>
            </a:r>
            <a:r>
              <a:rPr lang="en-US" dirty="0" err="1"/>
              <a:t>interdum</a:t>
            </a:r>
            <a:r>
              <a:rPr lang="en-US" dirty="0"/>
              <a:t> </a:t>
            </a:r>
            <a:r>
              <a:rPr lang="en-US" dirty="0" err="1"/>
              <a:t>tincidunt</a:t>
            </a:r>
            <a:r>
              <a:rPr lang="en-US" dirty="0"/>
              <a:t> </a:t>
            </a:r>
            <a:r>
              <a:rPr lang="en-US" dirty="0" err="1"/>
              <a:t>porttitor</a:t>
            </a:r>
            <a:r>
              <a:rPr lang="en-US" dirty="0"/>
              <a:t>. Proin at dui </a:t>
            </a:r>
            <a:r>
              <a:rPr lang="en-US" dirty="0" err="1"/>
              <a:t>mauris.Maecenas</a:t>
            </a:r>
            <a:r>
              <a:rPr lang="en-US" dirty="0"/>
              <a:t> </a:t>
            </a:r>
            <a:r>
              <a:rPr lang="en-US" dirty="0" err="1"/>
              <a:t>feugiat</a:t>
            </a:r>
            <a:r>
              <a:rPr lang="en-US" dirty="0"/>
              <a:t> dictum </a:t>
            </a:r>
            <a:r>
              <a:rPr lang="en-US" dirty="0" err="1"/>
              <a:t>enim</a:t>
            </a:r>
            <a:r>
              <a:rPr lang="en-US" dirty="0"/>
              <a:t>, </a:t>
            </a:r>
            <a:r>
              <a:rPr lang="en-US" dirty="0" err="1"/>
              <a:t>eu</a:t>
            </a:r>
            <a:r>
              <a:rPr lang="en-US" dirty="0"/>
              <a:t> </a:t>
            </a:r>
            <a:r>
              <a:rPr lang="en-US" dirty="0" err="1"/>
              <a:t>consectetur</a:t>
            </a:r>
            <a:r>
              <a:rPr lang="en-US" dirty="0"/>
              <a:t> </a:t>
            </a:r>
            <a:r>
              <a:rPr lang="en-US" dirty="0" err="1"/>
              <a:t>sem</a:t>
            </a:r>
            <a:r>
              <a:rPr lang="en-US" dirty="0"/>
              <a:t> </a:t>
            </a:r>
            <a:r>
              <a:rPr lang="en-US" dirty="0" err="1"/>
              <a:t>malesuada</a:t>
            </a:r>
            <a:r>
              <a:rPr lang="en-US" dirty="0"/>
              <a:t> </a:t>
            </a:r>
            <a:r>
              <a:rPr lang="en-US" dirty="0" err="1"/>
              <a:t>quis</a:t>
            </a:r>
            <a:r>
              <a:rPr lang="en-US" dirty="0"/>
              <a:t>. </a:t>
            </a:r>
            <a:r>
              <a:rPr lang="en-US" dirty="0" err="1"/>
              <a:t>Mauris</a:t>
            </a:r>
            <a:r>
              <a:rPr lang="en-US" dirty="0"/>
              <a:t> at </a:t>
            </a:r>
            <a:r>
              <a:rPr lang="en-US" dirty="0" err="1"/>
              <a:t>aliquet</a:t>
            </a:r>
            <a:r>
              <a:rPr lang="en-US" dirty="0"/>
              <a:t> </a:t>
            </a:r>
            <a:r>
              <a:rPr lang="en-US" dirty="0" err="1"/>
              <a:t>nulla</a:t>
            </a:r>
            <a:r>
              <a:rPr lang="en-US" dirty="0"/>
              <a:t>, sed </a:t>
            </a:r>
            <a:r>
              <a:rPr lang="en-US" dirty="0" err="1"/>
              <a:t>volutpat</a:t>
            </a:r>
            <a:r>
              <a:rPr lang="en-US" dirty="0"/>
              <a:t> </a:t>
            </a:r>
            <a:r>
              <a:rPr lang="en-US" dirty="0" err="1"/>
              <a:t>metus</a:t>
            </a:r>
            <a:r>
              <a:rPr lang="en-US" dirty="0"/>
              <a:t>. In hac </a:t>
            </a:r>
            <a:r>
              <a:rPr lang="en-US" dirty="0" err="1"/>
              <a:t>habitasse</a:t>
            </a:r>
            <a:r>
              <a:rPr lang="en-US" dirty="0"/>
              <a:t> </a:t>
            </a:r>
            <a:r>
              <a:rPr lang="en-US" dirty="0" err="1"/>
              <a:t>platea</a:t>
            </a:r>
            <a:r>
              <a:rPr lang="en-US" dirty="0"/>
              <a:t> </a:t>
            </a:r>
            <a:r>
              <a:rPr lang="en-US" dirty="0" err="1"/>
              <a:t>dictumst</a:t>
            </a:r>
            <a:r>
              <a:rPr lang="en-US" dirty="0"/>
              <a:t>. </a:t>
            </a:r>
            <a:r>
              <a:rPr lang="en-US" dirty="0" err="1"/>
              <a:t>Phasellus</a:t>
            </a:r>
            <a:r>
              <a:rPr lang="en-US" dirty="0"/>
              <a:t> </a:t>
            </a:r>
            <a:r>
              <a:rPr lang="en-US" dirty="0" err="1"/>
              <a:t>nec</a:t>
            </a:r>
            <a:r>
              <a:rPr lang="en-US" dirty="0"/>
              <a:t> vestibulum </a:t>
            </a:r>
            <a:r>
              <a:rPr lang="en-US" dirty="0" err="1"/>
              <a:t>urna</a:t>
            </a:r>
            <a:r>
              <a:rPr lang="en-US" dirty="0"/>
              <a:t>. Aenean </a:t>
            </a:r>
            <a:r>
              <a:rPr lang="en-US" dirty="0" err="1"/>
              <a:t>mollis</a:t>
            </a:r>
            <a:r>
              <a:rPr lang="en-US" dirty="0"/>
              <a:t> pharetra </a:t>
            </a:r>
            <a:r>
              <a:rPr lang="en-US" dirty="0" err="1"/>
              <a:t>odio</a:t>
            </a:r>
            <a:r>
              <a:rPr lang="en-US" dirty="0"/>
              <a:t>, </a:t>
            </a:r>
            <a:r>
              <a:rPr lang="en-US" dirty="0" err="1"/>
              <a:t>ut</a:t>
            </a:r>
            <a:r>
              <a:rPr lang="en-US" dirty="0"/>
              <a:t> </a:t>
            </a:r>
            <a:r>
              <a:rPr lang="en-US" dirty="0" err="1"/>
              <a:t>aliquet</a:t>
            </a:r>
            <a:r>
              <a:rPr lang="en-US" dirty="0"/>
              <a:t> </a:t>
            </a:r>
            <a:r>
              <a:rPr lang="en-US" dirty="0" err="1"/>
              <a:t>neque</a:t>
            </a:r>
            <a:r>
              <a:rPr lang="en-US" dirty="0"/>
              <a:t> </a:t>
            </a:r>
            <a:r>
              <a:rPr lang="en-US" dirty="0" err="1"/>
              <a:t>aliquet</a:t>
            </a:r>
            <a:r>
              <a:rPr lang="en-US" dirty="0"/>
              <a:t> </a:t>
            </a:r>
            <a:r>
              <a:rPr lang="en-US" dirty="0" err="1"/>
              <a:t>porttitor</a:t>
            </a:r>
            <a:r>
              <a:rPr lang="en-US" dirty="0"/>
              <a:t>. Sed </a:t>
            </a:r>
            <a:r>
              <a:rPr lang="en-US" dirty="0" err="1"/>
              <a:t>finibus</a:t>
            </a:r>
            <a:r>
              <a:rPr lang="en-US" dirty="0"/>
              <a:t>, </a:t>
            </a:r>
            <a:r>
              <a:rPr lang="en-US" dirty="0" err="1"/>
              <a:t>risus</a:t>
            </a:r>
            <a:r>
              <a:rPr lang="en-US" dirty="0"/>
              <a:t> </a:t>
            </a:r>
            <a:r>
              <a:rPr lang="en-US" dirty="0" err="1"/>
              <a:t>eget</a:t>
            </a:r>
            <a:r>
              <a:rPr lang="en-US" dirty="0"/>
              <a:t> </a:t>
            </a:r>
            <a:r>
              <a:rPr lang="en-US" dirty="0" err="1"/>
              <a:t>vehicula</a:t>
            </a:r>
            <a:r>
              <a:rPr lang="en-US" dirty="0"/>
              <a:t> </a:t>
            </a:r>
            <a:r>
              <a:rPr lang="en-US" dirty="0" err="1"/>
              <a:t>pellentesque</a:t>
            </a:r>
            <a:r>
              <a:rPr lang="en-US" dirty="0"/>
              <a:t>, </a:t>
            </a:r>
            <a:r>
              <a:rPr lang="en-US" dirty="0" err="1"/>
              <a:t>neque</a:t>
            </a:r>
            <a:r>
              <a:rPr lang="en-US" dirty="0"/>
              <a:t> magna </a:t>
            </a:r>
            <a:r>
              <a:rPr lang="en-US" dirty="0" err="1"/>
              <a:t>tempor</a:t>
            </a:r>
            <a:r>
              <a:rPr lang="en-US" dirty="0"/>
              <a:t> lorem, at </a:t>
            </a:r>
            <a:r>
              <a:rPr lang="en-US" dirty="0" err="1"/>
              <a:t>viverra</a:t>
            </a:r>
            <a:r>
              <a:rPr lang="en-US" dirty="0"/>
              <a:t> lorem </a:t>
            </a:r>
            <a:r>
              <a:rPr lang="en-US" dirty="0" err="1"/>
              <a:t>leo</a:t>
            </a:r>
            <a:r>
              <a:rPr lang="en-US" dirty="0"/>
              <a:t> </a:t>
            </a:r>
            <a:r>
              <a:rPr lang="en-US" dirty="0" err="1"/>
              <a:t>eu</a:t>
            </a:r>
            <a:r>
              <a:rPr lang="en-US" dirty="0"/>
              <a:t> dolor. </a:t>
            </a:r>
            <a:r>
              <a:rPr lang="en-US" dirty="0" err="1"/>
              <a:t>Quisque</a:t>
            </a:r>
            <a:r>
              <a:rPr lang="en-US" dirty="0"/>
              <a:t> </a:t>
            </a:r>
            <a:r>
              <a:rPr lang="en-US" dirty="0" err="1"/>
              <a:t>fringilla</a:t>
            </a:r>
            <a:r>
              <a:rPr lang="en-US" dirty="0"/>
              <a:t> in </a:t>
            </a:r>
            <a:r>
              <a:rPr lang="en-US" dirty="0" err="1"/>
              <a:t>nibh</a:t>
            </a:r>
            <a:r>
              <a:rPr lang="en-US" dirty="0"/>
              <a:t> a </a:t>
            </a:r>
            <a:r>
              <a:rPr lang="en-US" dirty="0" err="1"/>
              <a:t>tincidunt</a:t>
            </a:r>
            <a:r>
              <a:rPr lang="en-US" dirty="0"/>
              <a:t>. </a:t>
            </a:r>
            <a:r>
              <a:rPr lang="en-US" dirty="0" err="1"/>
              <a:t>Pellentesque</a:t>
            </a:r>
            <a:r>
              <a:rPr lang="en-US" dirty="0"/>
              <a:t> </a:t>
            </a:r>
            <a:r>
              <a:rPr lang="en-US" dirty="0" err="1"/>
              <a:t>volutpat</a:t>
            </a:r>
            <a:r>
              <a:rPr lang="en-US" dirty="0"/>
              <a:t> </a:t>
            </a:r>
            <a:r>
              <a:rPr lang="en-US" dirty="0" err="1"/>
              <a:t>molestie</a:t>
            </a:r>
            <a:r>
              <a:rPr lang="en-US" dirty="0"/>
              <a:t> </a:t>
            </a:r>
            <a:r>
              <a:rPr lang="en-US" dirty="0" err="1"/>
              <a:t>molestie</a:t>
            </a:r>
            <a:r>
              <a:rPr lang="en-US" dirty="0"/>
              <a:t>. Sed </a:t>
            </a:r>
            <a:r>
              <a:rPr lang="en-US" dirty="0" err="1"/>
              <a:t>commodo</a:t>
            </a:r>
            <a:r>
              <a:rPr lang="en-US" dirty="0"/>
              <a:t> </a:t>
            </a:r>
            <a:r>
              <a:rPr lang="en-US" dirty="0" err="1"/>
              <a:t>tortor</a:t>
            </a:r>
            <a:r>
              <a:rPr lang="en-US" dirty="0"/>
              <a:t> et </a:t>
            </a:r>
            <a:r>
              <a:rPr lang="en-US" dirty="0" err="1"/>
              <a:t>blandit</a:t>
            </a:r>
            <a:r>
              <a:rPr lang="en-US" dirty="0"/>
              <a:t> </a:t>
            </a:r>
            <a:r>
              <a:rPr lang="en-US" dirty="0" err="1"/>
              <a:t>ultricies</a:t>
            </a:r>
            <a:r>
              <a:rPr lang="en-US" dirty="0"/>
              <a:t>. </a:t>
            </a:r>
            <a:r>
              <a:rPr lang="en-US" dirty="0" err="1"/>
              <a:t>Suspendisse</a:t>
            </a:r>
            <a:r>
              <a:rPr lang="en-US" dirty="0"/>
              <a:t> </a:t>
            </a:r>
            <a:r>
              <a:rPr lang="en-US" dirty="0" err="1"/>
              <a:t>potenti</a:t>
            </a:r>
            <a:r>
              <a:rPr lang="en-US" dirty="0"/>
              <a:t>. </a:t>
            </a:r>
            <a:r>
              <a:rPr lang="en-US" dirty="0" err="1"/>
              <a:t>Interdum</a:t>
            </a:r>
            <a:r>
              <a:rPr lang="en-US" dirty="0"/>
              <a:t> et </a:t>
            </a:r>
            <a:r>
              <a:rPr lang="en-US" dirty="0" err="1"/>
              <a:t>malesuada</a:t>
            </a:r>
            <a:r>
              <a:rPr lang="en-US" dirty="0"/>
              <a:t> fames ac ante ipsum </a:t>
            </a:r>
            <a:r>
              <a:rPr lang="en-US" dirty="0" err="1"/>
              <a:t>primis</a:t>
            </a:r>
            <a:r>
              <a:rPr lang="en-US" dirty="0"/>
              <a:t> in </a:t>
            </a:r>
            <a:r>
              <a:rPr lang="en-US" dirty="0" err="1"/>
              <a:t>faucibus</a:t>
            </a:r>
            <a:r>
              <a:rPr lang="en-US" dirty="0"/>
              <a:t>. </a:t>
            </a:r>
            <a:r>
              <a:rPr lang="en-US" dirty="0" err="1"/>
              <a:t>Nulla</a:t>
            </a:r>
            <a:r>
              <a:rPr lang="en-US" dirty="0"/>
              <a:t> </a:t>
            </a:r>
            <a:r>
              <a:rPr lang="en-US" dirty="0" err="1"/>
              <a:t>porttitor</a:t>
            </a:r>
            <a:r>
              <a:rPr lang="en-US" dirty="0"/>
              <a:t> </a:t>
            </a:r>
            <a:r>
              <a:rPr lang="en-US" dirty="0" err="1"/>
              <a:t>nibh</a:t>
            </a:r>
            <a:r>
              <a:rPr lang="en-US" dirty="0"/>
              <a:t> sed convallis semper. Integer diam </a:t>
            </a:r>
            <a:r>
              <a:rPr lang="en-US" dirty="0" err="1"/>
              <a:t>nisl</a:t>
            </a:r>
            <a:r>
              <a:rPr lang="en-US" dirty="0"/>
              <a:t>, tempus </a:t>
            </a:r>
            <a:r>
              <a:rPr lang="en-US" dirty="0" err="1"/>
              <a:t>eget</a:t>
            </a:r>
            <a:r>
              <a:rPr lang="en-US" dirty="0"/>
              <a:t> pharetra </a:t>
            </a:r>
            <a:r>
              <a:rPr lang="en-US" dirty="0" err="1"/>
              <a:t>nec</a:t>
            </a:r>
            <a:r>
              <a:rPr lang="en-US" dirty="0"/>
              <a:t>, </a:t>
            </a:r>
            <a:r>
              <a:rPr lang="en-US" dirty="0" err="1"/>
              <a:t>rhoncus</a:t>
            </a:r>
            <a:r>
              <a:rPr lang="en-US" dirty="0"/>
              <a:t> id </a:t>
            </a:r>
            <a:r>
              <a:rPr lang="en-US" dirty="0" err="1"/>
              <a:t>turpis</a:t>
            </a:r>
            <a:r>
              <a:rPr lang="en-US" dirty="0"/>
              <a:t>. Aenean id </a:t>
            </a:r>
            <a:r>
              <a:rPr lang="en-US" dirty="0" err="1"/>
              <a:t>massa</a:t>
            </a:r>
            <a:r>
              <a:rPr lang="en-US" dirty="0"/>
              <a:t> dui.</a:t>
            </a:r>
            <a:r>
              <a:rPr lang="en-IN" b="0" i="0" dirty="0" err="1">
                <a:solidFill>
                  <a:srgbClr val="000000"/>
                </a:solidFill>
                <a:effectLst/>
                <a:latin typeface="Open Sans" panose="020B0606030504020204" pitchFamily="34" charset="0"/>
              </a:rPr>
              <a:t>Suspendisse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varius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mauris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purus</a:t>
            </a:r>
            <a:r>
              <a:rPr lang="en-IN" b="0" i="0" dirty="0">
                <a:solidFill>
                  <a:srgbClr val="000000"/>
                </a:solidFill>
                <a:effectLst/>
                <a:latin typeface="Open Sans" panose="020B0606030504020204" pitchFamily="34" charset="0"/>
              </a:rPr>
              <a:t>, et </a:t>
            </a:r>
            <a:r>
              <a:rPr lang="en-IN" b="0" i="0" dirty="0" err="1">
                <a:solidFill>
                  <a:srgbClr val="000000"/>
                </a:solidFill>
                <a:effectLst/>
                <a:latin typeface="Open Sans" panose="020B0606030504020204" pitchFamily="34" charset="0"/>
              </a:rPr>
              <a:t>bibendum</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elit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aliquet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eget</a:t>
            </a:r>
            <a:r>
              <a:rPr lang="en-IN" b="0" i="0" dirty="0">
                <a:solidFill>
                  <a:srgbClr val="000000"/>
                </a:solidFill>
                <a:effectLst/>
                <a:latin typeface="Open Sans" panose="020B0606030504020204" pitchFamily="34" charset="0"/>
              </a:rPr>
              <a:t>. Integer cursus </a:t>
            </a:r>
            <a:r>
              <a:rPr lang="en-IN" b="0" i="0" dirty="0" err="1">
                <a:solidFill>
                  <a:srgbClr val="000000"/>
                </a:solidFill>
                <a:effectLst/>
                <a:latin typeface="Open Sans" panose="020B0606030504020204" pitchFamily="34" charset="0"/>
              </a:rPr>
              <a:t>diam</a:t>
            </a:r>
            <a:r>
              <a:rPr lang="en-IN" b="0" i="0" dirty="0">
                <a:solidFill>
                  <a:srgbClr val="000000"/>
                </a:solidFill>
                <a:effectLst/>
                <a:latin typeface="Open Sans" panose="020B0606030504020204" pitchFamily="34" charset="0"/>
              </a:rPr>
              <a:t> at </a:t>
            </a:r>
            <a:r>
              <a:rPr lang="en-IN" b="0" i="0" dirty="0" err="1">
                <a:solidFill>
                  <a:srgbClr val="000000"/>
                </a:solidFill>
                <a:effectLst/>
                <a:latin typeface="Open Sans" panose="020B0606030504020204" pitchFamily="34" charset="0"/>
              </a:rPr>
              <a:t>nisl</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sagittis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facilisis</a:t>
            </a:r>
            <a:r>
              <a:rPr lang="en-IN" b="0" i="0" dirty="0">
                <a:solidFill>
                  <a:srgbClr val="000000"/>
                </a:solidFill>
                <a:effectLst/>
                <a:latin typeface="Open Sans" panose="020B0606030504020204" pitchFamily="34" charset="0"/>
              </a:rPr>
              <a:t>. In </a:t>
            </a:r>
            <a:r>
              <a:rPr lang="en-IN" b="0" i="0" dirty="0" err="1">
                <a:solidFill>
                  <a:srgbClr val="000000"/>
                </a:solidFill>
                <a:effectLst/>
                <a:latin typeface="Open Sans" panose="020B0606030504020204" pitchFamily="34" charset="0"/>
              </a:rPr>
              <a:t>feugiat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bibendum</a:t>
            </a:r>
            <a:r>
              <a:rPr lang="en-IN" b="0" i="0" dirty="0">
                <a:solidFill>
                  <a:srgbClr val="000000"/>
                </a:solidFill>
                <a:effectLst/>
                <a:latin typeface="Open Sans" panose="020B0606030504020204" pitchFamily="34" charset="0"/>
              </a:rPr>
              <a:t> magna ac </a:t>
            </a:r>
            <a:r>
              <a:rPr lang="en-IN" b="0" i="0" dirty="0" err="1">
                <a:solidFill>
                  <a:srgbClr val="000000"/>
                </a:solidFill>
                <a:effectLst/>
                <a:latin typeface="Open Sans" panose="020B0606030504020204" pitchFamily="34" charset="0"/>
              </a:rPr>
              <a:t>ultrices</a:t>
            </a:r>
            <a:r>
              <a:rPr lang="en-IN" b="0" i="0" dirty="0">
                <a:solidFill>
                  <a:srgbClr val="000000"/>
                </a:solidFill>
                <a:effectLst/>
                <a:latin typeface="Open Sans" panose="020B0606030504020204" pitchFamily="34" charset="0"/>
              </a:rPr>
              <a:t>. Donec </a:t>
            </a:r>
            <a:r>
              <a:rPr lang="en-IN" b="0" i="0" dirty="0" err="1">
                <a:solidFill>
                  <a:srgbClr val="000000"/>
                </a:solidFill>
                <a:effectLst/>
                <a:latin typeface="Open Sans" panose="020B0606030504020204" pitchFamily="34" charset="0"/>
              </a:rPr>
              <a:t>eleifend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blandit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metus</a:t>
            </a:r>
            <a:r>
              <a:rPr lang="en-IN" b="0" i="0" dirty="0">
                <a:solidFill>
                  <a:srgbClr val="000000"/>
                </a:solidFill>
                <a:effectLst/>
                <a:latin typeface="Open Sans" panose="020B0606030504020204" pitchFamily="34" charset="0"/>
              </a:rPr>
              <a:t>, sit </a:t>
            </a:r>
            <a:r>
              <a:rPr lang="en-IN" b="0" i="0" dirty="0" err="1">
                <a:solidFill>
                  <a:srgbClr val="000000"/>
                </a:solidFill>
                <a:effectLst/>
                <a:latin typeface="Open Sans" panose="020B0606030504020204" pitchFamily="34" charset="0"/>
              </a:rPr>
              <a:t>amet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facilisis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augue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posuere</a:t>
            </a:r>
            <a:r>
              <a:rPr lang="en-IN" b="0" i="0" dirty="0">
                <a:solidFill>
                  <a:srgbClr val="000000"/>
                </a:solidFill>
                <a:effectLst/>
                <a:latin typeface="Open Sans" panose="020B0606030504020204" pitchFamily="34" charset="0"/>
              </a:rPr>
              <a:t> sit </a:t>
            </a:r>
            <a:r>
              <a:rPr lang="en-IN" b="0" i="0" dirty="0" err="1">
                <a:solidFill>
                  <a:srgbClr val="000000"/>
                </a:solidFill>
                <a:effectLst/>
                <a:latin typeface="Open Sans" panose="020B0606030504020204" pitchFamily="34" charset="0"/>
              </a:rPr>
              <a:t>amet</a:t>
            </a:r>
            <a:r>
              <a:rPr lang="en-IN" b="0" i="0" dirty="0">
                <a:solidFill>
                  <a:srgbClr val="000000"/>
                </a:solidFill>
                <a:effectLst/>
                <a:latin typeface="Open Sans" panose="020B0606030504020204" pitchFamily="34" charset="0"/>
              </a:rPr>
              <a:t>. Duis </a:t>
            </a:r>
            <a:r>
              <a:rPr lang="en-IN" b="0" i="0" dirty="0" err="1">
                <a:solidFill>
                  <a:srgbClr val="000000"/>
                </a:solidFill>
                <a:effectLst/>
                <a:latin typeface="Open Sans" panose="020B0606030504020204" pitchFamily="34" charset="0"/>
              </a:rPr>
              <a:t>euismod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mattis</a:t>
            </a:r>
            <a:r>
              <a:rPr lang="en-IN" b="0" i="0" dirty="0">
                <a:solidFill>
                  <a:srgbClr val="000000"/>
                </a:solidFill>
                <a:effectLst/>
                <a:latin typeface="Open Sans" panose="020B0606030504020204" pitchFamily="34" charset="0"/>
              </a:rPr>
              <a:t> semper. Nam </a:t>
            </a:r>
            <a:r>
              <a:rPr lang="en-IN" b="0" i="0" dirty="0" err="1">
                <a:solidFill>
                  <a:srgbClr val="000000"/>
                </a:solidFill>
                <a:effectLst/>
                <a:latin typeface="Open Sans" panose="020B0606030504020204" pitchFamily="34" charset="0"/>
              </a:rPr>
              <a:t>sollicitudin</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iaculis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imperdiet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Sed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varius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enim</a:t>
            </a:r>
            <a:r>
              <a:rPr lang="en-IN" b="0" i="0" dirty="0">
                <a:solidFill>
                  <a:srgbClr val="000000"/>
                </a:solidFill>
                <a:effectLst/>
                <a:latin typeface="Open Sans" panose="020B0606030504020204" pitchFamily="34" charset="0"/>
              </a:rPr>
              <a:t> ac </a:t>
            </a:r>
            <a:r>
              <a:rPr lang="en-IN" b="0" i="0" dirty="0" err="1">
                <a:solidFill>
                  <a:srgbClr val="000000"/>
                </a:solidFill>
                <a:effectLst/>
                <a:latin typeface="Open Sans" panose="020B0606030504020204" pitchFamily="34" charset="0"/>
              </a:rPr>
              <a:t>molestie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eleifend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Suspendisse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potenti</a:t>
            </a:r>
            <a:r>
              <a:rPr lang="en-IN" b="0" i="0" dirty="0">
                <a:solidFill>
                  <a:srgbClr val="000000"/>
                </a:solidFill>
                <a:effectLst/>
                <a:latin typeface="Open Sans" panose="020B0606030504020204" pitchFamily="34" charset="0"/>
              </a:rPr>
              <a:t>.</a:t>
            </a:r>
          </a:p>
          <a:p>
            <a:pPr lvl="0"/>
            <a:endParaRPr lang="en-US" dirty="0"/>
          </a:p>
          <a:p>
            <a:pPr lvl="0"/>
            <a:endParaRPr lang="en-US" dirty="0"/>
          </a:p>
        </p:txBody>
      </p:sp>
      <p:sp>
        <p:nvSpPr>
          <p:cNvPr id="3" name="Rectangle 2">
            <a:extLst>
              <a:ext uri="{FF2B5EF4-FFF2-40B4-BE49-F238E27FC236}">
                <a16:creationId xmlns:a16="http://schemas.microsoft.com/office/drawing/2014/main" id="{74CC05B9-FE4B-C80A-35BE-92E8FD6809D1}"/>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5" name="Content Placeholder 4">
            <a:extLst>
              <a:ext uri="{FF2B5EF4-FFF2-40B4-BE49-F238E27FC236}">
                <a16:creationId xmlns:a16="http://schemas.microsoft.com/office/drawing/2014/main" id="{1B1AA76E-529A-E0FC-A135-8010E78390A2}"/>
              </a:ext>
            </a:extLst>
          </p:cNvPr>
          <p:cNvSpPr>
            <a:spLocks noGrp="1"/>
          </p:cNvSpPr>
          <p:nvPr>
            <p:ph sz="quarter" idx="11"/>
          </p:nvPr>
        </p:nvSpPr>
        <p:spPr>
          <a:xfrm>
            <a:off x="9753600" y="229666"/>
            <a:ext cx="1219200" cy="9144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pic>
        <p:nvPicPr>
          <p:cNvPr id="8" name="Picture 7" descr="A logo with text and letters&#10;&#10;AI-generated content may be incorrect.">
            <a:extLst>
              <a:ext uri="{FF2B5EF4-FFF2-40B4-BE49-F238E27FC236}">
                <a16:creationId xmlns:a16="http://schemas.microsoft.com/office/drawing/2014/main" id="{44D529ED-3FB5-9630-3C6B-E82AF835DE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6996" y="564678"/>
            <a:ext cx="2224141" cy="561391"/>
          </a:xfrm>
          <a:prstGeom prst="rect">
            <a:avLst/>
          </a:prstGeom>
        </p:spPr>
      </p:pic>
    </p:spTree>
    <p:extLst>
      <p:ext uri="{BB962C8B-B14F-4D97-AF65-F5344CB8AC3E}">
        <p14:creationId xmlns:p14="http://schemas.microsoft.com/office/powerpoint/2010/main" val="185901711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Point Text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Slide</a:t>
            </a:r>
            <a:endParaRPr lang="en-IN" dirty="0"/>
          </a:p>
        </p:txBody>
      </p:sp>
      <p:sp>
        <p:nvSpPr>
          <p:cNvPr id="11" name="Text Placeholder 10"/>
          <p:cNvSpPr>
            <a:spLocks noGrp="1"/>
          </p:cNvSpPr>
          <p:nvPr>
            <p:ph type="body" sz="quarter" idx="10" hasCustomPrompt="1"/>
          </p:nvPr>
        </p:nvSpPr>
        <p:spPr>
          <a:xfrm>
            <a:off x="55086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2" name="Text Placeholder 10"/>
          <p:cNvSpPr>
            <a:spLocks noGrp="1"/>
          </p:cNvSpPr>
          <p:nvPr>
            <p:ph type="body" sz="quarter" idx="11" hasCustomPrompt="1"/>
          </p:nvPr>
        </p:nvSpPr>
        <p:spPr>
          <a:xfrm>
            <a:off x="629073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2" name="Rectangle 1">
            <a:extLst>
              <a:ext uri="{FF2B5EF4-FFF2-40B4-BE49-F238E27FC236}">
                <a16:creationId xmlns:a16="http://schemas.microsoft.com/office/drawing/2014/main" id="{F3812ACC-BF89-B229-3F36-99A14298CB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54266239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Point Text with Sub Heading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Sub Heading Slide</a:t>
            </a:r>
            <a:endParaRPr lang="en-IN" dirty="0"/>
          </a:p>
        </p:txBody>
      </p:sp>
      <p:sp>
        <p:nvSpPr>
          <p:cNvPr id="11" name="Text Placeholder 10"/>
          <p:cNvSpPr>
            <a:spLocks noGrp="1"/>
          </p:cNvSpPr>
          <p:nvPr>
            <p:ph type="body" sz="quarter" idx="10" hasCustomPrompt="1"/>
          </p:nvPr>
        </p:nvSpPr>
        <p:spPr>
          <a:xfrm>
            <a:off x="550865" y="1933419"/>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2" name="Rectangle 1">
            <a:extLst>
              <a:ext uri="{FF2B5EF4-FFF2-40B4-BE49-F238E27FC236}">
                <a16:creationId xmlns:a16="http://schemas.microsoft.com/office/drawing/2014/main" id="{F3812ACC-BF89-B229-3F36-99A14298CB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4" name="Text Placeholder 3">
            <a:extLst>
              <a:ext uri="{FF2B5EF4-FFF2-40B4-BE49-F238E27FC236}">
                <a16:creationId xmlns:a16="http://schemas.microsoft.com/office/drawing/2014/main" id="{1F92D64C-55B2-CBB3-A7DE-2B07309137EC}"/>
              </a:ext>
            </a:extLst>
          </p:cNvPr>
          <p:cNvSpPr>
            <a:spLocks noGrp="1"/>
          </p:cNvSpPr>
          <p:nvPr>
            <p:ph type="body" sz="quarter" idx="12" hasCustomPrompt="1"/>
          </p:nvPr>
        </p:nvSpPr>
        <p:spPr>
          <a:xfrm>
            <a:off x="550863" y="162877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5" name="Text Placeholder 10">
            <a:extLst>
              <a:ext uri="{FF2B5EF4-FFF2-40B4-BE49-F238E27FC236}">
                <a16:creationId xmlns:a16="http://schemas.microsoft.com/office/drawing/2014/main" id="{966255F1-52D1-54CE-755D-CFC6DF759CE3}"/>
              </a:ext>
            </a:extLst>
          </p:cNvPr>
          <p:cNvSpPr>
            <a:spLocks noGrp="1"/>
          </p:cNvSpPr>
          <p:nvPr>
            <p:ph type="body" sz="quarter" idx="13" hasCustomPrompt="1"/>
          </p:nvPr>
        </p:nvSpPr>
        <p:spPr>
          <a:xfrm>
            <a:off x="550865" y="3670474"/>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7" name="Text Placeholder 3">
            <a:extLst>
              <a:ext uri="{FF2B5EF4-FFF2-40B4-BE49-F238E27FC236}">
                <a16:creationId xmlns:a16="http://schemas.microsoft.com/office/drawing/2014/main" id="{52922CCC-38C9-6D39-3F3F-D3B27C2934DA}"/>
              </a:ext>
            </a:extLst>
          </p:cNvPr>
          <p:cNvSpPr>
            <a:spLocks noGrp="1"/>
          </p:cNvSpPr>
          <p:nvPr>
            <p:ph type="body" sz="quarter" idx="14" hasCustomPrompt="1"/>
          </p:nvPr>
        </p:nvSpPr>
        <p:spPr>
          <a:xfrm>
            <a:off x="550863" y="3356331"/>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8" name="Text Placeholder 10">
            <a:extLst>
              <a:ext uri="{FF2B5EF4-FFF2-40B4-BE49-F238E27FC236}">
                <a16:creationId xmlns:a16="http://schemas.microsoft.com/office/drawing/2014/main" id="{4DA519D8-C0CA-9ADA-1DB8-23B22A66752A}"/>
              </a:ext>
            </a:extLst>
          </p:cNvPr>
          <p:cNvSpPr>
            <a:spLocks noGrp="1"/>
          </p:cNvSpPr>
          <p:nvPr>
            <p:ph type="body" sz="quarter" idx="15" hasCustomPrompt="1"/>
          </p:nvPr>
        </p:nvSpPr>
        <p:spPr>
          <a:xfrm>
            <a:off x="550865" y="5391700"/>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9" name="Text Placeholder 3">
            <a:extLst>
              <a:ext uri="{FF2B5EF4-FFF2-40B4-BE49-F238E27FC236}">
                <a16:creationId xmlns:a16="http://schemas.microsoft.com/office/drawing/2014/main" id="{AE6CA691-1A53-D387-5120-00CBCFD0007B}"/>
              </a:ext>
            </a:extLst>
          </p:cNvPr>
          <p:cNvSpPr>
            <a:spLocks noGrp="1"/>
          </p:cNvSpPr>
          <p:nvPr>
            <p:ph type="body" sz="quarter" idx="16" hasCustomPrompt="1"/>
          </p:nvPr>
        </p:nvSpPr>
        <p:spPr>
          <a:xfrm>
            <a:off x="550863" y="509338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0" name="Text Placeholder 10">
            <a:extLst>
              <a:ext uri="{FF2B5EF4-FFF2-40B4-BE49-F238E27FC236}">
                <a16:creationId xmlns:a16="http://schemas.microsoft.com/office/drawing/2014/main" id="{985FF374-E2AC-7BD4-6C48-8D207FC53C27}"/>
              </a:ext>
            </a:extLst>
          </p:cNvPr>
          <p:cNvSpPr>
            <a:spLocks noGrp="1"/>
          </p:cNvSpPr>
          <p:nvPr>
            <p:ph type="body" sz="quarter" idx="17" hasCustomPrompt="1"/>
          </p:nvPr>
        </p:nvSpPr>
        <p:spPr>
          <a:xfrm>
            <a:off x="6096002" y="1933418"/>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3" name="Text Placeholder 3">
            <a:extLst>
              <a:ext uri="{FF2B5EF4-FFF2-40B4-BE49-F238E27FC236}">
                <a16:creationId xmlns:a16="http://schemas.microsoft.com/office/drawing/2014/main" id="{BE85552C-1BB3-910D-8795-24E031128857}"/>
              </a:ext>
            </a:extLst>
          </p:cNvPr>
          <p:cNvSpPr>
            <a:spLocks noGrp="1"/>
          </p:cNvSpPr>
          <p:nvPr>
            <p:ph type="body" sz="quarter" idx="18" hasCustomPrompt="1"/>
          </p:nvPr>
        </p:nvSpPr>
        <p:spPr>
          <a:xfrm>
            <a:off x="6096001" y="162877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4" name="Text Placeholder 10">
            <a:extLst>
              <a:ext uri="{FF2B5EF4-FFF2-40B4-BE49-F238E27FC236}">
                <a16:creationId xmlns:a16="http://schemas.microsoft.com/office/drawing/2014/main" id="{542918D4-7483-1F6C-20D8-3143D17B5CAE}"/>
              </a:ext>
            </a:extLst>
          </p:cNvPr>
          <p:cNvSpPr>
            <a:spLocks noGrp="1"/>
          </p:cNvSpPr>
          <p:nvPr>
            <p:ph type="body" sz="quarter" idx="19" hasCustomPrompt="1"/>
          </p:nvPr>
        </p:nvSpPr>
        <p:spPr>
          <a:xfrm>
            <a:off x="6096002" y="3670473"/>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5" name="Text Placeholder 3">
            <a:extLst>
              <a:ext uri="{FF2B5EF4-FFF2-40B4-BE49-F238E27FC236}">
                <a16:creationId xmlns:a16="http://schemas.microsoft.com/office/drawing/2014/main" id="{F3F23BA8-4155-2DA2-17D0-C60546BCA796}"/>
              </a:ext>
            </a:extLst>
          </p:cNvPr>
          <p:cNvSpPr>
            <a:spLocks noGrp="1"/>
          </p:cNvSpPr>
          <p:nvPr>
            <p:ph type="body" sz="quarter" idx="20" hasCustomPrompt="1"/>
          </p:nvPr>
        </p:nvSpPr>
        <p:spPr>
          <a:xfrm>
            <a:off x="6096001" y="3356330"/>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6" name="Text Placeholder 10">
            <a:extLst>
              <a:ext uri="{FF2B5EF4-FFF2-40B4-BE49-F238E27FC236}">
                <a16:creationId xmlns:a16="http://schemas.microsoft.com/office/drawing/2014/main" id="{20BB7EEC-A61B-1321-E4C2-F47FE3E0DD61}"/>
              </a:ext>
            </a:extLst>
          </p:cNvPr>
          <p:cNvSpPr>
            <a:spLocks noGrp="1"/>
          </p:cNvSpPr>
          <p:nvPr>
            <p:ph type="body" sz="quarter" idx="21" hasCustomPrompt="1"/>
          </p:nvPr>
        </p:nvSpPr>
        <p:spPr>
          <a:xfrm>
            <a:off x="6096002" y="5391699"/>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7" name="Text Placeholder 3">
            <a:extLst>
              <a:ext uri="{FF2B5EF4-FFF2-40B4-BE49-F238E27FC236}">
                <a16:creationId xmlns:a16="http://schemas.microsoft.com/office/drawing/2014/main" id="{9388ED04-D2CA-2A91-2A8C-9D3DEA2D3031}"/>
              </a:ext>
            </a:extLst>
          </p:cNvPr>
          <p:cNvSpPr>
            <a:spLocks noGrp="1"/>
          </p:cNvSpPr>
          <p:nvPr>
            <p:ph type="body" sz="quarter" idx="22" hasCustomPrompt="1"/>
          </p:nvPr>
        </p:nvSpPr>
        <p:spPr>
          <a:xfrm>
            <a:off x="6096001" y="5093386"/>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Tree>
    <p:extLst>
      <p:ext uri="{BB962C8B-B14F-4D97-AF65-F5344CB8AC3E}">
        <p14:creationId xmlns:p14="http://schemas.microsoft.com/office/powerpoint/2010/main" val="21527583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Point Text with Object Content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Object Content Slide</a:t>
            </a:r>
            <a:endParaRPr lang="en-IN" dirty="0"/>
          </a:p>
        </p:txBody>
      </p:sp>
      <p:sp>
        <p:nvSpPr>
          <p:cNvPr id="11" name="Text Placeholder 10"/>
          <p:cNvSpPr>
            <a:spLocks noGrp="1"/>
          </p:cNvSpPr>
          <p:nvPr>
            <p:ph type="body" sz="quarter" idx="10" hasCustomPrompt="1"/>
          </p:nvPr>
        </p:nvSpPr>
        <p:spPr>
          <a:xfrm>
            <a:off x="55086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4" name="Content Placeholder 3">
            <a:extLst>
              <a:ext uri="{FF2B5EF4-FFF2-40B4-BE49-F238E27FC236}">
                <a16:creationId xmlns:a16="http://schemas.microsoft.com/office/drawing/2014/main" id="{CCA26F7D-17E4-CAEA-253D-79DBB5AE3AD0}"/>
              </a:ext>
            </a:extLst>
          </p:cNvPr>
          <p:cNvSpPr>
            <a:spLocks noGrp="1"/>
          </p:cNvSpPr>
          <p:nvPr>
            <p:ph sz="quarter" idx="12"/>
          </p:nvPr>
        </p:nvSpPr>
        <p:spPr>
          <a:xfrm>
            <a:off x="6291263" y="1803402"/>
            <a:ext cx="5349875" cy="4505325"/>
          </a:xfrm>
          <a:prstGeom prst="rect">
            <a:avLst/>
          </a:prstGeom>
        </p:spPr>
        <p:txBody>
          <a:bodyPr/>
          <a:lstStyle>
            <a:lvl1pPr>
              <a:defRPr sz="1125" b="0" i="0">
                <a:latin typeface="Adani Regular" panose="02000503000000020004" pitchFamily="2" charset="0"/>
              </a:defRPr>
            </a:lvl1pPr>
          </a:lstStyle>
          <a:p>
            <a:pPr lvl="0"/>
            <a:r>
              <a:rPr lang="en-US"/>
              <a:t>Click to edit Master text styles</a:t>
            </a:r>
          </a:p>
        </p:txBody>
      </p:sp>
      <p:sp>
        <p:nvSpPr>
          <p:cNvPr id="2" name="Rectangle 1">
            <a:extLst>
              <a:ext uri="{FF2B5EF4-FFF2-40B4-BE49-F238E27FC236}">
                <a16:creationId xmlns:a16="http://schemas.microsoft.com/office/drawing/2014/main" id="{B3E067BC-4C0C-CA2D-9C34-4F7005B0045B}"/>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56031051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Image Slide</a:t>
            </a:r>
            <a:endParaRPr lang="en-IN" dirty="0"/>
          </a:p>
        </p:txBody>
      </p:sp>
      <p:sp>
        <p:nvSpPr>
          <p:cNvPr id="8" name="Picture Placeholder 7"/>
          <p:cNvSpPr>
            <a:spLocks noGrp="1" noChangeAspect="1"/>
          </p:cNvSpPr>
          <p:nvPr>
            <p:ph type="pic" sz="quarter" idx="10" hasCustomPrompt="1"/>
          </p:nvPr>
        </p:nvSpPr>
        <p:spPr>
          <a:xfrm>
            <a:off x="550863"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9" name="Picture Placeholder 7"/>
          <p:cNvSpPr>
            <a:spLocks noGrp="1" noChangeAspect="1"/>
          </p:cNvSpPr>
          <p:nvPr>
            <p:ph type="pic" sz="quarter" idx="11" hasCustomPrompt="1"/>
          </p:nvPr>
        </p:nvSpPr>
        <p:spPr>
          <a:xfrm>
            <a:off x="550863"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0" name="Picture Placeholder 7"/>
          <p:cNvSpPr>
            <a:spLocks noGrp="1" noChangeAspect="1"/>
          </p:cNvSpPr>
          <p:nvPr>
            <p:ph type="pic" sz="quarter" idx="12" hasCustomPrompt="1"/>
          </p:nvPr>
        </p:nvSpPr>
        <p:spPr>
          <a:xfrm>
            <a:off x="4656000"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1" name="Picture Placeholder 7"/>
          <p:cNvSpPr>
            <a:spLocks noGrp="1" noChangeAspect="1"/>
          </p:cNvSpPr>
          <p:nvPr>
            <p:ph type="pic" sz="quarter" idx="13" hasCustomPrompt="1"/>
          </p:nvPr>
        </p:nvSpPr>
        <p:spPr>
          <a:xfrm>
            <a:off x="4656000"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2" name="Picture Placeholder 7"/>
          <p:cNvSpPr>
            <a:spLocks noGrp="1" noChangeAspect="1"/>
          </p:cNvSpPr>
          <p:nvPr>
            <p:ph type="pic" sz="quarter" idx="14" hasCustomPrompt="1"/>
          </p:nvPr>
        </p:nvSpPr>
        <p:spPr>
          <a:xfrm>
            <a:off x="8761139"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3" name="Picture Placeholder 7"/>
          <p:cNvSpPr>
            <a:spLocks noGrp="1" noChangeAspect="1"/>
          </p:cNvSpPr>
          <p:nvPr>
            <p:ph type="pic" sz="quarter" idx="15" hasCustomPrompt="1"/>
          </p:nvPr>
        </p:nvSpPr>
        <p:spPr>
          <a:xfrm>
            <a:off x="8761139"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2" name="Rectangle 1">
            <a:extLst>
              <a:ext uri="{FF2B5EF4-FFF2-40B4-BE49-F238E27FC236}">
                <a16:creationId xmlns:a16="http://schemas.microsoft.com/office/drawing/2014/main" id="{2E65730C-DB3E-592A-380D-76BFC4FD85F2}"/>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58844776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Point Text with Image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16ACF48-CE40-757F-4D6D-168559CE0B1D}"/>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Image Slide</a:t>
            </a:r>
            <a:endParaRPr lang="en-IN" dirty="0"/>
          </a:p>
        </p:txBody>
      </p:sp>
      <p:sp>
        <p:nvSpPr>
          <p:cNvPr id="4" name="Rectangle 3">
            <a:extLst>
              <a:ext uri="{FF2B5EF4-FFF2-40B4-BE49-F238E27FC236}">
                <a16:creationId xmlns:a16="http://schemas.microsoft.com/office/drawing/2014/main" id="{A18A58D0-06D6-3C5D-DA04-19B017C81A0E}"/>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5" name="Picture Placeholder 7">
            <a:extLst>
              <a:ext uri="{FF2B5EF4-FFF2-40B4-BE49-F238E27FC236}">
                <a16:creationId xmlns:a16="http://schemas.microsoft.com/office/drawing/2014/main" id="{01586936-E68E-FB4E-0CE4-E4F1C31864BF}"/>
              </a:ext>
            </a:extLst>
          </p:cNvPr>
          <p:cNvSpPr>
            <a:spLocks noGrp="1" noChangeAspect="1"/>
          </p:cNvSpPr>
          <p:nvPr>
            <p:ph type="pic" sz="quarter" idx="10" hasCustomPrompt="1"/>
          </p:nvPr>
        </p:nvSpPr>
        <p:spPr>
          <a:xfrm>
            <a:off x="550863" y="1633862"/>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8" name="Text Placeholder 10">
            <a:extLst>
              <a:ext uri="{FF2B5EF4-FFF2-40B4-BE49-F238E27FC236}">
                <a16:creationId xmlns:a16="http://schemas.microsoft.com/office/drawing/2014/main" id="{AA6CFDF7-0E3D-3B4B-7D0C-AEC784ABC70D}"/>
              </a:ext>
            </a:extLst>
          </p:cNvPr>
          <p:cNvSpPr>
            <a:spLocks noGrp="1"/>
          </p:cNvSpPr>
          <p:nvPr>
            <p:ph type="body" sz="quarter" idx="13" hasCustomPrompt="1"/>
          </p:nvPr>
        </p:nvSpPr>
        <p:spPr>
          <a:xfrm>
            <a:off x="3844079" y="1633862"/>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3" name="Picture Placeholder 7">
            <a:extLst>
              <a:ext uri="{FF2B5EF4-FFF2-40B4-BE49-F238E27FC236}">
                <a16:creationId xmlns:a16="http://schemas.microsoft.com/office/drawing/2014/main" id="{1CC34C73-514D-4585-FF6B-61FA281C1F32}"/>
              </a:ext>
            </a:extLst>
          </p:cNvPr>
          <p:cNvSpPr>
            <a:spLocks noGrp="1" noChangeAspect="1"/>
          </p:cNvSpPr>
          <p:nvPr>
            <p:ph type="pic" sz="quarter" idx="14" hasCustomPrompt="1"/>
          </p:nvPr>
        </p:nvSpPr>
        <p:spPr>
          <a:xfrm>
            <a:off x="550863" y="3251619"/>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4" name="Text Placeholder 10">
            <a:extLst>
              <a:ext uri="{FF2B5EF4-FFF2-40B4-BE49-F238E27FC236}">
                <a16:creationId xmlns:a16="http://schemas.microsoft.com/office/drawing/2014/main" id="{421370AC-BC00-92E4-20FF-651619BB51BF}"/>
              </a:ext>
            </a:extLst>
          </p:cNvPr>
          <p:cNvSpPr>
            <a:spLocks noGrp="1"/>
          </p:cNvSpPr>
          <p:nvPr>
            <p:ph type="body" sz="quarter" idx="15" hasCustomPrompt="1"/>
          </p:nvPr>
        </p:nvSpPr>
        <p:spPr>
          <a:xfrm>
            <a:off x="3844079" y="3251619"/>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5" name="Picture Placeholder 7">
            <a:extLst>
              <a:ext uri="{FF2B5EF4-FFF2-40B4-BE49-F238E27FC236}">
                <a16:creationId xmlns:a16="http://schemas.microsoft.com/office/drawing/2014/main" id="{D0E9B7EE-9335-DAB3-7338-DC0FED8E1B05}"/>
              </a:ext>
            </a:extLst>
          </p:cNvPr>
          <p:cNvSpPr>
            <a:spLocks noGrp="1" noChangeAspect="1"/>
          </p:cNvSpPr>
          <p:nvPr>
            <p:ph type="pic" sz="quarter" idx="16" hasCustomPrompt="1"/>
          </p:nvPr>
        </p:nvSpPr>
        <p:spPr>
          <a:xfrm>
            <a:off x="550864" y="4869378"/>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6" name="Text Placeholder 10">
            <a:extLst>
              <a:ext uri="{FF2B5EF4-FFF2-40B4-BE49-F238E27FC236}">
                <a16:creationId xmlns:a16="http://schemas.microsoft.com/office/drawing/2014/main" id="{E866D697-0385-E970-DF76-F3A17287CAC9}"/>
              </a:ext>
            </a:extLst>
          </p:cNvPr>
          <p:cNvSpPr>
            <a:spLocks noGrp="1"/>
          </p:cNvSpPr>
          <p:nvPr>
            <p:ph type="body" sz="quarter" idx="17" hasCustomPrompt="1"/>
          </p:nvPr>
        </p:nvSpPr>
        <p:spPr>
          <a:xfrm>
            <a:off x="3844080" y="4869378"/>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Tree>
    <p:extLst>
      <p:ext uri="{BB962C8B-B14F-4D97-AF65-F5344CB8AC3E}">
        <p14:creationId xmlns:p14="http://schemas.microsoft.com/office/powerpoint/2010/main" val="3816779022"/>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Outline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Outline Slide</a:t>
            </a:r>
            <a:endParaRPr lang="en-IN" dirty="0"/>
          </a:p>
        </p:txBody>
      </p:sp>
      <p:sp>
        <p:nvSpPr>
          <p:cNvPr id="2" name="Rectangle 1">
            <a:extLst>
              <a:ext uri="{FF2B5EF4-FFF2-40B4-BE49-F238E27FC236}">
                <a16:creationId xmlns:a16="http://schemas.microsoft.com/office/drawing/2014/main" id="{3087025A-88BE-FB82-35D8-1944338EDC94}"/>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505375767"/>
      </p:ext>
    </p:extLst>
  </p:cSld>
  <p:clrMapOvr>
    <a:overrideClrMapping bg1="lt1" tx1="dk1" bg2="lt2" tx2="dk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Video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chemeClr val="tx1"/>
                </a:solidFill>
                <a:latin typeface="Adani Regular" panose="02000503000000020004" pitchFamily="2" charset="0"/>
                <a:cs typeface="Arial" panose="020B0604020202020204" pitchFamily="34" charset="0"/>
              </a:defRPr>
            </a:lvl1pPr>
          </a:lstStyle>
          <a:p>
            <a:r>
              <a:rPr lang="en-US" dirty="0"/>
              <a:t>Video Slide</a:t>
            </a:r>
            <a:endParaRPr lang="en-IN" dirty="0"/>
          </a:p>
        </p:txBody>
      </p:sp>
      <p:sp>
        <p:nvSpPr>
          <p:cNvPr id="5" name="Rectangle 4">
            <a:extLst>
              <a:ext uri="{FF2B5EF4-FFF2-40B4-BE49-F238E27FC236}">
                <a16:creationId xmlns:a16="http://schemas.microsoft.com/office/drawing/2014/main" id="{EDEF9227-6F58-B7C1-857A-676EAB62456D}"/>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pic>
        <p:nvPicPr>
          <p:cNvPr id="3" name="Picture 2" descr="Logo&#10;&#10;Description automatically generated with low confidence">
            <a:extLst>
              <a:ext uri="{FF2B5EF4-FFF2-40B4-BE49-F238E27FC236}">
                <a16:creationId xmlns:a16="http://schemas.microsoft.com/office/drawing/2014/main" id="{20F692E4-9C7D-6D85-46D1-218CC0B47D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2000" y="0"/>
            <a:ext cx="1440000" cy="1152000"/>
          </a:xfrm>
          <a:prstGeom prst="rect">
            <a:avLst/>
          </a:prstGeom>
        </p:spPr>
      </p:pic>
    </p:spTree>
    <p:extLst>
      <p:ext uri="{BB962C8B-B14F-4D97-AF65-F5344CB8AC3E}">
        <p14:creationId xmlns:p14="http://schemas.microsoft.com/office/powerpoint/2010/main" val="628206792"/>
      </p:ext>
    </p:extLst>
  </p:cSld>
  <p:clrMapOvr>
    <a:overrideClrMapping bg1="dk1" tx1="lt1" bg2="dk2" tx2="lt2" accent1="accent1" accent2="accent2" accent3="accent3" accent4="accent4" accent5="accent5" accent6="accent6" hlink="hlink" folHlink="folHlink"/>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Reference_1">
    <p:spTree>
      <p:nvGrpSpPr>
        <p:cNvPr id="1" name=""/>
        <p:cNvGrpSpPr/>
        <p:nvPr/>
      </p:nvGrpSpPr>
      <p:grpSpPr>
        <a:xfrm>
          <a:off x="0" y="0"/>
          <a:ext cx="0" cy="0"/>
          <a:chOff x="0" y="0"/>
          <a:chExt cx="0" cy="0"/>
        </a:xfrm>
      </p:grpSpPr>
      <p:graphicFrame>
        <p:nvGraphicFramePr>
          <p:cNvPr id="13" name="Chart 12"/>
          <p:cNvGraphicFramePr/>
          <p:nvPr>
            <p:extLst>
              <p:ext uri="{D42A27DB-BD31-4B8C-83A1-F6EECF244321}">
                <p14:modId xmlns:p14="http://schemas.microsoft.com/office/powerpoint/2010/main" val="3681864551"/>
              </p:ext>
            </p:extLst>
          </p:nvPr>
        </p:nvGraphicFramePr>
        <p:xfrm>
          <a:off x="550864" y="1562102"/>
          <a:ext cx="5545136" cy="47466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p:cNvGraphicFramePr/>
          <p:nvPr>
            <p:extLst>
              <p:ext uri="{D42A27DB-BD31-4B8C-83A1-F6EECF244321}">
                <p14:modId xmlns:p14="http://schemas.microsoft.com/office/powerpoint/2010/main" val="1920275063"/>
              </p:ext>
            </p:extLst>
          </p:nvPr>
        </p:nvGraphicFramePr>
        <p:xfrm>
          <a:off x="6096000" y="1562102"/>
          <a:ext cx="5545139" cy="4746625"/>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8AB2EBCC-6697-C276-77D6-A265C4ED2830}"/>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5" name="Rectangle 4">
            <a:extLst>
              <a:ext uri="{FF2B5EF4-FFF2-40B4-BE49-F238E27FC236}">
                <a16:creationId xmlns:a16="http://schemas.microsoft.com/office/drawing/2014/main" id="{1ABC97F4-9D87-78D1-F4B7-DB19BDD9EF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4" name="Title 3">
            <a:extLst>
              <a:ext uri="{FF2B5EF4-FFF2-40B4-BE49-F238E27FC236}">
                <a16:creationId xmlns:a16="http://schemas.microsoft.com/office/drawing/2014/main" id="{92C6F67A-111F-F5AD-22DB-594DCF52CDCC}"/>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9" name="Text Placeholder 8">
            <a:extLst>
              <a:ext uri="{FF2B5EF4-FFF2-40B4-BE49-F238E27FC236}">
                <a16:creationId xmlns:a16="http://schemas.microsoft.com/office/drawing/2014/main" id="{96B4F3E5-4DAA-AE4E-7D07-E937576B794F}"/>
              </a:ext>
            </a:extLst>
          </p:cNvPr>
          <p:cNvSpPr>
            <a:spLocks noGrp="1"/>
          </p:cNvSpPr>
          <p:nvPr>
            <p:ph type="body" sz="quarter" idx="10" hasCustomPrompt="1"/>
          </p:nvPr>
        </p:nvSpPr>
        <p:spPr>
          <a:xfrm>
            <a:off x="4876800" y="6629400"/>
            <a:ext cx="2438400" cy="228600"/>
          </a:xfrm>
          <a:prstGeom prst="rect">
            <a:avLst/>
          </a:prstGeom>
        </p:spPr>
        <p:txBody>
          <a:bodyPr/>
          <a:lstStyle>
            <a:lvl1pPr marL="0" indent="0" algn="ctr">
              <a:buNone/>
              <a:defRPr sz="800"/>
            </a:lvl1pPr>
            <a:lvl2pPr marL="342900" indent="0">
              <a:buNone/>
              <a:defRPr/>
            </a:lvl2pPr>
            <a:lvl3pPr marL="685800" indent="0">
              <a:buNone/>
              <a:defRPr/>
            </a:lvl3pPr>
            <a:lvl4pPr marL="1028700" indent="0">
              <a:buNone/>
              <a:defRPr/>
            </a:lvl4pPr>
            <a:lvl5pPr marL="1371600" indent="0">
              <a:buNone/>
              <a:defRPr/>
            </a:lvl5pPr>
          </a:lstStyle>
          <a:p>
            <a:pPr lvl="0"/>
            <a:r>
              <a:rPr lang="en-US" dirty="0"/>
              <a:t>www.adaniuni.ac.in</a:t>
            </a:r>
          </a:p>
        </p:txBody>
      </p:sp>
    </p:spTree>
    <p:extLst>
      <p:ext uri="{BB962C8B-B14F-4D97-AF65-F5344CB8AC3E}">
        <p14:creationId xmlns:p14="http://schemas.microsoft.com/office/powerpoint/2010/main" val="4292002402"/>
      </p:ext>
    </p:extLst>
  </p:cSld>
  <p:clrMapOvr>
    <a:overrideClrMapping bg1="lt1" tx1="dk1" bg2="lt2" tx2="dk2" accent1="accent1" accent2="accent2" accent3="accent3" accent4="accent4" accent5="accent5" accent6="accent6" hlink="hlink" folHlink="folHlink"/>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Reference_2">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Chart Examples Slide</a:t>
            </a:r>
            <a:endParaRPr lang="en-IN" dirty="0"/>
          </a:p>
        </p:txBody>
      </p:sp>
      <p:graphicFrame>
        <p:nvGraphicFramePr>
          <p:cNvPr id="13" name="Chart 12"/>
          <p:cNvGraphicFramePr/>
          <p:nvPr>
            <p:extLst>
              <p:ext uri="{D42A27DB-BD31-4B8C-83A1-F6EECF244321}">
                <p14:modId xmlns:p14="http://schemas.microsoft.com/office/powerpoint/2010/main" val="1410898327"/>
              </p:ext>
            </p:extLst>
          </p:nvPr>
        </p:nvGraphicFramePr>
        <p:xfrm>
          <a:off x="550864" y="1562102"/>
          <a:ext cx="5545136" cy="4746625"/>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cx1="http://schemas.microsoft.com/office/drawing/2015/9/8/chartex">
        <mc:Choice Requires="cx1">
          <p:graphicFrame>
            <p:nvGraphicFramePr>
              <p:cNvPr id="14" name="Chart 13"/>
              <p:cNvGraphicFramePr/>
              <p:nvPr>
                <p:extLst>
                  <p:ext uri="{D42A27DB-BD31-4B8C-83A1-F6EECF244321}">
                    <p14:modId xmlns:p14="http://schemas.microsoft.com/office/powerpoint/2010/main" val="1122540892"/>
                  </p:ext>
                </p:extLst>
              </p:nvPr>
            </p:nvGraphicFramePr>
            <p:xfrm>
              <a:off x="6096000" y="1562102"/>
              <a:ext cx="5545139" cy="4746625"/>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4" name="Chart 13"/>
              <p:cNvPicPr>
                <a:picLocks noGrp="1" noRot="1" noChangeAspect="1" noMove="1" noResize="1" noEditPoints="1" noAdjustHandles="1" noChangeArrowheads="1" noChangeShapeType="1"/>
              </p:cNvPicPr>
              <p:nvPr/>
            </p:nvPicPr>
            <p:blipFill>
              <a:blip r:embed="rId4"/>
              <a:stretch>
                <a:fillRect/>
              </a:stretch>
            </p:blipFill>
            <p:spPr>
              <a:xfrm>
                <a:off x="6096000" y="1562102"/>
                <a:ext cx="5545139" cy="4746625"/>
              </a:xfrm>
              <a:prstGeom prst="rect">
                <a:avLst/>
              </a:prstGeom>
            </p:spPr>
          </p:pic>
        </mc:Fallback>
      </mc:AlternateContent>
      <p:sp>
        <p:nvSpPr>
          <p:cNvPr id="2" name="TextBox 1">
            <a:extLst>
              <a:ext uri="{FF2B5EF4-FFF2-40B4-BE49-F238E27FC236}">
                <a16:creationId xmlns:a16="http://schemas.microsoft.com/office/drawing/2014/main" id="{465875AA-C8C6-834F-A67C-B83FFBB2EF4D}"/>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4" name="Rectangle 3">
            <a:extLst>
              <a:ext uri="{FF2B5EF4-FFF2-40B4-BE49-F238E27FC236}">
                <a16:creationId xmlns:a16="http://schemas.microsoft.com/office/drawing/2014/main" id="{D5E7CED3-694A-364B-C08E-7713F2E55CA2}"/>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489490300"/>
      </p:ext>
    </p:extLst>
  </p:cSld>
  <p:clrMapOvr>
    <a:overrideClrMapping bg1="lt1" tx1="dk1" bg2="lt2" tx2="dk2" accent1="accent1" accent2="accent2" accent3="accent3" accent4="accent4" accent5="accent5" accent6="accent6" hlink="hlink" folHlink="folHlink"/>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Reference_3">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Table Examples Slide</a:t>
            </a:r>
            <a:endParaRPr lang="en-IN" dirty="0"/>
          </a:p>
        </p:txBody>
      </p:sp>
      <p:graphicFrame>
        <p:nvGraphicFramePr>
          <p:cNvPr id="15" name="Table 14"/>
          <p:cNvGraphicFramePr>
            <a:graphicFrameLocks noGrp="1"/>
          </p:cNvGraphicFramePr>
          <p:nvPr>
            <p:extLst>
              <p:ext uri="{D42A27DB-BD31-4B8C-83A1-F6EECF244321}">
                <p14:modId xmlns:p14="http://schemas.microsoft.com/office/powerpoint/2010/main" val="2668035954"/>
              </p:ext>
            </p:extLst>
          </p:nvPr>
        </p:nvGraphicFramePr>
        <p:xfrm>
          <a:off x="550863" y="1628775"/>
          <a:ext cx="11090275" cy="4679956"/>
        </p:xfrm>
        <a:graphic>
          <a:graphicData uri="http://schemas.openxmlformats.org/drawingml/2006/table">
            <a:tbl>
              <a:tblPr firstRow="1" bandRow="1">
                <a:tableStyleId>{5C22544A-7EE6-4342-B048-85BDC9FD1C3A}</a:tableStyleId>
              </a:tblPr>
              <a:tblGrid>
                <a:gridCol w="2218055">
                  <a:extLst>
                    <a:ext uri="{9D8B030D-6E8A-4147-A177-3AD203B41FA5}">
                      <a16:colId xmlns:a16="http://schemas.microsoft.com/office/drawing/2014/main" val="760433182"/>
                    </a:ext>
                  </a:extLst>
                </a:gridCol>
                <a:gridCol w="2218055">
                  <a:extLst>
                    <a:ext uri="{9D8B030D-6E8A-4147-A177-3AD203B41FA5}">
                      <a16:colId xmlns:a16="http://schemas.microsoft.com/office/drawing/2014/main" val="464844037"/>
                    </a:ext>
                  </a:extLst>
                </a:gridCol>
                <a:gridCol w="2218055">
                  <a:extLst>
                    <a:ext uri="{9D8B030D-6E8A-4147-A177-3AD203B41FA5}">
                      <a16:colId xmlns:a16="http://schemas.microsoft.com/office/drawing/2014/main" val="2292404349"/>
                    </a:ext>
                  </a:extLst>
                </a:gridCol>
                <a:gridCol w="2218055">
                  <a:extLst>
                    <a:ext uri="{9D8B030D-6E8A-4147-A177-3AD203B41FA5}">
                      <a16:colId xmlns:a16="http://schemas.microsoft.com/office/drawing/2014/main" val="3466406743"/>
                    </a:ext>
                  </a:extLst>
                </a:gridCol>
                <a:gridCol w="2218055">
                  <a:extLst>
                    <a:ext uri="{9D8B030D-6E8A-4147-A177-3AD203B41FA5}">
                      <a16:colId xmlns:a16="http://schemas.microsoft.com/office/drawing/2014/main" val="286127728"/>
                    </a:ext>
                  </a:extLst>
                </a:gridCol>
              </a:tblGrid>
              <a:tr h="330906">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extLst>
                  <a:ext uri="{0D108BD9-81ED-4DB2-BD59-A6C34878D82A}">
                    <a16:rowId xmlns:a16="http://schemas.microsoft.com/office/drawing/2014/main" val="3547812584"/>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42079725"/>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3270537555"/>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213147632"/>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539914641"/>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63643327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429135154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458342449"/>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11899060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527524379"/>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1039495270"/>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909696600"/>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828806302"/>
                  </a:ext>
                </a:extLst>
              </a:tr>
              <a:tr h="378178">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1762766552"/>
                  </a:ext>
                </a:extLst>
              </a:tr>
            </a:tbl>
          </a:graphicData>
        </a:graphic>
      </p:graphicFrame>
      <p:sp>
        <p:nvSpPr>
          <p:cNvPr id="2" name="TextBox 1">
            <a:extLst>
              <a:ext uri="{FF2B5EF4-FFF2-40B4-BE49-F238E27FC236}">
                <a16:creationId xmlns:a16="http://schemas.microsoft.com/office/drawing/2014/main" id="{C0D82470-48EE-B6F0-3F37-324BDFD128E3}"/>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3" name="Rectangle 2">
            <a:extLst>
              <a:ext uri="{FF2B5EF4-FFF2-40B4-BE49-F238E27FC236}">
                <a16:creationId xmlns:a16="http://schemas.microsoft.com/office/drawing/2014/main" id="{B3201B78-A60B-51FD-9B73-85EB4A9ADE69}"/>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003834705"/>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Reference_4">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Icon Examples Slide</a:t>
            </a:r>
            <a:endParaRPr lang="en-IN" dirty="0"/>
          </a:p>
        </p:txBody>
      </p:sp>
      <p:pic>
        <p:nvPicPr>
          <p:cNvPr id="18" name="Graphic 17" descr="Lights On with solid fill">
            <a:extLst>
              <a:ext uri="{FF2B5EF4-FFF2-40B4-BE49-F238E27FC236}">
                <a16:creationId xmlns:a16="http://schemas.microsoft.com/office/drawing/2014/main" id="{88325546-6B41-345F-0763-15FFF0F4378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38800" y="2971800"/>
            <a:ext cx="914400" cy="914400"/>
          </a:xfrm>
          <a:prstGeom prst="rect">
            <a:avLst/>
          </a:prstGeom>
        </p:spPr>
      </p:pic>
      <p:pic>
        <p:nvPicPr>
          <p:cNvPr id="20" name="Graphic 19" descr="Good Idea with solid fill">
            <a:extLst>
              <a:ext uri="{FF2B5EF4-FFF2-40B4-BE49-F238E27FC236}">
                <a16:creationId xmlns:a16="http://schemas.microsoft.com/office/drawing/2014/main" id="{04F3672C-E6DA-D99D-27D9-7EEF24EA212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0575" y="2971800"/>
            <a:ext cx="914400" cy="914400"/>
          </a:xfrm>
          <a:prstGeom prst="rect">
            <a:avLst/>
          </a:prstGeom>
        </p:spPr>
      </p:pic>
      <p:pic>
        <p:nvPicPr>
          <p:cNvPr id="22" name="Graphic 21" descr="Group brainstorm outline">
            <a:extLst>
              <a:ext uri="{FF2B5EF4-FFF2-40B4-BE49-F238E27FC236}">
                <a16:creationId xmlns:a16="http://schemas.microsoft.com/office/drawing/2014/main" id="{2DE071CA-39F3-EB9D-1CBB-AE5706D8FA8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69687" y="3019272"/>
            <a:ext cx="914400" cy="914400"/>
          </a:xfrm>
          <a:prstGeom prst="rect">
            <a:avLst/>
          </a:prstGeom>
        </p:spPr>
      </p:pic>
      <p:pic>
        <p:nvPicPr>
          <p:cNvPr id="24" name="Graphic 23" descr="Right Brain with solid fill">
            <a:extLst>
              <a:ext uri="{FF2B5EF4-FFF2-40B4-BE49-F238E27FC236}">
                <a16:creationId xmlns:a16="http://schemas.microsoft.com/office/drawing/2014/main" id="{E94A7687-3463-0FBD-4A21-AE4EB35C690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77025" y="2971800"/>
            <a:ext cx="914400" cy="914400"/>
          </a:xfrm>
          <a:prstGeom prst="rect">
            <a:avLst/>
          </a:prstGeom>
        </p:spPr>
      </p:pic>
      <p:pic>
        <p:nvPicPr>
          <p:cNvPr id="26" name="Graphic 25" descr="Meeting with solid fill">
            <a:extLst>
              <a:ext uri="{FF2B5EF4-FFF2-40B4-BE49-F238E27FC236}">
                <a16:creationId xmlns:a16="http://schemas.microsoft.com/office/drawing/2014/main" id="{522B4FCE-49F7-2FB8-1097-A9F6752A5D3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07913" y="3019272"/>
            <a:ext cx="914400" cy="914400"/>
          </a:xfrm>
          <a:prstGeom prst="rect">
            <a:avLst/>
          </a:prstGeom>
        </p:spPr>
      </p:pic>
      <p:sp>
        <p:nvSpPr>
          <p:cNvPr id="27" name="TextBox 26">
            <a:extLst>
              <a:ext uri="{FF2B5EF4-FFF2-40B4-BE49-F238E27FC236}">
                <a16:creationId xmlns:a16="http://schemas.microsoft.com/office/drawing/2014/main" id="{50446BF0-D54C-843B-2911-E657D3BC2D4D}"/>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2" name="Rectangle 1">
            <a:extLst>
              <a:ext uri="{FF2B5EF4-FFF2-40B4-BE49-F238E27FC236}">
                <a16:creationId xmlns:a16="http://schemas.microsoft.com/office/drawing/2014/main" id="{90187AF8-5A86-6C78-4BFB-DD6D7582AF17}"/>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997622503"/>
      </p:ext>
    </p:extLst>
  </p:cSld>
  <p:clrMapOvr>
    <a:overrideClrMapping bg1="lt1" tx1="dk1" bg2="lt2" tx2="dk2" accent1="accent1" accent2="accent2" accent3="accent3" accent4="accent4" accent5="accent5" accent6="accent6" hlink="hlink" folHlink="folHlink"/>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3505" y="770467"/>
            <a:ext cx="10782300" cy="3352800"/>
          </a:xfrm>
        </p:spPr>
        <p:txBody>
          <a:bodyPr anchor="b">
            <a:noAutofit/>
          </a:bodyPr>
          <a:lstStyle>
            <a:lvl1pPr algn="l">
              <a:lnSpc>
                <a:spcPct val="80000"/>
              </a:lnSpc>
              <a:defRPr sz="80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3" y="4198409"/>
            <a:ext cx="9228201" cy="1645920"/>
          </a:xfrm>
        </p:spPr>
        <p:txBody>
          <a:bodyPr>
            <a:normAutofit/>
          </a:bodyPr>
          <a:lstStyle>
            <a:lvl1pPr marL="0" indent="0" algn="l">
              <a:buNone/>
              <a:defRPr sz="28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75000"/>
                  </a:srgbClr>
                </a:solidFill>
              </a:defRPr>
            </a:lvl1pPr>
          </a:lstStyle>
          <a:p>
            <a:endParaRPr lang="en-US" dirty="0"/>
          </a:p>
        </p:txBody>
      </p:sp>
      <p:sp>
        <p:nvSpPr>
          <p:cNvPr id="8" name="Footer Placeholder 7"/>
          <p:cNvSpPr>
            <a:spLocks noGrp="1"/>
          </p:cNvSpPr>
          <p:nvPr>
            <p:ph type="ftr" sz="quarter" idx="11"/>
          </p:nvPr>
        </p:nvSpPr>
        <p:spPr/>
        <p:txBody>
          <a:bodyPr/>
          <a:lstStyle>
            <a:lvl1pPr>
              <a:defRPr>
                <a:solidFill>
                  <a:srgbClr val="FFFFFF">
                    <a:alpha val="75000"/>
                  </a:srgbClr>
                </a:solidFill>
              </a:defRPr>
            </a:lvl1pPr>
          </a:lstStyle>
          <a:p>
            <a:r>
              <a:rPr lang="en-US"/>
              <a:t>www.adaniuni.ac.in</a:t>
            </a:r>
            <a:endParaRPr lang="en-US" dirty="0"/>
          </a:p>
        </p:txBody>
      </p:sp>
      <p:sp>
        <p:nvSpPr>
          <p:cNvPr id="9" name="Slide Number Placeholder 8"/>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smtClean="0"/>
              <a:pPr/>
              <a:t>‹#›</a:t>
            </a:fld>
            <a:endParaRPr lang="en-US" dirty="0"/>
          </a:p>
        </p:txBody>
      </p:sp>
      <p:pic>
        <p:nvPicPr>
          <p:cNvPr id="10" name="Picture 9" descr="A logo with text and letters&#10;&#10;AI-generated content may be incorrect.">
            <a:extLst>
              <a:ext uri="{FF2B5EF4-FFF2-40B4-BE49-F238E27FC236}">
                <a16:creationId xmlns:a16="http://schemas.microsoft.com/office/drawing/2014/main" id="{32A431A8-E226-BF17-59B3-6B7211B58E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11480" y="228600"/>
            <a:ext cx="2838080" cy="716354"/>
          </a:xfrm>
          <a:prstGeom prst="rect">
            <a:avLst/>
          </a:prstGeom>
        </p:spPr>
      </p:pic>
    </p:spTree>
    <p:extLst>
      <p:ext uri="{BB962C8B-B14F-4D97-AF65-F5344CB8AC3E}">
        <p14:creationId xmlns:p14="http://schemas.microsoft.com/office/powerpoint/2010/main" val="3252474884"/>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5pPr marL="1371600" indent="0">
              <a:buNone/>
              <a:defRPr/>
            </a:lvl5pPr>
          </a:lstStyle>
          <a:p>
            <a:pPr lvl="0"/>
            <a:r>
              <a:rPr lang="en-US"/>
              <a:t>Click to edit Master text styles</a:t>
            </a:r>
          </a:p>
        </p:txBody>
      </p:sp>
      <p:pic>
        <p:nvPicPr>
          <p:cNvPr id="8" name="Picture 7" descr="A logo with text and letters&#10;&#10;AI-generated content may be incorrect.">
            <a:extLst>
              <a:ext uri="{FF2B5EF4-FFF2-40B4-BE49-F238E27FC236}">
                <a16:creationId xmlns:a16="http://schemas.microsoft.com/office/drawing/2014/main" id="{4E71ACBB-47D9-1085-15DE-EDD896C1EA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11480" y="228600"/>
            <a:ext cx="2838080" cy="716354"/>
          </a:xfrm>
          <a:prstGeom prst="rect">
            <a:avLst/>
          </a:prstGeom>
        </p:spPr>
      </p:pic>
      <p:sp>
        <p:nvSpPr>
          <p:cNvPr id="12" name="Title 11">
            <a:extLst>
              <a:ext uri="{FF2B5EF4-FFF2-40B4-BE49-F238E27FC236}">
                <a16:creationId xmlns:a16="http://schemas.microsoft.com/office/drawing/2014/main" id="{0B5C42D7-3AFB-0805-C59E-0BBF542AB548}"/>
              </a:ext>
            </a:extLst>
          </p:cNvPr>
          <p:cNvSpPr>
            <a:spLocks noGrp="1"/>
          </p:cNvSpPr>
          <p:nvPr>
            <p:ph type="title"/>
          </p:nvPr>
        </p:nvSpPr>
        <p:spPr>
          <a:xfrm>
            <a:off x="838200" y="365126"/>
            <a:ext cx="10947400" cy="716354"/>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915194704"/>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8480E-65E8-712F-8BED-7D11F1501C73}"/>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dirty="0"/>
          </a:p>
        </p:txBody>
      </p:sp>
    </p:spTree>
    <p:extLst>
      <p:ext uri="{BB962C8B-B14F-4D97-AF65-F5344CB8AC3E}">
        <p14:creationId xmlns:p14="http://schemas.microsoft.com/office/powerpoint/2010/main" val="3046983459"/>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14" y="0"/>
            <a:ext cx="12191948" cy="6858000"/>
            <a:chOff x="-11" y="0"/>
            <a:chExt cx="9143961" cy="5143500"/>
          </a:xfrm>
        </p:grpSpPr>
        <p:sp>
          <p:nvSpPr>
            <p:cNvPr id="10" name="Google Shape;10;p2"/>
            <p:cNvSpPr/>
            <p:nvPr/>
          </p:nvSpPr>
          <p:spPr>
            <a:xfrm>
              <a:off x="7854550" y="202020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 name="Google Shape;11;p2"/>
            <p:cNvSpPr/>
            <p:nvPr/>
          </p:nvSpPr>
          <p:spPr>
            <a:xfrm>
              <a:off x="6780400" y="1853711"/>
              <a:ext cx="2010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 name="Google Shape;12;p2"/>
            <p:cNvSpPr/>
            <p:nvPr/>
          </p:nvSpPr>
          <p:spPr>
            <a:xfrm>
              <a:off x="8325550" y="1608144"/>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 name="Google Shape;13;p2"/>
            <p:cNvSpPr/>
            <p:nvPr/>
          </p:nvSpPr>
          <p:spPr>
            <a:xfrm>
              <a:off x="8064500" y="2099322"/>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 name="Google Shape;14;p2"/>
            <p:cNvSpPr/>
            <p:nvPr/>
          </p:nvSpPr>
          <p:spPr>
            <a:xfrm>
              <a:off x="0" y="0"/>
              <a:ext cx="352500" cy="1976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 name="Google Shape;15;p2"/>
            <p:cNvSpPr/>
            <p:nvPr/>
          </p:nvSpPr>
          <p:spPr>
            <a:xfrm rot="10800000">
              <a:off x="352600" y="4409825"/>
              <a:ext cx="1889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 name="Google Shape;16;p2"/>
            <p:cNvSpPr/>
            <p:nvPr/>
          </p:nvSpPr>
          <p:spPr>
            <a:xfrm rot="10800000">
              <a:off x="-11" y="4655393"/>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7" name="Google Shape;17;p2"/>
          <p:cNvSpPr txBox="1">
            <a:spLocks noGrp="1"/>
          </p:cNvSpPr>
          <p:nvPr>
            <p:ph type="ctrTitle"/>
          </p:nvPr>
        </p:nvSpPr>
        <p:spPr>
          <a:xfrm>
            <a:off x="1205833" y="1448733"/>
            <a:ext cx="7418800" cy="33324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4500" b="0">
                <a:latin typeface="Inter ExtraBold"/>
                <a:ea typeface="Inter ExtraBold"/>
                <a:cs typeface="Inter ExtraBold"/>
                <a:sym typeface="Inter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8" name="Google Shape;18;p2"/>
          <p:cNvSpPr txBox="1">
            <a:spLocks noGrp="1"/>
          </p:cNvSpPr>
          <p:nvPr>
            <p:ph type="subTitle" idx="1"/>
          </p:nvPr>
        </p:nvSpPr>
        <p:spPr>
          <a:xfrm>
            <a:off x="1205833" y="4665833"/>
            <a:ext cx="7418800" cy="696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None/>
              <a:defRPr sz="1800">
                <a:latin typeface="Inter"/>
                <a:ea typeface="Inter"/>
                <a:cs typeface="Inter"/>
                <a:sym typeface="Inter"/>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844541730"/>
      </p:ext>
    </p:extLst>
  </p:cSld>
  <p:clrMapOvr>
    <a:masterClrMapping/>
  </p:clrMapOvr>
  <p:hf sldNum="0" hdr="0" ftr="0" dt="0"/>
</p:sldLayout>
</file>

<file path=ppt/slideLayouts/slideLayout16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
        <p:cNvGrpSpPr/>
        <p:nvPr/>
      </p:nvGrpSpPr>
      <p:grpSpPr>
        <a:xfrm>
          <a:off x="0" y="0"/>
          <a:ext cx="0" cy="0"/>
          <a:chOff x="0" y="0"/>
          <a:chExt cx="0" cy="0"/>
        </a:xfrm>
      </p:grpSpPr>
      <p:grpSp>
        <p:nvGrpSpPr>
          <p:cNvPr id="20" name="Google Shape;20;p3"/>
          <p:cNvGrpSpPr/>
          <p:nvPr/>
        </p:nvGrpSpPr>
        <p:grpSpPr>
          <a:xfrm>
            <a:off x="0" y="-3299"/>
            <a:ext cx="10813867" cy="6861300"/>
            <a:chOff x="0" y="-2475"/>
            <a:chExt cx="8110400" cy="5145975"/>
          </a:xfrm>
        </p:grpSpPr>
        <p:sp>
          <p:nvSpPr>
            <p:cNvPr id="21" name="Google Shape;21;p3"/>
            <p:cNvSpPr/>
            <p:nvPr/>
          </p:nvSpPr>
          <p:spPr>
            <a:xfrm>
              <a:off x="6821000" y="202020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 name="Google Shape;22;p3"/>
            <p:cNvSpPr/>
            <p:nvPr/>
          </p:nvSpPr>
          <p:spPr>
            <a:xfrm rot="10800000">
              <a:off x="0" y="-2475"/>
              <a:ext cx="565200" cy="539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 name="Google Shape;23;p3"/>
            <p:cNvSpPr/>
            <p:nvPr/>
          </p:nvSpPr>
          <p:spPr>
            <a:xfrm>
              <a:off x="0" y="507600"/>
              <a:ext cx="229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 name="Google Shape;24;p3"/>
            <p:cNvSpPr/>
            <p:nvPr/>
          </p:nvSpPr>
          <p:spPr>
            <a:xfrm>
              <a:off x="6964375" y="175576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 name="Google Shape;25;p3"/>
            <p:cNvSpPr/>
            <p:nvPr/>
          </p:nvSpPr>
          <p:spPr>
            <a:xfrm>
              <a:off x="6703325" y="2246947"/>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 name="Google Shape;26;p3"/>
            <p:cNvSpPr/>
            <p:nvPr/>
          </p:nvSpPr>
          <p:spPr>
            <a:xfrm>
              <a:off x="5504875" y="2001350"/>
              <a:ext cx="1925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7" name="Google Shape;27;p3"/>
          <p:cNvSpPr txBox="1">
            <a:spLocks noGrp="1"/>
          </p:cNvSpPr>
          <p:nvPr>
            <p:ph type="title"/>
          </p:nvPr>
        </p:nvSpPr>
        <p:spPr>
          <a:xfrm>
            <a:off x="1277033" y="2341033"/>
            <a:ext cx="5977200" cy="2594800"/>
          </a:xfrm>
          <a:prstGeom prst="rect">
            <a:avLst/>
          </a:prstGeom>
        </p:spPr>
        <p:txBody>
          <a:bodyPr spcFirstLastPara="1" wrap="square" lIns="91425" tIns="91425" rIns="91425" bIns="91425" anchor="ctr" anchorCtr="0">
            <a:noAutofit/>
          </a:bodyPr>
          <a:lstStyle>
            <a:lvl1pPr lvl="0" algn="l">
              <a:spcBef>
                <a:spcPts val="0"/>
              </a:spcBef>
              <a:spcAft>
                <a:spcPts val="0"/>
              </a:spcAft>
              <a:buSzPts val="3600"/>
              <a:buNone/>
              <a:defRPr sz="5000" b="1"/>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28" name="Google Shape;28;p3"/>
          <p:cNvSpPr txBox="1">
            <a:spLocks noGrp="1"/>
          </p:cNvSpPr>
          <p:nvPr>
            <p:ph type="subTitle" idx="1"/>
          </p:nvPr>
        </p:nvSpPr>
        <p:spPr>
          <a:xfrm>
            <a:off x="1277033" y="4816200"/>
            <a:ext cx="4533200" cy="8444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29" name="Google Shape;29;p3"/>
          <p:cNvSpPr txBox="1">
            <a:spLocks noGrp="1"/>
          </p:cNvSpPr>
          <p:nvPr>
            <p:ph type="title" idx="2" hasCustomPrompt="1"/>
          </p:nvPr>
        </p:nvSpPr>
        <p:spPr>
          <a:xfrm>
            <a:off x="1243167" y="1237533"/>
            <a:ext cx="1954400" cy="1243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65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2765069392"/>
      </p:ext>
    </p:extLst>
  </p:cSld>
  <p:clrMapOvr>
    <a:masterClrMapping/>
  </p:clrMapOvr>
  <p:hf sldNum="0" hdr="0" ftr="0" dt="0"/>
</p:sldLayout>
</file>

<file path=ppt/slideLayouts/slideLayout16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0"/>
        <p:cNvGrpSpPr/>
        <p:nvPr/>
      </p:nvGrpSpPr>
      <p:grpSpPr>
        <a:xfrm>
          <a:off x="0" y="0"/>
          <a:ext cx="0" cy="0"/>
          <a:chOff x="0" y="0"/>
          <a:chExt cx="0" cy="0"/>
        </a:xfrm>
      </p:grpSpPr>
      <p:grpSp>
        <p:nvGrpSpPr>
          <p:cNvPr id="31" name="Google Shape;31;p4"/>
          <p:cNvGrpSpPr/>
          <p:nvPr/>
        </p:nvGrpSpPr>
        <p:grpSpPr>
          <a:xfrm>
            <a:off x="0" y="0"/>
            <a:ext cx="12192000" cy="6858000"/>
            <a:chOff x="0" y="0"/>
            <a:chExt cx="9144000" cy="5143500"/>
          </a:xfrm>
        </p:grpSpPr>
        <p:sp>
          <p:nvSpPr>
            <p:cNvPr id="32" name="Google Shape;32;p4"/>
            <p:cNvSpPr/>
            <p:nvPr/>
          </p:nvSpPr>
          <p:spPr>
            <a:xfrm>
              <a:off x="8925600" y="0"/>
              <a:ext cx="218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3" name="Google Shape;33;p4"/>
            <p:cNvSpPr/>
            <p:nvPr/>
          </p:nvSpPr>
          <p:spPr>
            <a:xfrm>
              <a:off x="0" y="2020200"/>
              <a:ext cx="218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 name="Google Shape;34;p4"/>
            <p:cNvSpPr/>
            <p:nvPr/>
          </p:nvSpPr>
          <p:spPr>
            <a:xfrm>
              <a:off x="0" y="1608150"/>
              <a:ext cx="358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5" name="Google Shape;35;p4"/>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36" name="Google Shape;36;p4"/>
          <p:cNvSpPr txBox="1">
            <a:spLocks noGrp="1"/>
          </p:cNvSpPr>
          <p:nvPr>
            <p:ph type="body" idx="1"/>
          </p:nvPr>
        </p:nvSpPr>
        <p:spPr>
          <a:xfrm>
            <a:off x="951200" y="1394253"/>
            <a:ext cx="10289600" cy="47540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rgbClr val="434343"/>
              </a:buClr>
              <a:buSzPts val="1200"/>
              <a:buFont typeface="Inter"/>
              <a:buAutoNum type="arabicPeriod"/>
              <a:defRPr sz="1100">
                <a:latin typeface="Inter"/>
                <a:ea typeface="Inter"/>
                <a:cs typeface="Inter"/>
                <a:sym typeface="Inter"/>
              </a:defRPr>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pPr lvl="0"/>
            <a:r>
              <a:rPr lang="en-US"/>
              <a:t>Click to edit Master text styles</a:t>
            </a:r>
          </a:p>
        </p:txBody>
      </p:sp>
    </p:spTree>
    <p:extLst>
      <p:ext uri="{BB962C8B-B14F-4D97-AF65-F5344CB8AC3E}">
        <p14:creationId xmlns:p14="http://schemas.microsoft.com/office/powerpoint/2010/main" val="2785467741"/>
      </p:ext>
    </p:extLst>
  </p:cSld>
  <p:clrMapOvr>
    <a:masterClrMapping/>
  </p:clrMapOvr>
  <p:hf sldNum="0" hdr="0" ftr="0" dt="0"/>
</p:sldLayout>
</file>

<file path=ppt/slideLayouts/slideLayout168.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7"/>
        <p:cNvGrpSpPr/>
        <p:nvPr/>
      </p:nvGrpSpPr>
      <p:grpSpPr>
        <a:xfrm>
          <a:off x="0" y="0"/>
          <a:ext cx="0" cy="0"/>
          <a:chOff x="0" y="0"/>
          <a:chExt cx="0" cy="0"/>
        </a:xfrm>
      </p:grpSpPr>
      <p:grpSp>
        <p:nvGrpSpPr>
          <p:cNvPr id="38" name="Google Shape;38;p5"/>
          <p:cNvGrpSpPr/>
          <p:nvPr/>
        </p:nvGrpSpPr>
        <p:grpSpPr>
          <a:xfrm>
            <a:off x="-166" y="0"/>
            <a:ext cx="12192167" cy="6858000"/>
            <a:chOff x="-125" y="0"/>
            <a:chExt cx="9144125" cy="5143500"/>
          </a:xfrm>
        </p:grpSpPr>
        <p:sp>
          <p:nvSpPr>
            <p:cNvPr id="39" name="Google Shape;39;p5"/>
            <p:cNvSpPr/>
            <p:nvPr/>
          </p:nvSpPr>
          <p:spPr>
            <a:xfrm rot="10800000">
              <a:off x="-100" y="4804200"/>
              <a:ext cx="430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 name="Google Shape;40;p5"/>
            <p:cNvSpPr/>
            <p:nvPr/>
          </p:nvSpPr>
          <p:spPr>
            <a:xfrm rot="10800000">
              <a:off x="7711500"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 name="Google Shape;41;p5"/>
            <p:cNvSpPr/>
            <p:nvPr/>
          </p:nvSpPr>
          <p:spPr>
            <a:xfrm rot="10800000">
              <a:off x="-125" y="4766475"/>
              <a:ext cx="1041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 name="Google Shape;42;p5"/>
            <p:cNvSpPr/>
            <p:nvPr/>
          </p:nvSpPr>
          <p:spPr>
            <a:xfrm rot="10800000">
              <a:off x="8394000" y="310875"/>
              <a:ext cx="750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3" name="Google Shape;43;p5"/>
          <p:cNvSpPr txBox="1">
            <a:spLocks noGrp="1"/>
          </p:cNvSpPr>
          <p:nvPr>
            <p:ph type="title"/>
          </p:nvPr>
        </p:nvSpPr>
        <p:spPr>
          <a:xfrm>
            <a:off x="951200" y="500087"/>
            <a:ext cx="102896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44" name="Google Shape;44;p5"/>
          <p:cNvSpPr txBox="1">
            <a:spLocks noGrp="1"/>
          </p:cNvSpPr>
          <p:nvPr>
            <p:ph type="body" idx="1"/>
          </p:nvPr>
        </p:nvSpPr>
        <p:spPr>
          <a:xfrm>
            <a:off x="1611600" y="3633949"/>
            <a:ext cx="4128800" cy="1139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45" name="Google Shape;45;p5"/>
          <p:cNvSpPr txBox="1">
            <a:spLocks noGrp="1"/>
          </p:cNvSpPr>
          <p:nvPr>
            <p:ph type="body" idx="2"/>
          </p:nvPr>
        </p:nvSpPr>
        <p:spPr>
          <a:xfrm>
            <a:off x="6451600" y="3633949"/>
            <a:ext cx="4128800" cy="1139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46" name="Google Shape;46;p5"/>
          <p:cNvSpPr txBox="1">
            <a:spLocks noGrp="1"/>
          </p:cNvSpPr>
          <p:nvPr>
            <p:ph type="title" idx="3"/>
          </p:nvPr>
        </p:nvSpPr>
        <p:spPr>
          <a:xfrm>
            <a:off x="1611600" y="3146984"/>
            <a:ext cx="4128800" cy="558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7" name="Google Shape;47;p5"/>
          <p:cNvSpPr txBox="1">
            <a:spLocks noGrp="1"/>
          </p:cNvSpPr>
          <p:nvPr>
            <p:ph type="title" idx="4"/>
          </p:nvPr>
        </p:nvSpPr>
        <p:spPr>
          <a:xfrm>
            <a:off x="6451600" y="3146984"/>
            <a:ext cx="4128800" cy="558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Tree>
    <p:extLst>
      <p:ext uri="{BB962C8B-B14F-4D97-AF65-F5344CB8AC3E}">
        <p14:creationId xmlns:p14="http://schemas.microsoft.com/office/powerpoint/2010/main" val="3391508398"/>
      </p:ext>
    </p:extLst>
  </p:cSld>
  <p:clrMapOvr>
    <a:masterClrMapping/>
  </p:clrMapOvr>
  <p:hf sldNum="0" hdr="0" ftr="0" dt="0"/>
</p:sldLayout>
</file>

<file path=ppt/slideLayouts/slideLayout16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8"/>
        <p:cNvGrpSpPr/>
        <p:nvPr/>
      </p:nvGrpSpPr>
      <p:grpSpPr>
        <a:xfrm>
          <a:off x="0" y="0"/>
          <a:ext cx="0" cy="0"/>
          <a:chOff x="0" y="0"/>
          <a:chExt cx="0" cy="0"/>
        </a:xfrm>
      </p:grpSpPr>
      <p:sp>
        <p:nvSpPr>
          <p:cNvPr id="49" name="Google Shape;49;p6"/>
          <p:cNvSpPr/>
          <p:nvPr/>
        </p:nvSpPr>
        <p:spPr>
          <a:xfrm rot="10800000" flipH="1">
            <a:off x="-1401" y="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0" name="Google Shape;50;p6"/>
          <p:cNvSpPr/>
          <p:nvPr/>
        </p:nvSpPr>
        <p:spPr>
          <a:xfrm flipH="1">
            <a:off x="10282000" y="640560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1" name="Google Shape;51;p6"/>
          <p:cNvSpPr/>
          <p:nvPr/>
        </p:nvSpPr>
        <p:spPr>
          <a:xfrm rot="10800000">
            <a:off x="100" y="4145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2" name="Google Shape;52;p6"/>
          <p:cNvSpPr/>
          <p:nvPr/>
        </p:nvSpPr>
        <p:spPr>
          <a:xfrm>
            <a:off x="11691794" y="5892644"/>
            <a:ext cx="497805"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3" name="Google Shape;53;p6"/>
          <p:cNvSpPr/>
          <p:nvPr/>
        </p:nvSpPr>
        <p:spPr>
          <a:xfrm>
            <a:off x="11533007" y="6547548"/>
            <a:ext cx="545068"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4" name="Google Shape;54;p6"/>
          <p:cNvSpPr txBox="1">
            <a:spLocks noGrp="1"/>
          </p:cNvSpPr>
          <p:nvPr>
            <p:ph type="title"/>
          </p:nvPr>
        </p:nvSpPr>
        <p:spPr>
          <a:xfrm>
            <a:off x="641933" y="500167"/>
            <a:ext cx="10907600" cy="76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5"/>
              </a:buClr>
              <a:buSzPts val="2800"/>
              <a:buNone/>
              <a:defRPr/>
            </a:lvl1pPr>
            <a:lvl2pPr lvl="1">
              <a:spcBef>
                <a:spcPts val="0"/>
              </a:spcBef>
              <a:spcAft>
                <a:spcPts val="0"/>
              </a:spcAft>
              <a:buClr>
                <a:schemeClr val="accent5"/>
              </a:buClr>
              <a:buSzPts val="2800"/>
              <a:buNone/>
              <a:defRPr>
                <a:solidFill>
                  <a:schemeClr val="accent5"/>
                </a:solidFill>
              </a:defRPr>
            </a:lvl2pPr>
            <a:lvl3pPr lvl="2">
              <a:spcBef>
                <a:spcPts val="0"/>
              </a:spcBef>
              <a:spcAft>
                <a:spcPts val="0"/>
              </a:spcAft>
              <a:buClr>
                <a:schemeClr val="accent5"/>
              </a:buClr>
              <a:buSzPts val="2800"/>
              <a:buNone/>
              <a:defRPr>
                <a:solidFill>
                  <a:schemeClr val="accent5"/>
                </a:solidFill>
              </a:defRPr>
            </a:lvl3pPr>
            <a:lvl4pPr lvl="3">
              <a:spcBef>
                <a:spcPts val="0"/>
              </a:spcBef>
              <a:spcAft>
                <a:spcPts val="0"/>
              </a:spcAft>
              <a:buClr>
                <a:schemeClr val="accent5"/>
              </a:buClr>
              <a:buSzPts val="2800"/>
              <a:buNone/>
              <a:defRPr>
                <a:solidFill>
                  <a:schemeClr val="accent5"/>
                </a:solidFill>
              </a:defRPr>
            </a:lvl4pPr>
            <a:lvl5pPr lvl="4">
              <a:spcBef>
                <a:spcPts val="0"/>
              </a:spcBef>
              <a:spcAft>
                <a:spcPts val="0"/>
              </a:spcAft>
              <a:buClr>
                <a:schemeClr val="accent5"/>
              </a:buClr>
              <a:buSzPts val="2800"/>
              <a:buNone/>
              <a:defRPr>
                <a:solidFill>
                  <a:schemeClr val="accent5"/>
                </a:solidFill>
              </a:defRPr>
            </a:lvl5pPr>
            <a:lvl6pPr lvl="5">
              <a:spcBef>
                <a:spcPts val="0"/>
              </a:spcBef>
              <a:spcAft>
                <a:spcPts val="0"/>
              </a:spcAft>
              <a:buClr>
                <a:schemeClr val="accent5"/>
              </a:buClr>
              <a:buSzPts val="2800"/>
              <a:buNone/>
              <a:defRPr>
                <a:solidFill>
                  <a:schemeClr val="accent5"/>
                </a:solidFill>
              </a:defRPr>
            </a:lvl6pPr>
            <a:lvl7pPr lvl="6">
              <a:spcBef>
                <a:spcPts val="0"/>
              </a:spcBef>
              <a:spcAft>
                <a:spcPts val="0"/>
              </a:spcAft>
              <a:buClr>
                <a:schemeClr val="accent5"/>
              </a:buClr>
              <a:buSzPts val="2800"/>
              <a:buNone/>
              <a:defRPr>
                <a:solidFill>
                  <a:schemeClr val="accent5"/>
                </a:solidFill>
              </a:defRPr>
            </a:lvl7pPr>
            <a:lvl8pPr lvl="7">
              <a:spcBef>
                <a:spcPts val="0"/>
              </a:spcBef>
              <a:spcAft>
                <a:spcPts val="0"/>
              </a:spcAft>
              <a:buClr>
                <a:schemeClr val="accent5"/>
              </a:buClr>
              <a:buSzPts val="2800"/>
              <a:buNone/>
              <a:defRPr>
                <a:solidFill>
                  <a:schemeClr val="accent5"/>
                </a:solidFill>
              </a:defRPr>
            </a:lvl8pPr>
            <a:lvl9pPr lvl="8">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
        <p:nvSpPr>
          <p:cNvPr id="55" name="Google Shape;55;p6"/>
          <p:cNvSpPr/>
          <p:nvPr/>
        </p:nvSpPr>
        <p:spPr>
          <a:xfrm>
            <a:off x="10682777" y="6220100"/>
            <a:ext cx="129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1199690150"/>
      </p:ext>
    </p:extLst>
  </p:cSld>
  <p:clrMapOvr>
    <a:masterClrMapping/>
  </p:clrMapOvr>
  <p:hf sldNum="0" hdr="0" ftr="0" dt="0"/>
</p:sldLayout>
</file>

<file path=ppt/slideLayouts/slideLayout17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6"/>
        <p:cNvGrpSpPr/>
        <p:nvPr/>
      </p:nvGrpSpPr>
      <p:grpSpPr>
        <a:xfrm>
          <a:off x="0" y="0"/>
          <a:ext cx="0" cy="0"/>
          <a:chOff x="0" y="0"/>
          <a:chExt cx="0" cy="0"/>
        </a:xfrm>
      </p:grpSpPr>
      <p:grpSp>
        <p:nvGrpSpPr>
          <p:cNvPr id="57" name="Google Shape;57;p7"/>
          <p:cNvGrpSpPr/>
          <p:nvPr/>
        </p:nvGrpSpPr>
        <p:grpSpPr>
          <a:xfrm>
            <a:off x="286502" y="0"/>
            <a:ext cx="11905500" cy="6858000"/>
            <a:chOff x="214875" y="0"/>
            <a:chExt cx="8929125" cy="5143500"/>
          </a:xfrm>
        </p:grpSpPr>
        <p:sp>
          <p:nvSpPr>
            <p:cNvPr id="58" name="Google Shape;58;p7"/>
            <p:cNvSpPr/>
            <p:nvPr/>
          </p:nvSpPr>
          <p:spPr>
            <a:xfrm>
              <a:off x="713950" y="4297800"/>
              <a:ext cx="1289400" cy="845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9" name="Google Shape;59;p7"/>
            <p:cNvSpPr/>
            <p:nvPr/>
          </p:nvSpPr>
          <p:spPr>
            <a:xfrm>
              <a:off x="713950" y="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 name="Google Shape;60;p7"/>
            <p:cNvSpPr/>
            <p:nvPr/>
          </p:nvSpPr>
          <p:spPr>
            <a:xfrm rot="10800000">
              <a:off x="8315700" y="4804200"/>
              <a:ext cx="828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 name="Google Shape;61;p7"/>
            <p:cNvSpPr/>
            <p:nvPr/>
          </p:nvSpPr>
          <p:spPr>
            <a:xfrm rot="10800000">
              <a:off x="214875" y="920672"/>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 name="Google Shape;62;p7"/>
            <p:cNvSpPr/>
            <p:nvPr/>
          </p:nvSpPr>
          <p:spPr>
            <a:xfrm rot="10800000">
              <a:off x="398225" y="429494"/>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 name="Google Shape;63;p7"/>
            <p:cNvSpPr/>
            <p:nvPr/>
          </p:nvSpPr>
          <p:spPr>
            <a:xfrm rot="10800000">
              <a:off x="8690850" y="4766475"/>
              <a:ext cx="448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 name="Google Shape;64;p7"/>
            <p:cNvSpPr/>
            <p:nvPr/>
          </p:nvSpPr>
          <p:spPr>
            <a:xfrm rot="10800000">
              <a:off x="567550" y="675075"/>
              <a:ext cx="18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65" name="Google Shape;65;p7"/>
          <p:cNvSpPr txBox="1">
            <a:spLocks noGrp="1"/>
          </p:cNvSpPr>
          <p:nvPr>
            <p:ph type="title"/>
          </p:nvPr>
        </p:nvSpPr>
        <p:spPr>
          <a:xfrm>
            <a:off x="3861200" y="1249000"/>
            <a:ext cx="7379600" cy="1319200"/>
          </a:xfrm>
          <a:prstGeom prst="rect">
            <a:avLst/>
          </a:prstGeom>
        </p:spPr>
        <p:txBody>
          <a:bodyPr spcFirstLastPara="1" wrap="square" lIns="91425" tIns="91425" rIns="91425" bIns="91425" anchor="ctr" anchorCtr="0">
            <a:noAutofit/>
          </a:bodyPr>
          <a:lstStyle>
            <a:lvl1pPr lvl="0" algn="l">
              <a:spcBef>
                <a:spcPts val="0"/>
              </a:spcBef>
              <a:spcAft>
                <a:spcPts val="0"/>
              </a:spcAft>
              <a:buSzPts val="2400"/>
              <a:buNone/>
              <a:defRPr sz="3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US"/>
              <a:t>Click to edit Master title style</a:t>
            </a:r>
            <a:endParaRPr/>
          </a:p>
        </p:txBody>
      </p:sp>
      <p:sp>
        <p:nvSpPr>
          <p:cNvPr id="66" name="Google Shape;66;p7"/>
          <p:cNvSpPr txBox="1">
            <a:spLocks noGrp="1"/>
          </p:cNvSpPr>
          <p:nvPr>
            <p:ph type="body" idx="1"/>
          </p:nvPr>
        </p:nvSpPr>
        <p:spPr>
          <a:xfrm>
            <a:off x="3861200" y="2516200"/>
            <a:ext cx="6898400" cy="30928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rgbClr val="595959"/>
              </a:buClr>
              <a:buSzPts val="1400"/>
              <a:buFont typeface="Anaheim"/>
              <a:buChar char="●"/>
              <a:defRPr/>
            </a:lvl1pPr>
            <a:lvl2pPr marL="914400" lvl="1" indent="-317500">
              <a:spcBef>
                <a:spcPts val="1000"/>
              </a:spcBef>
              <a:spcAft>
                <a:spcPts val="0"/>
              </a:spcAft>
              <a:buClr>
                <a:srgbClr val="595959"/>
              </a:buClr>
              <a:buSzPts val="1400"/>
              <a:buFont typeface="Anaheim"/>
              <a:buChar char="○"/>
              <a:defRPr sz="1200"/>
            </a:lvl2pPr>
            <a:lvl3pPr marL="1371600" lvl="2" indent="-317500">
              <a:spcBef>
                <a:spcPts val="0"/>
              </a:spcBef>
              <a:spcAft>
                <a:spcPts val="0"/>
              </a:spcAft>
              <a:buClr>
                <a:srgbClr val="595959"/>
              </a:buClr>
              <a:buSzPts val="1400"/>
              <a:buFont typeface="Anaheim"/>
              <a:buChar char="■"/>
              <a:defRPr sz="1200"/>
            </a:lvl3pPr>
            <a:lvl4pPr marL="1828800" lvl="3" indent="-317500">
              <a:spcBef>
                <a:spcPts val="0"/>
              </a:spcBef>
              <a:spcAft>
                <a:spcPts val="0"/>
              </a:spcAft>
              <a:buClr>
                <a:srgbClr val="595959"/>
              </a:buClr>
              <a:buSzPts val="1400"/>
              <a:buFont typeface="Anaheim"/>
              <a:buChar char="●"/>
              <a:defRPr sz="1200"/>
            </a:lvl4pPr>
            <a:lvl5pPr marL="2286000" lvl="4" indent="-317500">
              <a:spcBef>
                <a:spcPts val="0"/>
              </a:spcBef>
              <a:spcAft>
                <a:spcPts val="0"/>
              </a:spcAft>
              <a:buClr>
                <a:srgbClr val="595959"/>
              </a:buClr>
              <a:buSzPts val="1400"/>
              <a:buFont typeface="Anaheim"/>
              <a:buChar char="○"/>
              <a:defRPr sz="1200"/>
            </a:lvl5pPr>
            <a:lvl6pPr marL="2743200" lvl="5" indent="-317500">
              <a:spcBef>
                <a:spcPts val="0"/>
              </a:spcBef>
              <a:spcAft>
                <a:spcPts val="0"/>
              </a:spcAft>
              <a:buClr>
                <a:srgbClr val="595959"/>
              </a:buClr>
              <a:buSzPts val="1400"/>
              <a:buFont typeface="Anaheim"/>
              <a:buChar char="■"/>
              <a:defRPr sz="1200"/>
            </a:lvl6pPr>
            <a:lvl7pPr marL="3200400" lvl="6" indent="-317500">
              <a:spcBef>
                <a:spcPts val="0"/>
              </a:spcBef>
              <a:spcAft>
                <a:spcPts val="0"/>
              </a:spcAft>
              <a:buClr>
                <a:srgbClr val="595959"/>
              </a:buClr>
              <a:buSzPts val="1400"/>
              <a:buFont typeface="Anaheim"/>
              <a:buChar char="●"/>
              <a:defRPr sz="1200"/>
            </a:lvl7pPr>
            <a:lvl8pPr marL="3657600" lvl="7" indent="-317500">
              <a:spcBef>
                <a:spcPts val="0"/>
              </a:spcBef>
              <a:spcAft>
                <a:spcPts val="0"/>
              </a:spcAft>
              <a:buClr>
                <a:srgbClr val="595959"/>
              </a:buClr>
              <a:buSzPts val="1400"/>
              <a:buFont typeface="Anaheim"/>
              <a:buChar char="○"/>
              <a:defRPr sz="1200"/>
            </a:lvl8pPr>
            <a:lvl9pPr marL="4114800" lvl="8" indent="-317500">
              <a:spcBef>
                <a:spcPts val="0"/>
              </a:spcBef>
              <a:spcAft>
                <a:spcPts val="0"/>
              </a:spcAft>
              <a:buClr>
                <a:srgbClr val="595959"/>
              </a:buClr>
              <a:buSzPts val="1400"/>
              <a:buFont typeface="Anaheim"/>
              <a:buChar char="■"/>
              <a:defRPr sz="1200"/>
            </a:lvl9pPr>
          </a:lstStyle>
          <a:p>
            <a:pPr lvl="0"/>
            <a:r>
              <a:rPr lang="en-US"/>
              <a:t>Click to edit Master text styles</a:t>
            </a:r>
          </a:p>
        </p:txBody>
      </p:sp>
    </p:spTree>
    <p:extLst>
      <p:ext uri="{BB962C8B-B14F-4D97-AF65-F5344CB8AC3E}">
        <p14:creationId xmlns:p14="http://schemas.microsoft.com/office/powerpoint/2010/main" val="2323396609"/>
      </p:ext>
    </p:extLst>
  </p:cSld>
  <p:clrMapOvr>
    <a:masterClrMapping/>
  </p:clrMapOvr>
  <p:hf sldNum="0" hdr="0" ftr="0" dt="0"/>
</p:sldLayout>
</file>

<file path=ppt/slideLayouts/slideLayout171.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7"/>
        <p:cNvGrpSpPr/>
        <p:nvPr/>
      </p:nvGrpSpPr>
      <p:grpSpPr>
        <a:xfrm>
          <a:off x="0" y="0"/>
          <a:ext cx="0" cy="0"/>
          <a:chOff x="0" y="0"/>
          <a:chExt cx="0" cy="0"/>
        </a:xfrm>
      </p:grpSpPr>
      <p:grpSp>
        <p:nvGrpSpPr>
          <p:cNvPr id="68" name="Google Shape;68;p8"/>
          <p:cNvGrpSpPr/>
          <p:nvPr/>
        </p:nvGrpSpPr>
        <p:grpSpPr>
          <a:xfrm>
            <a:off x="2" y="2"/>
            <a:ext cx="12191993" cy="6858167"/>
            <a:chOff x="0" y="0"/>
            <a:chExt cx="9143995" cy="5143625"/>
          </a:xfrm>
        </p:grpSpPr>
        <p:grpSp>
          <p:nvGrpSpPr>
            <p:cNvPr id="69" name="Google Shape;69;p8"/>
            <p:cNvGrpSpPr/>
            <p:nvPr/>
          </p:nvGrpSpPr>
          <p:grpSpPr>
            <a:xfrm>
              <a:off x="0" y="0"/>
              <a:ext cx="9143995" cy="5143625"/>
              <a:chOff x="0" y="0"/>
              <a:chExt cx="9143995" cy="5143625"/>
            </a:xfrm>
          </p:grpSpPr>
          <p:sp>
            <p:nvSpPr>
              <p:cNvPr id="70" name="Google Shape;70;p8"/>
              <p:cNvSpPr/>
              <p:nvPr/>
            </p:nvSpPr>
            <p:spPr>
              <a:xfrm flipH="1">
                <a:off x="0" y="4188125"/>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 name="Google Shape;71;p8"/>
              <p:cNvSpPr/>
              <p:nvPr/>
            </p:nvSpPr>
            <p:spPr>
              <a:xfrm flipH="1">
                <a:off x="1751145" y="4419475"/>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 name="Google Shape;72;p8"/>
              <p:cNvSpPr/>
              <p:nvPr/>
            </p:nvSpPr>
            <p:spPr>
              <a:xfrm flipH="1">
                <a:off x="2151456" y="4665075"/>
                <a:ext cx="215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 name="Google Shape;73;p8"/>
              <p:cNvSpPr/>
              <p:nvPr/>
            </p:nvSpPr>
            <p:spPr>
              <a:xfrm>
                <a:off x="6416695" y="0"/>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 name="Google Shape;74;p8"/>
              <p:cNvSpPr/>
              <p:nvPr/>
            </p:nvSpPr>
            <p:spPr>
              <a:xfrm>
                <a:off x="4726699" y="231350"/>
                <a:ext cx="2694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 name="Google Shape;75;p8"/>
              <p:cNvSpPr/>
              <p:nvPr/>
            </p:nvSpPr>
            <p:spPr>
              <a:xfrm>
                <a:off x="6279349" y="722525"/>
                <a:ext cx="111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 name="Google Shape;76;p8"/>
              <p:cNvSpPr/>
              <p:nvPr/>
            </p:nvSpPr>
            <p:spPr>
              <a:xfrm>
                <a:off x="6858825" y="476950"/>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77" name="Google Shape;77;p8"/>
            <p:cNvSpPr/>
            <p:nvPr/>
          </p:nvSpPr>
          <p:spPr>
            <a:xfrm flipH="1">
              <a:off x="2074151" y="4910650"/>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78" name="Google Shape;78;p8"/>
          <p:cNvSpPr txBox="1">
            <a:spLocks noGrp="1"/>
          </p:cNvSpPr>
          <p:nvPr>
            <p:ph type="title"/>
          </p:nvPr>
        </p:nvSpPr>
        <p:spPr>
          <a:xfrm>
            <a:off x="1880300" y="1720700"/>
            <a:ext cx="8431600" cy="3506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5"/>
              </a:buClr>
              <a:buSzPts val="4800"/>
              <a:buNone/>
              <a:defRPr sz="9000"/>
            </a:lvl1pPr>
            <a:lvl2pPr lvl="1">
              <a:spcBef>
                <a:spcPts val="0"/>
              </a:spcBef>
              <a:spcAft>
                <a:spcPts val="0"/>
              </a:spcAft>
              <a:buClr>
                <a:schemeClr val="accent5"/>
              </a:buClr>
              <a:buSzPts val="4800"/>
              <a:buNone/>
              <a:defRPr sz="4800">
                <a:solidFill>
                  <a:schemeClr val="accent5"/>
                </a:solidFill>
              </a:defRPr>
            </a:lvl2pPr>
            <a:lvl3pPr lvl="2">
              <a:spcBef>
                <a:spcPts val="0"/>
              </a:spcBef>
              <a:spcAft>
                <a:spcPts val="0"/>
              </a:spcAft>
              <a:buClr>
                <a:schemeClr val="accent5"/>
              </a:buClr>
              <a:buSzPts val="4800"/>
              <a:buNone/>
              <a:defRPr sz="4800">
                <a:solidFill>
                  <a:schemeClr val="accent5"/>
                </a:solidFill>
              </a:defRPr>
            </a:lvl3pPr>
            <a:lvl4pPr lvl="3">
              <a:spcBef>
                <a:spcPts val="0"/>
              </a:spcBef>
              <a:spcAft>
                <a:spcPts val="0"/>
              </a:spcAft>
              <a:buClr>
                <a:schemeClr val="accent5"/>
              </a:buClr>
              <a:buSzPts val="4800"/>
              <a:buNone/>
              <a:defRPr sz="4800">
                <a:solidFill>
                  <a:schemeClr val="accent5"/>
                </a:solidFill>
              </a:defRPr>
            </a:lvl4pPr>
            <a:lvl5pPr lvl="4">
              <a:spcBef>
                <a:spcPts val="0"/>
              </a:spcBef>
              <a:spcAft>
                <a:spcPts val="0"/>
              </a:spcAft>
              <a:buClr>
                <a:schemeClr val="accent5"/>
              </a:buClr>
              <a:buSzPts val="4800"/>
              <a:buNone/>
              <a:defRPr sz="4800">
                <a:solidFill>
                  <a:schemeClr val="accent5"/>
                </a:solidFill>
              </a:defRPr>
            </a:lvl5pPr>
            <a:lvl6pPr lvl="5">
              <a:spcBef>
                <a:spcPts val="0"/>
              </a:spcBef>
              <a:spcAft>
                <a:spcPts val="0"/>
              </a:spcAft>
              <a:buClr>
                <a:schemeClr val="accent5"/>
              </a:buClr>
              <a:buSzPts val="4800"/>
              <a:buNone/>
              <a:defRPr sz="4800">
                <a:solidFill>
                  <a:schemeClr val="accent5"/>
                </a:solidFill>
              </a:defRPr>
            </a:lvl6pPr>
            <a:lvl7pPr lvl="6">
              <a:spcBef>
                <a:spcPts val="0"/>
              </a:spcBef>
              <a:spcAft>
                <a:spcPts val="0"/>
              </a:spcAft>
              <a:buClr>
                <a:schemeClr val="accent5"/>
              </a:buClr>
              <a:buSzPts val="4800"/>
              <a:buNone/>
              <a:defRPr sz="4800">
                <a:solidFill>
                  <a:schemeClr val="accent5"/>
                </a:solidFill>
              </a:defRPr>
            </a:lvl7pPr>
            <a:lvl8pPr lvl="7">
              <a:spcBef>
                <a:spcPts val="0"/>
              </a:spcBef>
              <a:spcAft>
                <a:spcPts val="0"/>
              </a:spcAft>
              <a:buClr>
                <a:schemeClr val="accent5"/>
              </a:buClr>
              <a:buSzPts val="4800"/>
              <a:buNone/>
              <a:defRPr sz="4800">
                <a:solidFill>
                  <a:schemeClr val="accent5"/>
                </a:solidFill>
              </a:defRPr>
            </a:lvl8pPr>
            <a:lvl9pPr lvl="8">
              <a:spcBef>
                <a:spcPts val="0"/>
              </a:spcBef>
              <a:spcAft>
                <a:spcPts val="0"/>
              </a:spcAft>
              <a:buClr>
                <a:schemeClr val="accent5"/>
              </a:buClr>
              <a:buSzPts val="4800"/>
              <a:buNone/>
              <a:defRPr sz="4800">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3854568544"/>
      </p:ext>
    </p:extLst>
  </p:cSld>
  <p:clrMapOvr>
    <a:masterClrMapping/>
  </p:clrMapOvr>
  <p:hf sldNum="0" hdr="0" ftr="0" dt="0"/>
</p:sldLayout>
</file>

<file path=ppt/slideLayouts/slideLayout17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9"/>
        <p:cNvGrpSpPr/>
        <p:nvPr/>
      </p:nvGrpSpPr>
      <p:grpSpPr>
        <a:xfrm>
          <a:off x="0" y="0"/>
          <a:ext cx="0" cy="0"/>
          <a:chOff x="0" y="0"/>
          <a:chExt cx="0" cy="0"/>
        </a:xfrm>
      </p:grpSpPr>
      <p:grpSp>
        <p:nvGrpSpPr>
          <p:cNvPr id="80" name="Google Shape;80;p9"/>
          <p:cNvGrpSpPr/>
          <p:nvPr/>
        </p:nvGrpSpPr>
        <p:grpSpPr>
          <a:xfrm>
            <a:off x="-6" y="4600235"/>
            <a:ext cx="12191939" cy="2257767"/>
            <a:chOff x="-4" y="3450175"/>
            <a:chExt cx="9143954" cy="1693325"/>
          </a:xfrm>
        </p:grpSpPr>
        <p:sp>
          <p:nvSpPr>
            <p:cNvPr id="81" name="Google Shape;81;p9"/>
            <p:cNvSpPr/>
            <p:nvPr/>
          </p:nvSpPr>
          <p:spPr>
            <a:xfrm>
              <a:off x="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 name="Google Shape;82;p9"/>
            <p:cNvSpPr/>
            <p:nvPr/>
          </p:nvSpPr>
          <p:spPr>
            <a:xfrm rot="10800000">
              <a:off x="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 name="Google Shape;83;p9"/>
            <p:cNvSpPr/>
            <p:nvPr/>
          </p:nvSpPr>
          <p:spPr>
            <a:xfrm rot="10800000">
              <a:off x="-4"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 name="Google Shape;84;p9"/>
            <p:cNvSpPr/>
            <p:nvPr/>
          </p:nvSpPr>
          <p:spPr>
            <a:xfrm>
              <a:off x="8591950" y="3450175"/>
              <a:ext cx="552000" cy="16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85" name="Google Shape;85;p9"/>
          <p:cNvSpPr txBox="1">
            <a:spLocks noGrp="1"/>
          </p:cNvSpPr>
          <p:nvPr>
            <p:ph type="title"/>
          </p:nvPr>
        </p:nvSpPr>
        <p:spPr>
          <a:xfrm>
            <a:off x="1296433" y="2138100"/>
            <a:ext cx="5393600" cy="1548800"/>
          </a:xfrm>
          <a:prstGeom prst="rect">
            <a:avLst/>
          </a:prstGeom>
        </p:spPr>
        <p:txBody>
          <a:bodyPr spcFirstLastPara="1" wrap="square" lIns="91425" tIns="91425" rIns="91425" bIns="91425" anchor="b" anchorCtr="0">
            <a:noAutofit/>
          </a:bodyPr>
          <a:lstStyle>
            <a:lvl1pPr lvl="0" algn="l">
              <a:spcBef>
                <a:spcPts val="0"/>
              </a:spcBef>
              <a:spcAft>
                <a:spcPts val="0"/>
              </a:spcAft>
              <a:buSzPts val="4200"/>
              <a:buNone/>
              <a:defRPr sz="3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86" name="Google Shape;86;p9"/>
          <p:cNvSpPr txBox="1">
            <a:spLocks noGrp="1"/>
          </p:cNvSpPr>
          <p:nvPr>
            <p:ph type="subTitle" idx="1"/>
          </p:nvPr>
        </p:nvSpPr>
        <p:spPr>
          <a:xfrm>
            <a:off x="1296433" y="3596300"/>
            <a:ext cx="4853200" cy="1123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grpSp>
        <p:nvGrpSpPr>
          <p:cNvPr id="87" name="Google Shape;87;p9"/>
          <p:cNvGrpSpPr/>
          <p:nvPr/>
        </p:nvGrpSpPr>
        <p:grpSpPr>
          <a:xfrm>
            <a:off x="8" y="1560800"/>
            <a:ext cx="548401" cy="452400"/>
            <a:chOff x="8732704" y="1170600"/>
            <a:chExt cx="411301" cy="339300"/>
          </a:xfrm>
        </p:grpSpPr>
        <p:sp>
          <p:nvSpPr>
            <p:cNvPr id="88" name="Google Shape;88;p9"/>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 name="Google Shape;89;p9"/>
            <p:cNvSpPr/>
            <p:nvPr/>
          </p:nvSpPr>
          <p:spPr>
            <a:xfrm rot="10800000">
              <a:off x="87327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4258556845"/>
      </p:ext>
    </p:extLst>
  </p:cSld>
  <p:clrMapOvr>
    <a:masterClrMapping/>
  </p:clrMapOvr>
  <p:hf sldNum="0" hdr="0" ftr="0" dt="0"/>
</p:sldLayout>
</file>

<file path=ppt/slideLayouts/slideLayout17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0"/>
        <p:cNvGrpSpPr/>
        <p:nvPr/>
      </p:nvGrpSpPr>
      <p:grpSpPr>
        <a:xfrm>
          <a:off x="0" y="0"/>
          <a:ext cx="0" cy="0"/>
          <a:chOff x="0" y="0"/>
          <a:chExt cx="0" cy="0"/>
        </a:xfrm>
      </p:grpSpPr>
      <p:grpSp>
        <p:nvGrpSpPr>
          <p:cNvPr id="91" name="Google Shape;91;p10"/>
          <p:cNvGrpSpPr/>
          <p:nvPr/>
        </p:nvGrpSpPr>
        <p:grpSpPr>
          <a:xfrm>
            <a:off x="-1402" y="0"/>
            <a:ext cx="12191195" cy="6858000"/>
            <a:chOff x="-1051" y="0"/>
            <a:chExt cx="9143396" cy="5143500"/>
          </a:xfrm>
        </p:grpSpPr>
        <p:sp>
          <p:nvSpPr>
            <p:cNvPr id="92" name="Google Shape;92;p10"/>
            <p:cNvSpPr/>
            <p:nvPr/>
          </p:nvSpPr>
          <p:spPr>
            <a:xfrm rot="10800000" flipH="1">
              <a:off x="-1051"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 name="Google Shape;93;p10"/>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 name="Google Shape;94;p10"/>
            <p:cNvSpPr/>
            <p:nvPr/>
          </p:nvSpPr>
          <p:spPr>
            <a:xfrm rot="10800000">
              <a:off x="75" y="31087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 name="Google Shape;95;p10"/>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 name="Google Shape;96;p10"/>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 name="Google Shape;97;p10"/>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98" name="Google Shape;98;p10"/>
          <p:cNvSpPr txBox="1">
            <a:spLocks noGrp="1"/>
          </p:cNvSpPr>
          <p:nvPr>
            <p:ph type="title"/>
          </p:nvPr>
        </p:nvSpPr>
        <p:spPr>
          <a:xfrm>
            <a:off x="6513959" y="581633"/>
            <a:ext cx="4853200" cy="14260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accent5"/>
              </a:buClr>
              <a:buSzPts val="2800"/>
              <a:buNone/>
              <a:defRPr sz="2600"/>
            </a:lvl1pPr>
            <a:lvl2pPr lvl="1">
              <a:spcBef>
                <a:spcPts val="0"/>
              </a:spcBef>
              <a:spcAft>
                <a:spcPts val="0"/>
              </a:spcAft>
              <a:buClr>
                <a:schemeClr val="accent5"/>
              </a:buClr>
              <a:buSzPts val="2800"/>
              <a:buNone/>
              <a:defRPr>
                <a:solidFill>
                  <a:schemeClr val="accent5"/>
                </a:solidFill>
                <a:latin typeface="Nunito"/>
                <a:ea typeface="Nunito"/>
                <a:cs typeface="Nunito"/>
                <a:sym typeface="Nunito"/>
              </a:defRPr>
            </a:lvl2pPr>
            <a:lvl3pPr lvl="2">
              <a:spcBef>
                <a:spcPts val="0"/>
              </a:spcBef>
              <a:spcAft>
                <a:spcPts val="0"/>
              </a:spcAft>
              <a:buClr>
                <a:schemeClr val="accent5"/>
              </a:buClr>
              <a:buSzPts val="2800"/>
              <a:buNone/>
              <a:defRPr>
                <a:solidFill>
                  <a:schemeClr val="accent5"/>
                </a:solidFill>
                <a:latin typeface="Nunito"/>
                <a:ea typeface="Nunito"/>
                <a:cs typeface="Nunito"/>
                <a:sym typeface="Nunito"/>
              </a:defRPr>
            </a:lvl3pPr>
            <a:lvl4pPr lvl="3">
              <a:spcBef>
                <a:spcPts val="0"/>
              </a:spcBef>
              <a:spcAft>
                <a:spcPts val="0"/>
              </a:spcAft>
              <a:buClr>
                <a:schemeClr val="accent5"/>
              </a:buClr>
              <a:buSzPts val="2800"/>
              <a:buNone/>
              <a:defRPr>
                <a:solidFill>
                  <a:schemeClr val="accent5"/>
                </a:solidFill>
                <a:latin typeface="Nunito"/>
                <a:ea typeface="Nunito"/>
                <a:cs typeface="Nunito"/>
                <a:sym typeface="Nunito"/>
              </a:defRPr>
            </a:lvl4pPr>
            <a:lvl5pPr lvl="4">
              <a:spcBef>
                <a:spcPts val="0"/>
              </a:spcBef>
              <a:spcAft>
                <a:spcPts val="0"/>
              </a:spcAft>
              <a:buClr>
                <a:schemeClr val="accent5"/>
              </a:buClr>
              <a:buSzPts val="2800"/>
              <a:buNone/>
              <a:defRPr>
                <a:solidFill>
                  <a:schemeClr val="accent5"/>
                </a:solidFill>
                <a:latin typeface="Nunito"/>
                <a:ea typeface="Nunito"/>
                <a:cs typeface="Nunito"/>
                <a:sym typeface="Nunito"/>
              </a:defRPr>
            </a:lvl5pPr>
            <a:lvl6pPr lvl="5">
              <a:spcBef>
                <a:spcPts val="0"/>
              </a:spcBef>
              <a:spcAft>
                <a:spcPts val="0"/>
              </a:spcAft>
              <a:buClr>
                <a:schemeClr val="accent5"/>
              </a:buClr>
              <a:buSzPts val="2800"/>
              <a:buNone/>
              <a:defRPr>
                <a:solidFill>
                  <a:schemeClr val="accent5"/>
                </a:solidFill>
                <a:latin typeface="Nunito"/>
                <a:ea typeface="Nunito"/>
                <a:cs typeface="Nunito"/>
                <a:sym typeface="Nunito"/>
              </a:defRPr>
            </a:lvl6pPr>
            <a:lvl7pPr lvl="6">
              <a:spcBef>
                <a:spcPts val="0"/>
              </a:spcBef>
              <a:spcAft>
                <a:spcPts val="0"/>
              </a:spcAft>
              <a:buClr>
                <a:schemeClr val="accent5"/>
              </a:buClr>
              <a:buSzPts val="2800"/>
              <a:buNone/>
              <a:defRPr>
                <a:solidFill>
                  <a:schemeClr val="accent5"/>
                </a:solidFill>
                <a:latin typeface="Nunito"/>
                <a:ea typeface="Nunito"/>
                <a:cs typeface="Nunito"/>
                <a:sym typeface="Nunito"/>
              </a:defRPr>
            </a:lvl7pPr>
            <a:lvl8pPr lvl="7">
              <a:spcBef>
                <a:spcPts val="0"/>
              </a:spcBef>
              <a:spcAft>
                <a:spcPts val="0"/>
              </a:spcAft>
              <a:buClr>
                <a:schemeClr val="accent5"/>
              </a:buClr>
              <a:buSzPts val="2800"/>
              <a:buNone/>
              <a:defRPr>
                <a:solidFill>
                  <a:schemeClr val="accent5"/>
                </a:solidFill>
                <a:latin typeface="Nunito"/>
                <a:ea typeface="Nunito"/>
                <a:cs typeface="Nunito"/>
                <a:sym typeface="Nunito"/>
              </a:defRPr>
            </a:lvl8pPr>
            <a:lvl9pPr lvl="8">
              <a:spcBef>
                <a:spcPts val="0"/>
              </a:spcBef>
              <a:spcAft>
                <a:spcPts val="0"/>
              </a:spcAft>
              <a:buClr>
                <a:schemeClr val="accent5"/>
              </a:buClr>
              <a:buSzPts val="2800"/>
              <a:buNone/>
              <a:defRPr>
                <a:solidFill>
                  <a:schemeClr val="accent5"/>
                </a:solidFill>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1684701098"/>
      </p:ext>
    </p:extLst>
  </p:cSld>
  <p:clrMapOvr>
    <a:masterClrMapping/>
  </p:clrMapOvr>
  <p:hf sldNum="0" hdr="0" ftr="0" dt="0"/>
</p:sldLayout>
</file>

<file path=ppt/slideLayouts/slideLayout174.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9"/>
        <p:cNvGrpSpPr/>
        <p:nvPr/>
      </p:nvGrpSpPr>
      <p:grpSpPr>
        <a:xfrm>
          <a:off x="0" y="0"/>
          <a:ext cx="0" cy="0"/>
          <a:chOff x="0" y="0"/>
          <a:chExt cx="0" cy="0"/>
        </a:xfrm>
      </p:grpSpPr>
      <p:grpSp>
        <p:nvGrpSpPr>
          <p:cNvPr id="100" name="Google Shape;100;p11"/>
          <p:cNvGrpSpPr/>
          <p:nvPr/>
        </p:nvGrpSpPr>
        <p:grpSpPr>
          <a:xfrm>
            <a:off x="13" y="67"/>
            <a:ext cx="12194556" cy="6857933"/>
            <a:chOff x="8" y="50"/>
            <a:chExt cx="9145917" cy="5143450"/>
          </a:xfrm>
        </p:grpSpPr>
        <p:sp>
          <p:nvSpPr>
            <p:cNvPr id="101" name="Google Shape;101;p11"/>
            <p:cNvSpPr/>
            <p:nvPr/>
          </p:nvSpPr>
          <p:spPr>
            <a:xfrm rot="10800000">
              <a:off x="150" y="50"/>
              <a:ext cx="3101400" cy="1155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 name="Google Shape;102;p11"/>
            <p:cNvSpPr/>
            <p:nvPr/>
          </p:nvSpPr>
          <p:spPr>
            <a:xfrm>
              <a:off x="6166025" y="4090075"/>
              <a:ext cx="2979900" cy="105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3" name="Google Shape;103;p11"/>
            <p:cNvSpPr/>
            <p:nvPr/>
          </p:nvSpPr>
          <p:spPr>
            <a:xfrm rot="10800000" flipH="1">
              <a:off x="77"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 name="Google Shape;104;p11"/>
            <p:cNvSpPr/>
            <p:nvPr/>
          </p:nvSpPr>
          <p:spPr>
            <a:xfrm rot="10800000">
              <a:off x="5646927" y="4910650"/>
              <a:ext cx="15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 name="Google Shape;105;p11"/>
            <p:cNvSpPr/>
            <p:nvPr/>
          </p:nvSpPr>
          <p:spPr>
            <a:xfrm rot="10800000">
              <a:off x="4541894" y="4419483"/>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 name="Google Shape;106;p11"/>
            <p:cNvSpPr/>
            <p:nvPr/>
          </p:nvSpPr>
          <p:spPr>
            <a:xfrm rot="10800000">
              <a:off x="6431591" y="4665050"/>
              <a:ext cx="1200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 name="Google Shape;107;p11"/>
            <p:cNvSpPr/>
            <p:nvPr/>
          </p:nvSpPr>
          <p:spPr>
            <a:xfrm rot="10800000" flipH="1">
              <a:off x="77"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 name="Google Shape;108;p11"/>
            <p:cNvSpPr/>
            <p:nvPr/>
          </p:nvSpPr>
          <p:spPr>
            <a:xfrm>
              <a:off x="2017" y="4804200"/>
              <a:ext cx="1715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 name="Google Shape;109;p11"/>
            <p:cNvSpPr/>
            <p:nvPr/>
          </p:nvSpPr>
          <p:spPr>
            <a:xfrm flipH="1">
              <a:off x="34" y="4910650"/>
              <a:ext cx="127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 name="Google Shape;110;p11"/>
            <p:cNvSpPr/>
            <p:nvPr/>
          </p:nvSpPr>
          <p:spPr>
            <a:xfrm flipH="1">
              <a:off x="8" y="4665075"/>
              <a:ext cx="713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11" name="Google Shape;111;p11"/>
            <p:cNvGrpSpPr/>
            <p:nvPr/>
          </p:nvGrpSpPr>
          <p:grpSpPr>
            <a:xfrm flipH="1">
              <a:off x="2021" y="178472"/>
              <a:ext cx="897900" cy="302453"/>
              <a:chOff x="8246106" y="178472"/>
              <a:chExt cx="897900" cy="302453"/>
            </a:xfrm>
          </p:grpSpPr>
          <p:sp>
            <p:nvSpPr>
              <p:cNvPr id="112" name="Google Shape;112;p11"/>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 name="Google Shape;113;p11"/>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14" name="Google Shape;114;p11"/>
          <p:cNvSpPr txBox="1">
            <a:spLocks noGrp="1"/>
          </p:cNvSpPr>
          <p:nvPr>
            <p:ph type="title" hasCustomPrompt="1"/>
          </p:nvPr>
        </p:nvSpPr>
        <p:spPr>
          <a:xfrm>
            <a:off x="1373467" y="1854584"/>
            <a:ext cx="9445200" cy="2365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2000"/>
              <a:buNone/>
              <a:defRPr sz="9000"/>
            </a:lvl1pPr>
            <a:lvl2pPr lvl="1" algn="ctr">
              <a:spcBef>
                <a:spcPts val="0"/>
              </a:spcBef>
              <a:spcAft>
                <a:spcPts val="0"/>
              </a:spcAft>
              <a:buClr>
                <a:schemeClr val="accent5"/>
              </a:buClr>
              <a:buSzPts val="12000"/>
              <a:buNone/>
              <a:defRPr sz="12000">
                <a:solidFill>
                  <a:schemeClr val="accent5"/>
                </a:solidFill>
              </a:defRPr>
            </a:lvl2pPr>
            <a:lvl3pPr lvl="2" algn="ctr">
              <a:spcBef>
                <a:spcPts val="0"/>
              </a:spcBef>
              <a:spcAft>
                <a:spcPts val="0"/>
              </a:spcAft>
              <a:buClr>
                <a:schemeClr val="accent5"/>
              </a:buClr>
              <a:buSzPts val="12000"/>
              <a:buNone/>
              <a:defRPr sz="12000">
                <a:solidFill>
                  <a:schemeClr val="accent5"/>
                </a:solidFill>
              </a:defRPr>
            </a:lvl3pPr>
            <a:lvl4pPr lvl="3" algn="ctr">
              <a:spcBef>
                <a:spcPts val="0"/>
              </a:spcBef>
              <a:spcAft>
                <a:spcPts val="0"/>
              </a:spcAft>
              <a:buClr>
                <a:schemeClr val="accent5"/>
              </a:buClr>
              <a:buSzPts val="12000"/>
              <a:buNone/>
              <a:defRPr sz="12000">
                <a:solidFill>
                  <a:schemeClr val="accent5"/>
                </a:solidFill>
              </a:defRPr>
            </a:lvl4pPr>
            <a:lvl5pPr lvl="4" algn="ctr">
              <a:spcBef>
                <a:spcPts val="0"/>
              </a:spcBef>
              <a:spcAft>
                <a:spcPts val="0"/>
              </a:spcAft>
              <a:buClr>
                <a:schemeClr val="accent5"/>
              </a:buClr>
              <a:buSzPts val="12000"/>
              <a:buNone/>
              <a:defRPr sz="12000">
                <a:solidFill>
                  <a:schemeClr val="accent5"/>
                </a:solidFill>
              </a:defRPr>
            </a:lvl5pPr>
            <a:lvl6pPr lvl="5" algn="ctr">
              <a:spcBef>
                <a:spcPts val="0"/>
              </a:spcBef>
              <a:spcAft>
                <a:spcPts val="0"/>
              </a:spcAft>
              <a:buClr>
                <a:schemeClr val="accent5"/>
              </a:buClr>
              <a:buSzPts val="12000"/>
              <a:buNone/>
              <a:defRPr sz="12000">
                <a:solidFill>
                  <a:schemeClr val="accent5"/>
                </a:solidFill>
              </a:defRPr>
            </a:lvl6pPr>
            <a:lvl7pPr lvl="6" algn="ctr">
              <a:spcBef>
                <a:spcPts val="0"/>
              </a:spcBef>
              <a:spcAft>
                <a:spcPts val="0"/>
              </a:spcAft>
              <a:buClr>
                <a:schemeClr val="accent5"/>
              </a:buClr>
              <a:buSzPts val="12000"/>
              <a:buNone/>
              <a:defRPr sz="12000">
                <a:solidFill>
                  <a:schemeClr val="accent5"/>
                </a:solidFill>
              </a:defRPr>
            </a:lvl7pPr>
            <a:lvl8pPr lvl="7" algn="ctr">
              <a:spcBef>
                <a:spcPts val="0"/>
              </a:spcBef>
              <a:spcAft>
                <a:spcPts val="0"/>
              </a:spcAft>
              <a:buClr>
                <a:schemeClr val="accent5"/>
              </a:buClr>
              <a:buSzPts val="12000"/>
              <a:buNone/>
              <a:defRPr sz="12000">
                <a:solidFill>
                  <a:schemeClr val="accent5"/>
                </a:solidFill>
              </a:defRPr>
            </a:lvl8pPr>
            <a:lvl9pPr lvl="8" algn="ctr">
              <a:spcBef>
                <a:spcPts val="0"/>
              </a:spcBef>
              <a:spcAft>
                <a:spcPts val="0"/>
              </a:spcAft>
              <a:buClr>
                <a:schemeClr val="accent5"/>
              </a:buClr>
              <a:buSzPts val="12000"/>
              <a:buNone/>
              <a:defRPr sz="12000">
                <a:solidFill>
                  <a:schemeClr val="accent5"/>
                </a:solidFill>
              </a:defRPr>
            </a:lvl9pPr>
          </a:lstStyle>
          <a:p>
            <a:r>
              <a:t>xx%</a:t>
            </a:r>
          </a:p>
        </p:txBody>
      </p:sp>
      <p:sp>
        <p:nvSpPr>
          <p:cNvPr id="115" name="Google Shape;115;p11"/>
          <p:cNvSpPr txBox="1">
            <a:spLocks noGrp="1"/>
          </p:cNvSpPr>
          <p:nvPr>
            <p:ph type="body" idx="1"/>
          </p:nvPr>
        </p:nvSpPr>
        <p:spPr>
          <a:xfrm>
            <a:off x="3242933" y="4109317"/>
            <a:ext cx="5706000" cy="10300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sz="1600"/>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en-US"/>
              <a:t>Click to edit Master text styles</a:t>
            </a:r>
          </a:p>
        </p:txBody>
      </p:sp>
    </p:spTree>
    <p:extLst>
      <p:ext uri="{BB962C8B-B14F-4D97-AF65-F5344CB8AC3E}">
        <p14:creationId xmlns:p14="http://schemas.microsoft.com/office/powerpoint/2010/main" val="3391920277"/>
      </p:ext>
    </p:extLst>
  </p:cSld>
  <p:clrMapOvr>
    <a:masterClrMapping/>
  </p:clrMapOvr>
  <p:hf sldNum="0" hdr="0" ftr="0" dt="0"/>
</p:sldLayout>
</file>

<file path=ppt/slideLayouts/slideLayout17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6"/>
        <p:cNvGrpSpPr/>
        <p:nvPr/>
      </p:nvGrpSpPr>
      <p:grpSpPr>
        <a:xfrm>
          <a:off x="0" y="0"/>
          <a:ext cx="0" cy="0"/>
          <a:chOff x="0" y="0"/>
          <a:chExt cx="0" cy="0"/>
        </a:xfrm>
      </p:grpSpPr>
    </p:spTree>
    <p:extLst>
      <p:ext uri="{BB962C8B-B14F-4D97-AF65-F5344CB8AC3E}">
        <p14:creationId xmlns:p14="http://schemas.microsoft.com/office/powerpoint/2010/main" val="2136679192"/>
      </p:ext>
    </p:extLst>
  </p:cSld>
  <p:clrMapOvr>
    <a:masterClrMapping/>
  </p:clrMapOvr>
  <p:hf sldNum="0" hdr="0" ftr="0" dt="0"/>
</p:sldLayout>
</file>

<file path=ppt/slideLayouts/slideLayout176.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17"/>
        <p:cNvGrpSpPr/>
        <p:nvPr/>
      </p:nvGrpSpPr>
      <p:grpSpPr>
        <a:xfrm>
          <a:off x="0" y="0"/>
          <a:ext cx="0" cy="0"/>
          <a:chOff x="0" y="0"/>
          <a:chExt cx="0" cy="0"/>
        </a:xfrm>
      </p:grpSpPr>
      <p:grpSp>
        <p:nvGrpSpPr>
          <p:cNvPr id="118" name="Google Shape;118;p13"/>
          <p:cNvGrpSpPr/>
          <p:nvPr/>
        </p:nvGrpSpPr>
        <p:grpSpPr>
          <a:xfrm>
            <a:off x="0" y="0"/>
            <a:ext cx="12192133" cy="6857800"/>
            <a:chOff x="0" y="0"/>
            <a:chExt cx="9144100" cy="5143350"/>
          </a:xfrm>
        </p:grpSpPr>
        <p:sp>
          <p:nvSpPr>
            <p:cNvPr id="119" name="Google Shape;119;p13"/>
            <p:cNvSpPr/>
            <p:nvPr/>
          </p:nvSpPr>
          <p:spPr>
            <a:xfrm>
              <a:off x="0" y="0"/>
              <a:ext cx="482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 name="Google Shape;120;p13"/>
            <p:cNvSpPr/>
            <p:nvPr/>
          </p:nvSpPr>
          <p:spPr>
            <a:xfrm>
              <a:off x="8703400" y="4875750"/>
              <a:ext cx="440700" cy="267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 name="Google Shape;121;p13"/>
            <p:cNvSpPr/>
            <p:nvPr/>
          </p:nvSpPr>
          <p:spPr>
            <a:xfrm rot="10800000">
              <a:off x="233825" y="631123"/>
              <a:ext cx="898200" cy="60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 name="Google Shape;122;p13"/>
            <p:cNvSpPr/>
            <p:nvPr/>
          </p:nvSpPr>
          <p:spPr>
            <a:xfrm rot="10800000">
              <a:off x="76107" y="874967"/>
              <a:ext cx="365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 name="Google Shape;123;p13"/>
            <p:cNvSpPr/>
            <p:nvPr/>
          </p:nvSpPr>
          <p:spPr>
            <a:xfrm rot="10800000">
              <a:off x="158218" y="383789"/>
              <a:ext cx="400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 name="Google Shape;124;p13"/>
            <p:cNvSpPr/>
            <p:nvPr/>
          </p:nvSpPr>
          <p:spPr>
            <a:xfrm rot="10800000">
              <a:off x="8869898" y="4839525"/>
              <a:ext cx="274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25" name="Google Shape;125;p13"/>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26" name="Google Shape;126;p13"/>
          <p:cNvSpPr txBox="1">
            <a:spLocks noGrp="1"/>
          </p:cNvSpPr>
          <p:nvPr>
            <p:ph type="title" idx="2" hasCustomPrompt="1"/>
          </p:nvPr>
        </p:nvSpPr>
        <p:spPr>
          <a:xfrm>
            <a:off x="1945321" y="1621608"/>
            <a:ext cx="137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7" name="Google Shape;127;p13"/>
          <p:cNvSpPr txBox="1">
            <a:spLocks noGrp="1"/>
          </p:cNvSpPr>
          <p:nvPr>
            <p:ph type="title" idx="3"/>
          </p:nvPr>
        </p:nvSpPr>
        <p:spPr>
          <a:xfrm>
            <a:off x="1960600" y="2244200"/>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28" name="Google Shape;128;p13"/>
          <p:cNvSpPr txBox="1">
            <a:spLocks noGrp="1"/>
          </p:cNvSpPr>
          <p:nvPr>
            <p:ph type="title" idx="4"/>
          </p:nvPr>
        </p:nvSpPr>
        <p:spPr>
          <a:xfrm>
            <a:off x="1960600" y="2836116"/>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29" name="Google Shape;129;p13"/>
          <p:cNvSpPr txBox="1">
            <a:spLocks noGrp="1"/>
          </p:cNvSpPr>
          <p:nvPr>
            <p:ph type="title" idx="5" hasCustomPrompt="1"/>
          </p:nvPr>
        </p:nvSpPr>
        <p:spPr>
          <a:xfrm>
            <a:off x="6907821" y="1621608"/>
            <a:ext cx="140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0" name="Google Shape;130;p13"/>
          <p:cNvSpPr txBox="1">
            <a:spLocks noGrp="1"/>
          </p:cNvSpPr>
          <p:nvPr>
            <p:ph type="title" idx="6"/>
          </p:nvPr>
        </p:nvSpPr>
        <p:spPr>
          <a:xfrm>
            <a:off x="6923100" y="2244200"/>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1" name="Google Shape;131;p13"/>
          <p:cNvSpPr txBox="1">
            <a:spLocks noGrp="1"/>
          </p:cNvSpPr>
          <p:nvPr>
            <p:ph type="title" idx="7"/>
          </p:nvPr>
        </p:nvSpPr>
        <p:spPr>
          <a:xfrm>
            <a:off x="6923100" y="2836116"/>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32" name="Google Shape;132;p13"/>
          <p:cNvSpPr txBox="1">
            <a:spLocks noGrp="1"/>
          </p:cNvSpPr>
          <p:nvPr>
            <p:ph type="title" idx="8" hasCustomPrompt="1"/>
          </p:nvPr>
        </p:nvSpPr>
        <p:spPr>
          <a:xfrm>
            <a:off x="1945321" y="4061285"/>
            <a:ext cx="137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3" name="Google Shape;133;p13"/>
          <p:cNvSpPr txBox="1">
            <a:spLocks noGrp="1"/>
          </p:cNvSpPr>
          <p:nvPr>
            <p:ph type="title" idx="9"/>
          </p:nvPr>
        </p:nvSpPr>
        <p:spPr>
          <a:xfrm>
            <a:off x="1960600" y="4683869"/>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4" name="Google Shape;134;p13"/>
          <p:cNvSpPr txBox="1">
            <a:spLocks noGrp="1"/>
          </p:cNvSpPr>
          <p:nvPr>
            <p:ph type="title" idx="13"/>
          </p:nvPr>
        </p:nvSpPr>
        <p:spPr>
          <a:xfrm>
            <a:off x="1960600" y="5275795"/>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135" name="Google Shape;135;p13"/>
          <p:cNvSpPr txBox="1">
            <a:spLocks noGrp="1"/>
          </p:cNvSpPr>
          <p:nvPr>
            <p:ph type="title" idx="14" hasCustomPrompt="1"/>
          </p:nvPr>
        </p:nvSpPr>
        <p:spPr>
          <a:xfrm>
            <a:off x="6907821" y="4061285"/>
            <a:ext cx="1407600" cy="708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42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6" name="Google Shape;136;p13"/>
          <p:cNvSpPr txBox="1">
            <a:spLocks noGrp="1"/>
          </p:cNvSpPr>
          <p:nvPr>
            <p:ph type="title" idx="15"/>
          </p:nvPr>
        </p:nvSpPr>
        <p:spPr>
          <a:xfrm>
            <a:off x="6923100" y="4683869"/>
            <a:ext cx="3999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137" name="Google Shape;137;p13"/>
          <p:cNvSpPr txBox="1">
            <a:spLocks noGrp="1"/>
          </p:cNvSpPr>
          <p:nvPr>
            <p:ph type="title" idx="16"/>
          </p:nvPr>
        </p:nvSpPr>
        <p:spPr>
          <a:xfrm>
            <a:off x="6923100" y="5275795"/>
            <a:ext cx="3453200" cy="83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3450104044"/>
      </p:ext>
    </p:extLst>
  </p:cSld>
  <p:clrMapOvr>
    <a:masterClrMapping/>
  </p:clrMapOvr>
  <p:hf sldNum="0" hdr="0" ftr="0" dt="0"/>
</p:sldLayout>
</file>

<file path=ppt/slideLayouts/slideLayout177.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38"/>
        <p:cNvGrpSpPr/>
        <p:nvPr/>
      </p:nvGrpSpPr>
      <p:grpSpPr>
        <a:xfrm>
          <a:off x="0" y="0"/>
          <a:ext cx="0" cy="0"/>
          <a:chOff x="0" y="0"/>
          <a:chExt cx="0" cy="0"/>
        </a:xfrm>
      </p:grpSpPr>
      <p:grpSp>
        <p:nvGrpSpPr>
          <p:cNvPr id="139" name="Google Shape;139;p14"/>
          <p:cNvGrpSpPr/>
          <p:nvPr/>
        </p:nvGrpSpPr>
        <p:grpSpPr>
          <a:xfrm>
            <a:off x="2" y="2"/>
            <a:ext cx="12191993" cy="6858167"/>
            <a:chOff x="0" y="0"/>
            <a:chExt cx="9143995" cy="5143625"/>
          </a:xfrm>
        </p:grpSpPr>
        <p:sp>
          <p:nvSpPr>
            <p:cNvPr id="140" name="Google Shape;140;p14"/>
            <p:cNvSpPr/>
            <p:nvPr/>
          </p:nvSpPr>
          <p:spPr>
            <a:xfrm flipH="1">
              <a:off x="0" y="4188125"/>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 name="Google Shape;141;p14"/>
            <p:cNvSpPr/>
            <p:nvPr/>
          </p:nvSpPr>
          <p:spPr>
            <a:xfrm flipH="1">
              <a:off x="1751145" y="4419475"/>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 name="Google Shape;142;p14"/>
            <p:cNvSpPr/>
            <p:nvPr/>
          </p:nvSpPr>
          <p:spPr>
            <a:xfrm flipH="1">
              <a:off x="2074151" y="4910650"/>
              <a:ext cx="612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 name="Google Shape;143;p14"/>
            <p:cNvSpPr/>
            <p:nvPr/>
          </p:nvSpPr>
          <p:spPr>
            <a:xfrm flipH="1">
              <a:off x="2151456" y="4665075"/>
              <a:ext cx="215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 name="Google Shape;144;p14"/>
            <p:cNvSpPr/>
            <p:nvPr/>
          </p:nvSpPr>
          <p:spPr>
            <a:xfrm>
              <a:off x="6416695" y="0"/>
              <a:ext cx="2727300" cy="955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 name="Google Shape;145;p14"/>
            <p:cNvSpPr/>
            <p:nvPr/>
          </p:nvSpPr>
          <p:spPr>
            <a:xfrm>
              <a:off x="4726699" y="231350"/>
              <a:ext cx="2694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 name="Google Shape;146;p14"/>
            <p:cNvSpPr/>
            <p:nvPr/>
          </p:nvSpPr>
          <p:spPr>
            <a:xfrm>
              <a:off x="6279349" y="722525"/>
              <a:ext cx="111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7" name="Google Shape;147;p14"/>
            <p:cNvSpPr/>
            <p:nvPr/>
          </p:nvSpPr>
          <p:spPr>
            <a:xfrm>
              <a:off x="6858825" y="476950"/>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48" name="Google Shape;148;p14"/>
          <p:cNvSpPr txBox="1">
            <a:spLocks noGrp="1"/>
          </p:cNvSpPr>
          <p:nvPr>
            <p:ph type="title"/>
          </p:nvPr>
        </p:nvSpPr>
        <p:spPr>
          <a:xfrm>
            <a:off x="1392300" y="2810233"/>
            <a:ext cx="9407200" cy="1554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rPr lang="en-US"/>
              <a:t>Click to edit Master title style</a:t>
            </a:r>
            <a:endParaRPr/>
          </a:p>
        </p:txBody>
      </p:sp>
      <p:sp>
        <p:nvSpPr>
          <p:cNvPr id="149" name="Google Shape;149;p14"/>
          <p:cNvSpPr txBox="1">
            <a:spLocks noGrp="1"/>
          </p:cNvSpPr>
          <p:nvPr>
            <p:ph type="subTitle" idx="1"/>
          </p:nvPr>
        </p:nvSpPr>
        <p:spPr>
          <a:xfrm>
            <a:off x="2662367" y="4359000"/>
            <a:ext cx="6867200" cy="69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50" name="Google Shape;150;p14"/>
          <p:cNvSpPr txBox="1">
            <a:spLocks noGrp="1"/>
          </p:cNvSpPr>
          <p:nvPr>
            <p:ph type="title" idx="2" hasCustomPrompt="1"/>
          </p:nvPr>
        </p:nvSpPr>
        <p:spPr>
          <a:xfrm>
            <a:off x="5046733" y="1801784"/>
            <a:ext cx="2098400" cy="1029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65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1473171251"/>
      </p:ext>
    </p:extLst>
  </p:cSld>
  <p:clrMapOvr>
    <a:masterClrMapping/>
  </p:clrMapOvr>
  <p:hf sldNum="0" hdr="0" ftr="0" dt="0"/>
</p:sldLayout>
</file>

<file path=ppt/slideLayouts/slideLayout178.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51"/>
        <p:cNvGrpSpPr/>
        <p:nvPr/>
      </p:nvGrpSpPr>
      <p:grpSpPr>
        <a:xfrm>
          <a:off x="0" y="0"/>
          <a:ext cx="0" cy="0"/>
          <a:chOff x="0" y="0"/>
          <a:chExt cx="0" cy="0"/>
        </a:xfrm>
      </p:grpSpPr>
      <p:grpSp>
        <p:nvGrpSpPr>
          <p:cNvPr id="152" name="Google Shape;152;p15"/>
          <p:cNvGrpSpPr/>
          <p:nvPr/>
        </p:nvGrpSpPr>
        <p:grpSpPr>
          <a:xfrm>
            <a:off x="105" y="68"/>
            <a:ext cx="12191764" cy="6857733"/>
            <a:chOff x="77" y="50"/>
            <a:chExt cx="9143823" cy="5143300"/>
          </a:xfrm>
        </p:grpSpPr>
        <p:sp>
          <p:nvSpPr>
            <p:cNvPr id="153" name="Google Shape;153;p15"/>
            <p:cNvSpPr/>
            <p:nvPr/>
          </p:nvSpPr>
          <p:spPr>
            <a:xfrm rot="10800000">
              <a:off x="150" y="50"/>
              <a:ext cx="3101400" cy="1155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4" name="Google Shape;154;p15"/>
            <p:cNvSpPr/>
            <p:nvPr/>
          </p:nvSpPr>
          <p:spPr>
            <a:xfrm rot="10800000" flipH="1">
              <a:off x="77"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5" name="Google Shape;155;p15"/>
            <p:cNvSpPr/>
            <p:nvPr/>
          </p:nvSpPr>
          <p:spPr>
            <a:xfrm rot="10800000" flipH="1">
              <a:off x="77"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56" name="Google Shape;156;p15"/>
            <p:cNvGrpSpPr/>
            <p:nvPr/>
          </p:nvGrpSpPr>
          <p:grpSpPr>
            <a:xfrm flipH="1">
              <a:off x="2021" y="178472"/>
              <a:ext cx="897900" cy="302453"/>
              <a:chOff x="8246106" y="178472"/>
              <a:chExt cx="897900" cy="302453"/>
            </a:xfrm>
          </p:grpSpPr>
          <p:sp>
            <p:nvSpPr>
              <p:cNvPr id="157" name="Google Shape;157;p15"/>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8" name="Google Shape;158;p15"/>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159" name="Google Shape;159;p15"/>
            <p:cNvGrpSpPr/>
            <p:nvPr/>
          </p:nvGrpSpPr>
          <p:grpSpPr>
            <a:xfrm>
              <a:off x="4541894" y="4419483"/>
              <a:ext cx="4602006" cy="723867"/>
              <a:chOff x="4541894" y="4419483"/>
              <a:chExt cx="4602006" cy="723867"/>
            </a:xfrm>
          </p:grpSpPr>
          <p:sp>
            <p:nvSpPr>
              <p:cNvPr id="160" name="Google Shape;160;p15"/>
              <p:cNvSpPr/>
              <p:nvPr/>
            </p:nvSpPr>
            <p:spPr>
              <a:xfrm>
                <a:off x="5202200" y="4875750"/>
                <a:ext cx="3941700" cy="267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1" name="Google Shape;161;p15"/>
              <p:cNvSpPr/>
              <p:nvPr/>
            </p:nvSpPr>
            <p:spPr>
              <a:xfrm rot="10800000">
                <a:off x="5646927" y="4910650"/>
                <a:ext cx="1571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2" name="Google Shape;162;p15"/>
              <p:cNvSpPr/>
              <p:nvPr/>
            </p:nvSpPr>
            <p:spPr>
              <a:xfrm rot="10800000">
                <a:off x="4541894" y="4419483"/>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63" name="Google Shape;163;p15"/>
              <p:cNvSpPr/>
              <p:nvPr/>
            </p:nvSpPr>
            <p:spPr>
              <a:xfrm rot="10800000">
                <a:off x="6431591" y="4665050"/>
                <a:ext cx="1200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64" name="Google Shape;164;p15"/>
          <p:cNvSpPr txBox="1">
            <a:spLocks noGrp="1"/>
          </p:cNvSpPr>
          <p:nvPr>
            <p:ph type="title"/>
          </p:nvPr>
        </p:nvSpPr>
        <p:spPr>
          <a:xfrm>
            <a:off x="1740367" y="2483567"/>
            <a:ext cx="9059200" cy="2208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40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rPr lang="en-US"/>
              <a:t>Click to edit Master title style</a:t>
            </a:r>
            <a:endParaRPr/>
          </a:p>
        </p:txBody>
      </p:sp>
      <p:sp>
        <p:nvSpPr>
          <p:cNvPr id="165" name="Google Shape;165;p15"/>
          <p:cNvSpPr txBox="1">
            <a:spLocks noGrp="1"/>
          </p:cNvSpPr>
          <p:nvPr>
            <p:ph type="subTitle" idx="1"/>
          </p:nvPr>
        </p:nvSpPr>
        <p:spPr>
          <a:xfrm>
            <a:off x="3932300" y="4691567"/>
            <a:ext cx="6867200" cy="697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400"/>
              <a:buNone/>
              <a:defRPr sz="15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66" name="Google Shape;166;p15"/>
          <p:cNvSpPr txBox="1">
            <a:spLocks noGrp="1"/>
          </p:cNvSpPr>
          <p:nvPr>
            <p:ph type="title" idx="2" hasCustomPrompt="1"/>
          </p:nvPr>
        </p:nvSpPr>
        <p:spPr>
          <a:xfrm>
            <a:off x="8701100" y="1293803"/>
            <a:ext cx="2098400" cy="1227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65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3541575081"/>
      </p:ext>
    </p:extLst>
  </p:cSld>
  <p:clrMapOvr>
    <a:masterClrMapping/>
  </p:clrMapOvr>
  <p:hf sldNum="0" hdr="0" ftr="0" dt="0"/>
</p:sldLayout>
</file>

<file path=ppt/slideLayouts/slideLayout179.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7"/>
        <p:cNvGrpSpPr/>
        <p:nvPr/>
      </p:nvGrpSpPr>
      <p:grpSpPr>
        <a:xfrm>
          <a:off x="0" y="0"/>
          <a:ext cx="0" cy="0"/>
          <a:chOff x="0" y="0"/>
          <a:chExt cx="0" cy="0"/>
        </a:xfrm>
      </p:grpSpPr>
      <p:grpSp>
        <p:nvGrpSpPr>
          <p:cNvPr id="168" name="Google Shape;168;p16"/>
          <p:cNvGrpSpPr/>
          <p:nvPr/>
        </p:nvGrpSpPr>
        <p:grpSpPr>
          <a:xfrm>
            <a:off x="102" y="-3299"/>
            <a:ext cx="12192033" cy="6861300"/>
            <a:chOff x="75" y="-2475"/>
            <a:chExt cx="9144025" cy="5145975"/>
          </a:xfrm>
        </p:grpSpPr>
        <p:sp>
          <p:nvSpPr>
            <p:cNvPr id="169" name="Google Shape;169;p16"/>
            <p:cNvSpPr/>
            <p:nvPr/>
          </p:nvSpPr>
          <p:spPr>
            <a:xfrm rot="10800000">
              <a:off x="75" y="4289400"/>
              <a:ext cx="3324000" cy="854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0" name="Google Shape;170;p16"/>
            <p:cNvSpPr/>
            <p:nvPr/>
          </p:nvSpPr>
          <p:spPr>
            <a:xfrm rot="10800000">
              <a:off x="5820000" y="-2475"/>
              <a:ext cx="3324000" cy="539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1" name="Google Shape;171;p16"/>
            <p:cNvSpPr/>
            <p:nvPr/>
          </p:nvSpPr>
          <p:spPr>
            <a:xfrm>
              <a:off x="8008000" y="507600"/>
              <a:ext cx="113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2" name="Google Shape;172;p16"/>
            <p:cNvSpPr/>
            <p:nvPr/>
          </p:nvSpPr>
          <p:spPr>
            <a:xfrm rot="10800000">
              <a:off x="2155025" y="4500053"/>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3" name="Google Shape;173;p16"/>
            <p:cNvSpPr/>
            <p:nvPr/>
          </p:nvSpPr>
          <p:spPr>
            <a:xfrm rot="10800000">
              <a:off x="2338375" y="4008875"/>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74" name="Google Shape;174;p16"/>
            <p:cNvSpPr/>
            <p:nvPr/>
          </p:nvSpPr>
          <p:spPr>
            <a:xfrm rot="10800000">
              <a:off x="2567050" y="4254450"/>
              <a:ext cx="1853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175" name="Google Shape;175;p16"/>
          <p:cNvSpPr txBox="1">
            <a:spLocks noGrp="1"/>
          </p:cNvSpPr>
          <p:nvPr>
            <p:ph type="title"/>
          </p:nvPr>
        </p:nvSpPr>
        <p:spPr>
          <a:xfrm>
            <a:off x="3316900" y="4003500"/>
            <a:ext cx="55580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176" name="Google Shape;176;p16"/>
          <p:cNvSpPr txBox="1">
            <a:spLocks noGrp="1"/>
          </p:cNvSpPr>
          <p:nvPr>
            <p:ph type="title" idx="2"/>
          </p:nvPr>
        </p:nvSpPr>
        <p:spPr>
          <a:xfrm>
            <a:off x="2582000" y="2165400"/>
            <a:ext cx="7028400" cy="21208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2800"/>
              <a:buNone/>
              <a:defRPr sz="2000" b="0">
                <a:solidFill>
                  <a:schemeClr val="dk2"/>
                </a:solidFill>
                <a:latin typeface="Inter"/>
                <a:ea typeface="Inter"/>
                <a:cs typeface="Inter"/>
                <a:sym typeface="Inter"/>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595649950"/>
      </p:ext>
    </p:extLst>
  </p:cSld>
  <p:clrMapOvr>
    <a:masterClrMapping/>
  </p:clrMapOvr>
  <p:hf sldNum="0" hdr="0" ftr="0" dt="0"/>
</p:sldLayout>
</file>

<file path=ppt/slideLayouts/slideLayout180.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77"/>
        <p:cNvGrpSpPr/>
        <p:nvPr/>
      </p:nvGrpSpPr>
      <p:grpSpPr>
        <a:xfrm>
          <a:off x="0" y="0"/>
          <a:ext cx="0" cy="0"/>
          <a:chOff x="0" y="0"/>
          <a:chExt cx="0" cy="0"/>
        </a:xfrm>
      </p:grpSpPr>
      <p:sp>
        <p:nvSpPr>
          <p:cNvPr id="178" name="Google Shape;178;p17"/>
          <p:cNvSpPr txBox="1">
            <a:spLocks noGrp="1"/>
          </p:cNvSpPr>
          <p:nvPr>
            <p:ph type="title"/>
          </p:nvPr>
        </p:nvSpPr>
        <p:spPr>
          <a:xfrm>
            <a:off x="896800" y="500167"/>
            <a:ext cx="1039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grpSp>
        <p:nvGrpSpPr>
          <p:cNvPr id="179" name="Google Shape;179;p17"/>
          <p:cNvGrpSpPr/>
          <p:nvPr/>
        </p:nvGrpSpPr>
        <p:grpSpPr>
          <a:xfrm>
            <a:off x="95" y="0"/>
            <a:ext cx="12194516" cy="6858000"/>
            <a:chOff x="70" y="0"/>
            <a:chExt cx="9145887" cy="5143500"/>
          </a:xfrm>
        </p:grpSpPr>
        <p:sp>
          <p:nvSpPr>
            <p:cNvPr id="180" name="Google Shape;180;p17"/>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1" name="Google Shape;181;p17"/>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2" name="Google Shape;182;p17"/>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3" name="Google Shape;183;p17"/>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4" name="Google Shape;184;p17"/>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5" name="Google Shape;185;p17"/>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6" name="Google Shape;186;p17"/>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7" name="Google Shape;187;p17"/>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8" name="Google Shape;188;p17"/>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9" name="Google Shape;189;p17"/>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190" name="Google Shape;190;p17"/>
            <p:cNvGrpSpPr/>
            <p:nvPr/>
          </p:nvGrpSpPr>
          <p:grpSpPr>
            <a:xfrm>
              <a:off x="8246106" y="178472"/>
              <a:ext cx="897900" cy="302453"/>
              <a:chOff x="8246106" y="178472"/>
              <a:chExt cx="897900" cy="302453"/>
            </a:xfrm>
          </p:grpSpPr>
          <p:sp>
            <p:nvSpPr>
              <p:cNvPr id="191" name="Google Shape;191;p17"/>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2" name="Google Shape;192;p17"/>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Tree>
    <p:extLst>
      <p:ext uri="{BB962C8B-B14F-4D97-AF65-F5344CB8AC3E}">
        <p14:creationId xmlns:p14="http://schemas.microsoft.com/office/powerpoint/2010/main" val="2182675016"/>
      </p:ext>
    </p:extLst>
  </p:cSld>
  <p:clrMapOvr>
    <a:masterClrMapping/>
  </p:clrMapOvr>
  <p:hf sldNum="0" hdr="0" ftr="0" dt="0"/>
</p:sldLayout>
</file>

<file path=ppt/slideLayouts/slideLayout181.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93"/>
        <p:cNvGrpSpPr/>
        <p:nvPr/>
      </p:nvGrpSpPr>
      <p:grpSpPr>
        <a:xfrm>
          <a:off x="0" y="0"/>
          <a:ext cx="0" cy="0"/>
          <a:chOff x="0" y="0"/>
          <a:chExt cx="0" cy="0"/>
        </a:xfrm>
      </p:grpSpPr>
      <p:grpSp>
        <p:nvGrpSpPr>
          <p:cNvPr id="194" name="Google Shape;194;p18"/>
          <p:cNvGrpSpPr/>
          <p:nvPr/>
        </p:nvGrpSpPr>
        <p:grpSpPr>
          <a:xfrm>
            <a:off x="-2760" y="0"/>
            <a:ext cx="12194768" cy="6858000"/>
            <a:chOff x="-2070" y="0"/>
            <a:chExt cx="9146076" cy="5143500"/>
          </a:xfrm>
        </p:grpSpPr>
        <p:sp>
          <p:nvSpPr>
            <p:cNvPr id="195" name="Google Shape;195;p18"/>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6" name="Google Shape;196;p18"/>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7" name="Google Shape;197;p18"/>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8" name="Google Shape;198;p18"/>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99" name="Google Shape;199;p18"/>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0" name="Google Shape;200;p18"/>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1" name="Google Shape;201;p18"/>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2" name="Google Shape;202;p18"/>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3" name="Google Shape;203;p18"/>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4" name="Google Shape;204;p18"/>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5" name="Google Shape;205;p18"/>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6" name="Google Shape;206;p18"/>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07" name="Google Shape;207;p18"/>
          <p:cNvSpPr txBox="1">
            <a:spLocks noGrp="1"/>
          </p:cNvSpPr>
          <p:nvPr>
            <p:ph type="title"/>
          </p:nvPr>
        </p:nvSpPr>
        <p:spPr>
          <a:xfrm>
            <a:off x="800300" y="500167"/>
            <a:ext cx="105912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3711725529"/>
      </p:ext>
    </p:extLst>
  </p:cSld>
  <p:clrMapOvr>
    <a:masterClrMapping/>
  </p:clrMapOvr>
  <p:hf sldNum="0" hdr="0" ftr="0" dt="0"/>
</p:sldLayout>
</file>

<file path=ppt/slideLayouts/slideLayout182.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208"/>
        <p:cNvGrpSpPr/>
        <p:nvPr/>
      </p:nvGrpSpPr>
      <p:grpSpPr>
        <a:xfrm>
          <a:off x="0" y="0"/>
          <a:ext cx="0" cy="0"/>
          <a:chOff x="0" y="0"/>
          <a:chExt cx="0" cy="0"/>
        </a:xfrm>
      </p:grpSpPr>
      <p:sp>
        <p:nvSpPr>
          <p:cNvPr id="209" name="Google Shape;209;p19"/>
          <p:cNvSpPr/>
          <p:nvPr/>
        </p:nvSpPr>
        <p:spPr>
          <a:xfrm rot="10800000">
            <a:off x="10611588" y="0"/>
            <a:ext cx="1580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0" name="Google Shape;210;p19"/>
          <p:cNvSpPr/>
          <p:nvPr/>
        </p:nvSpPr>
        <p:spPr>
          <a:xfrm rot="10800000" flipH="1">
            <a:off x="10994808" y="237963"/>
            <a:ext cx="1197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1" name="Google Shape;211;p19"/>
          <p:cNvSpPr/>
          <p:nvPr/>
        </p:nvSpPr>
        <p:spPr>
          <a:xfrm rot="10800000" flipH="1">
            <a:off x="11572808" y="555633"/>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2" name="Google Shape;212;p19"/>
          <p:cNvSpPr/>
          <p:nvPr/>
        </p:nvSpPr>
        <p:spPr>
          <a:xfrm flipH="1">
            <a:off x="8" y="6405600"/>
            <a:ext cx="4158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3" name="Google Shape;213;p19"/>
          <p:cNvSpPr/>
          <p:nvPr/>
        </p:nvSpPr>
        <p:spPr>
          <a:xfrm rot="10800000" flipH="1">
            <a:off x="12" y="6210700"/>
            <a:ext cx="33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4" name="Google Shape;214;p19"/>
          <p:cNvSpPr/>
          <p:nvPr/>
        </p:nvSpPr>
        <p:spPr>
          <a:xfrm rot="10800000" flipH="1">
            <a:off x="23" y="6528367"/>
            <a:ext cx="107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5" name="Google Shape;215;p19"/>
          <p:cNvSpPr/>
          <p:nvPr/>
        </p:nvSpPr>
        <p:spPr>
          <a:xfrm>
            <a:off x="8" y="1560800"/>
            <a:ext cx="548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6" name="Google Shape;216;p19"/>
          <p:cNvSpPr/>
          <p:nvPr/>
        </p:nvSpPr>
        <p:spPr>
          <a:xfrm rot="10800000">
            <a:off x="-64" y="1666933"/>
            <a:ext cx="17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17" name="Google Shape;217;p19"/>
          <p:cNvSpPr txBox="1">
            <a:spLocks noGrp="1"/>
          </p:cNvSpPr>
          <p:nvPr>
            <p:ph type="title"/>
          </p:nvPr>
        </p:nvSpPr>
        <p:spPr>
          <a:xfrm>
            <a:off x="911833" y="500167"/>
            <a:ext cx="10368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Tree>
    <p:extLst>
      <p:ext uri="{BB962C8B-B14F-4D97-AF65-F5344CB8AC3E}">
        <p14:creationId xmlns:p14="http://schemas.microsoft.com/office/powerpoint/2010/main" val="1825609551"/>
      </p:ext>
    </p:extLst>
  </p:cSld>
  <p:clrMapOvr>
    <a:masterClrMapping/>
  </p:clrMapOvr>
  <p:hf sldNum="0" hdr="0" ftr="0" dt="0"/>
</p:sldLayout>
</file>

<file path=ppt/slideLayouts/slideLayout183.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218"/>
        <p:cNvGrpSpPr/>
        <p:nvPr/>
      </p:nvGrpSpPr>
      <p:grpSpPr>
        <a:xfrm>
          <a:off x="0" y="0"/>
          <a:ext cx="0" cy="0"/>
          <a:chOff x="0" y="0"/>
          <a:chExt cx="0" cy="0"/>
        </a:xfrm>
      </p:grpSpPr>
      <p:sp>
        <p:nvSpPr>
          <p:cNvPr id="219" name="Google Shape;219;p20"/>
          <p:cNvSpPr/>
          <p:nvPr/>
        </p:nvSpPr>
        <p:spPr>
          <a:xfrm flipH="1">
            <a:off x="-27" y="0"/>
            <a:ext cx="742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0" name="Google Shape;220;p20"/>
          <p:cNvSpPr/>
          <p:nvPr/>
        </p:nvSpPr>
        <p:spPr>
          <a:xfrm rot="10800000">
            <a:off x="10284399" y="0"/>
            <a:ext cx="19076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1" name="Google Shape;221;p20"/>
          <p:cNvSpPr/>
          <p:nvPr/>
        </p:nvSpPr>
        <p:spPr>
          <a:xfrm rot="10800000" flipH="1">
            <a:off x="11571297" y="4145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2" name="Google Shape;222;p20"/>
          <p:cNvSpPr/>
          <p:nvPr/>
        </p:nvSpPr>
        <p:spPr>
          <a:xfrm rot="10800000" flipH="1">
            <a:off x="10846164" y="183400"/>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3" name="Google Shape;223;p20"/>
          <p:cNvSpPr txBox="1">
            <a:spLocks noGrp="1"/>
          </p:cNvSpPr>
          <p:nvPr>
            <p:ph type="title"/>
          </p:nvPr>
        </p:nvSpPr>
        <p:spPr>
          <a:xfrm>
            <a:off x="911833" y="500167"/>
            <a:ext cx="10368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2800"/>
              <a:buNone/>
              <a:defRPr/>
            </a:lvl1pPr>
            <a:lvl2pPr lvl="1" rtl="0">
              <a:spcBef>
                <a:spcPts val="0"/>
              </a:spcBef>
              <a:spcAft>
                <a:spcPts val="0"/>
              </a:spcAft>
              <a:buClr>
                <a:schemeClr val="accent5"/>
              </a:buClr>
              <a:buSzPts val="2800"/>
              <a:buNone/>
              <a:defRPr>
                <a:solidFill>
                  <a:schemeClr val="accent5"/>
                </a:solidFill>
              </a:defRPr>
            </a:lvl2pPr>
            <a:lvl3pPr lvl="2" rtl="0">
              <a:spcBef>
                <a:spcPts val="0"/>
              </a:spcBef>
              <a:spcAft>
                <a:spcPts val="0"/>
              </a:spcAft>
              <a:buClr>
                <a:schemeClr val="accent5"/>
              </a:buClr>
              <a:buSzPts val="2800"/>
              <a:buNone/>
              <a:defRPr>
                <a:solidFill>
                  <a:schemeClr val="accent5"/>
                </a:solidFill>
              </a:defRPr>
            </a:lvl3pPr>
            <a:lvl4pPr lvl="3" rtl="0">
              <a:spcBef>
                <a:spcPts val="0"/>
              </a:spcBef>
              <a:spcAft>
                <a:spcPts val="0"/>
              </a:spcAft>
              <a:buClr>
                <a:schemeClr val="accent5"/>
              </a:buClr>
              <a:buSzPts val="2800"/>
              <a:buNone/>
              <a:defRPr>
                <a:solidFill>
                  <a:schemeClr val="accent5"/>
                </a:solidFill>
              </a:defRPr>
            </a:lvl4pPr>
            <a:lvl5pPr lvl="4" rtl="0">
              <a:spcBef>
                <a:spcPts val="0"/>
              </a:spcBef>
              <a:spcAft>
                <a:spcPts val="0"/>
              </a:spcAft>
              <a:buClr>
                <a:schemeClr val="accent5"/>
              </a:buClr>
              <a:buSzPts val="2800"/>
              <a:buNone/>
              <a:defRPr>
                <a:solidFill>
                  <a:schemeClr val="accent5"/>
                </a:solidFill>
              </a:defRPr>
            </a:lvl5pPr>
            <a:lvl6pPr lvl="5" rtl="0">
              <a:spcBef>
                <a:spcPts val="0"/>
              </a:spcBef>
              <a:spcAft>
                <a:spcPts val="0"/>
              </a:spcAft>
              <a:buClr>
                <a:schemeClr val="accent5"/>
              </a:buClr>
              <a:buSzPts val="2800"/>
              <a:buNone/>
              <a:defRPr>
                <a:solidFill>
                  <a:schemeClr val="accent5"/>
                </a:solidFill>
              </a:defRPr>
            </a:lvl6pPr>
            <a:lvl7pPr lvl="6" rtl="0">
              <a:spcBef>
                <a:spcPts val="0"/>
              </a:spcBef>
              <a:spcAft>
                <a:spcPts val="0"/>
              </a:spcAft>
              <a:buClr>
                <a:schemeClr val="accent5"/>
              </a:buClr>
              <a:buSzPts val="2800"/>
              <a:buNone/>
              <a:defRPr>
                <a:solidFill>
                  <a:schemeClr val="accent5"/>
                </a:solidFill>
              </a:defRPr>
            </a:lvl7pPr>
            <a:lvl8pPr lvl="7" rtl="0">
              <a:spcBef>
                <a:spcPts val="0"/>
              </a:spcBef>
              <a:spcAft>
                <a:spcPts val="0"/>
              </a:spcAft>
              <a:buClr>
                <a:schemeClr val="accent5"/>
              </a:buClr>
              <a:buSzPts val="2800"/>
              <a:buNone/>
              <a:defRPr>
                <a:solidFill>
                  <a:schemeClr val="accent5"/>
                </a:solidFill>
              </a:defRPr>
            </a:lvl8pPr>
            <a:lvl9pPr lvl="8" rtl="0">
              <a:spcBef>
                <a:spcPts val="0"/>
              </a:spcBef>
              <a:spcAft>
                <a:spcPts val="0"/>
              </a:spcAft>
              <a:buClr>
                <a:schemeClr val="accent5"/>
              </a:buClr>
              <a:buSzPts val="2800"/>
              <a:buNone/>
              <a:defRPr>
                <a:solidFill>
                  <a:schemeClr val="accent5"/>
                </a:solidFill>
              </a:defRPr>
            </a:lvl9pPr>
          </a:lstStyle>
          <a:p>
            <a:r>
              <a:rPr lang="en-US"/>
              <a:t>Click to edit Master title style</a:t>
            </a:r>
            <a:endParaRPr/>
          </a:p>
        </p:txBody>
      </p:sp>
      <p:sp>
        <p:nvSpPr>
          <p:cNvPr id="224" name="Google Shape;224;p20"/>
          <p:cNvSpPr/>
          <p:nvPr/>
        </p:nvSpPr>
        <p:spPr>
          <a:xfrm rot="10800000" flipH="1">
            <a:off x="-28" y="237967"/>
            <a:ext cx="476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5" name="Google Shape;225;p20"/>
          <p:cNvSpPr/>
          <p:nvPr/>
        </p:nvSpPr>
        <p:spPr>
          <a:xfrm rot="10800000" flipH="1">
            <a:off x="-29" y="555633"/>
            <a:ext cx="3116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Tree>
    <p:extLst>
      <p:ext uri="{BB962C8B-B14F-4D97-AF65-F5344CB8AC3E}">
        <p14:creationId xmlns:p14="http://schemas.microsoft.com/office/powerpoint/2010/main" val="3408125245"/>
      </p:ext>
    </p:extLst>
  </p:cSld>
  <p:clrMapOvr>
    <a:masterClrMapping/>
  </p:clrMapOvr>
  <p:hf sldNum="0" hdr="0" ftr="0" dt="0"/>
</p:sldLayout>
</file>

<file path=ppt/slideLayouts/slideLayout184.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26"/>
        <p:cNvGrpSpPr/>
        <p:nvPr/>
      </p:nvGrpSpPr>
      <p:grpSpPr>
        <a:xfrm>
          <a:off x="0" y="0"/>
          <a:ext cx="0" cy="0"/>
          <a:chOff x="0" y="0"/>
          <a:chExt cx="0" cy="0"/>
        </a:xfrm>
      </p:grpSpPr>
      <p:grpSp>
        <p:nvGrpSpPr>
          <p:cNvPr id="227" name="Google Shape;227;p21"/>
          <p:cNvGrpSpPr/>
          <p:nvPr/>
        </p:nvGrpSpPr>
        <p:grpSpPr>
          <a:xfrm>
            <a:off x="-200" y="0"/>
            <a:ext cx="12192199" cy="6858000"/>
            <a:chOff x="-150" y="0"/>
            <a:chExt cx="9144149" cy="5143500"/>
          </a:xfrm>
        </p:grpSpPr>
        <p:sp>
          <p:nvSpPr>
            <p:cNvPr id="228" name="Google Shape;228;p21"/>
            <p:cNvSpPr/>
            <p:nvPr/>
          </p:nvSpPr>
          <p:spPr>
            <a:xfrm flipH="1">
              <a:off x="-150" y="4090075"/>
              <a:ext cx="982500" cy="105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29" name="Google Shape;229;p21"/>
            <p:cNvSpPr/>
            <p:nvPr/>
          </p:nvSpPr>
          <p:spPr>
            <a:xfrm rot="10800000">
              <a:off x="497286" y="4910650"/>
              <a:ext cx="710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0" name="Google Shape;230;p21"/>
            <p:cNvSpPr/>
            <p:nvPr/>
          </p:nvSpPr>
          <p:spPr>
            <a:xfrm rot="10800000">
              <a:off x="207975" y="4419475"/>
              <a:ext cx="854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1" name="Google Shape;231;p21"/>
            <p:cNvSpPr/>
            <p:nvPr/>
          </p:nvSpPr>
          <p:spPr>
            <a:xfrm rot="10800000">
              <a:off x="831269" y="4665046"/>
              <a:ext cx="54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2" name="Google Shape;232;p21"/>
            <p:cNvSpPr/>
            <p:nvPr/>
          </p:nvSpPr>
          <p:spPr>
            <a:xfrm>
              <a:off x="6097750" y="2020200"/>
              <a:ext cx="16095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3" name="Google Shape;233;p21"/>
            <p:cNvSpPr/>
            <p:nvPr/>
          </p:nvSpPr>
          <p:spPr>
            <a:xfrm>
              <a:off x="6241125" y="175576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4" name="Google Shape;234;p21"/>
            <p:cNvSpPr/>
            <p:nvPr/>
          </p:nvSpPr>
          <p:spPr>
            <a:xfrm>
              <a:off x="5980075" y="2246947"/>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5" name="Google Shape;235;p21"/>
            <p:cNvSpPr/>
            <p:nvPr/>
          </p:nvSpPr>
          <p:spPr>
            <a:xfrm>
              <a:off x="5673525" y="2001350"/>
              <a:ext cx="103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6" name="Google Shape;236;p21"/>
            <p:cNvSpPr/>
            <p:nvPr/>
          </p:nvSpPr>
          <p:spPr>
            <a:xfrm>
              <a:off x="8110397" y="0"/>
              <a:ext cx="103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37" name="Google Shape;237;p21"/>
            <p:cNvSpPr/>
            <p:nvPr/>
          </p:nvSpPr>
          <p:spPr>
            <a:xfrm rot="10800000">
              <a:off x="8686799" y="302050"/>
              <a:ext cx="457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38" name="Google Shape;238;p21"/>
          <p:cNvSpPr txBox="1">
            <a:spLocks noGrp="1"/>
          </p:cNvSpPr>
          <p:nvPr>
            <p:ph type="title" hasCustomPrompt="1"/>
          </p:nvPr>
        </p:nvSpPr>
        <p:spPr>
          <a:xfrm>
            <a:off x="2013049" y="2721333"/>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39" name="Google Shape;239;p21"/>
          <p:cNvSpPr txBox="1">
            <a:spLocks noGrp="1"/>
          </p:cNvSpPr>
          <p:nvPr>
            <p:ph type="subTitle" idx="1"/>
          </p:nvPr>
        </p:nvSpPr>
        <p:spPr>
          <a:xfrm>
            <a:off x="2017049" y="3774267"/>
            <a:ext cx="5384400" cy="4244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240" name="Google Shape;240;p21"/>
          <p:cNvSpPr txBox="1">
            <a:spLocks noGrp="1"/>
          </p:cNvSpPr>
          <p:nvPr>
            <p:ph type="title" idx="2" hasCustomPrompt="1"/>
          </p:nvPr>
        </p:nvSpPr>
        <p:spPr>
          <a:xfrm>
            <a:off x="2013049" y="719600"/>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1" name="Google Shape;241;p21"/>
          <p:cNvSpPr txBox="1">
            <a:spLocks noGrp="1"/>
          </p:cNvSpPr>
          <p:nvPr>
            <p:ph type="subTitle" idx="3"/>
          </p:nvPr>
        </p:nvSpPr>
        <p:spPr>
          <a:xfrm>
            <a:off x="2017049" y="1772533"/>
            <a:ext cx="5384400" cy="42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242" name="Google Shape;242;p21"/>
          <p:cNvSpPr txBox="1">
            <a:spLocks noGrp="1"/>
          </p:cNvSpPr>
          <p:nvPr>
            <p:ph type="title" idx="4" hasCustomPrompt="1"/>
          </p:nvPr>
        </p:nvSpPr>
        <p:spPr>
          <a:xfrm>
            <a:off x="2013049" y="4723067"/>
            <a:ext cx="5392400" cy="91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3" name="Google Shape;243;p21"/>
          <p:cNvSpPr txBox="1">
            <a:spLocks noGrp="1"/>
          </p:cNvSpPr>
          <p:nvPr>
            <p:ph type="subTitle" idx="5"/>
          </p:nvPr>
        </p:nvSpPr>
        <p:spPr>
          <a:xfrm>
            <a:off x="2017049" y="5776133"/>
            <a:ext cx="5384400" cy="42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787399022"/>
      </p:ext>
    </p:extLst>
  </p:cSld>
  <p:clrMapOvr>
    <a:masterClrMapping/>
  </p:clrMapOvr>
  <p:hf sldNum="0" hdr="0" ftr="0" dt="0"/>
</p:sldLayout>
</file>

<file path=ppt/slideLayouts/slideLayout185.xml><?xml version="1.0" encoding="utf-8"?>
<p:sldLayout xmlns:a="http://schemas.openxmlformats.org/drawingml/2006/main" xmlns:r="http://schemas.openxmlformats.org/officeDocument/2006/relationships" xmlns:p="http://schemas.openxmlformats.org/presentationml/2006/main" matchingName="Title and one column 2">
  <p:cSld name="Title and one column 2">
    <p:spTree>
      <p:nvGrpSpPr>
        <p:cNvPr id="1" name="Shape 244"/>
        <p:cNvGrpSpPr/>
        <p:nvPr/>
      </p:nvGrpSpPr>
      <p:grpSpPr>
        <a:xfrm>
          <a:off x="0" y="0"/>
          <a:ext cx="0" cy="0"/>
          <a:chOff x="0" y="0"/>
          <a:chExt cx="0" cy="0"/>
        </a:xfrm>
      </p:grpSpPr>
      <p:sp>
        <p:nvSpPr>
          <p:cNvPr id="245" name="Google Shape;245;p22"/>
          <p:cNvSpPr/>
          <p:nvPr/>
        </p:nvSpPr>
        <p:spPr>
          <a:xfrm>
            <a:off x="0" y="0"/>
            <a:ext cx="1719200" cy="4164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6" name="Google Shape;246;p22"/>
          <p:cNvSpPr/>
          <p:nvPr/>
        </p:nvSpPr>
        <p:spPr>
          <a:xfrm>
            <a:off x="0" y="6501000"/>
            <a:ext cx="2895200" cy="356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7" name="Google Shape;247;p22"/>
          <p:cNvSpPr/>
          <p:nvPr/>
        </p:nvSpPr>
        <p:spPr>
          <a:xfrm rot="10800000">
            <a:off x="906400" y="4276463"/>
            <a:ext cx="1091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8" name="Google Shape;248;p22"/>
          <p:cNvSpPr/>
          <p:nvPr/>
        </p:nvSpPr>
        <p:spPr>
          <a:xfrm rot="10800000">
            <a:off x="1150867" y="3621559"/>
            <a:ext cx="1194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49" name="Google Shape;249;p22"/>
          <p:cNvSpPr/>
          <p:nvPr/>
        </p:nvSpPr>
        <p:spPr>
          <a:xfrm rot="10800000">
            <a:off x="11252000" y="5719200"/>
            <a:ext cx="940000" cy="1138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0" name="Google Shape;250;p22"/>
          <p:cNvSpPr/>
          <p:nvPr/>
        </p:nvSpPr>
        <p:spPr>
          <a:xfrm rot="10800000">
            <a:off x="1391543" y="3949000"/>
            <a:ext cx="2286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1" name="Google Shape;251;p22"/>
          <p:cNvSpPr/>
          <p:nvPr/>
        </p:nvSpPr>
        <p:spPr>
          <a:xfrm rot="10800000">
            <a:off x="71" y="6452700"/>
            <a:ext cx="1180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2" name="Google Shape;252;p22"/>
          <p:cNvSpPr txBox="1">
            <a:spLocks noGrp="1"/>
          </p:cNvSpPr>
          <p:nvPr>
            <p:ph type="title"/>
          </p:nvPr>
        </p:nvSpPr>
        <p:spPr>
          <a:xfrm>
            <a:off x="5371267" y="2204851"/>
            <a:ext cx="5130400" cy="736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4200"/>
              <a:buNone/>
              <a:defRPr sz="30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r>
              <a:rPr lang="en-US"/>
              <a:t>Click to edit Master title style</a:t>
            </a:r>
            <a:endParaRPr/>
          </a:p>
        </p:txBody>
      </p:sp>
      <p:sp>
        <p:nvSpPr>
          <p:cNvPr id="253" name="Google Shape;253;p22"/>
          <p:cNvSpPr txBox="1">
            <a:spLocks noGrp="1"/>
          </p:cNvSpPr>
          <p:nvPr>
            <p:ph type="subTitle" idx="1"/>
          </p:nvPr>
        </p:nvSpPr>
        <p:spPr>
          <a:xfrm>
            <a:off x="5371267" y="2897556"/>
            <a:ext cx="5130400" cy="195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r>
              <a:rPr lang="en-US"/>
              <a:t>Click to edit Master subtitle style</a:t>
            </a:r>
            <a:endParaRPr/>
          </a:p>
        </p:txBody>
      </p:sp>
    </p:spTree>
    <p:extLst>
      <p:ext uri="{BB962C8B-B14F-4D97-AF65-F5344CB8AC3E}">
        <p14:creationId xmlns:p14="http://schemas.microsoft.com/office/powerpoint/2010/main" val="3940352918"/>
      </p:ext>
    </p:extLst>
  </p:cSld>
  <p:clrMapOvr>
    <a:masterClrMapping/>
  </p:clrMapOvr>
  <p:hf sldNum="0" hdr="0" ftr="0" dt="0"/>
</p:sldLayout>
</file>

<file path=ppt/slideLayouts/slideLayout186.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254"/>
        <p:cNvGrpSpPr/>
        <p:nvPr/>
      </p:nvGrpSpPr>
      <p:grpSpPr>
        <a:xfrm>
          <a:off x="0" y="0"/>
          <a:ext cx="0" cy="0"/>
          <a:chOff x="0" y="0"/>
          <a:chExt cx="0" cy="0"/>
        </a:xfrm>
      </p:grpSpPr>
      <p:grpSp>
        <p:nvGrpSpPr>
          <p:cNvPr id="255" name="Google Shape;255;p23"/>
          <p:cNvGrpSpPr/>
          <p:nvPr/>
        </p:nvGrpSpPr>
        <p:grpSpPr>
          <a:xfrm>
            <a:off x="-141" y="0"/>
            <a:ext cx="12189887" cy="6858000"/>
            <a:chOff x="-106" y="0"/>
            <a:chExt cx="9142415" cy="5143500"/>
          </a:xfrm>
        </p:grpSpPr>
        <p:sp>
          <p:nvSpPr>
            <p:cNvPr id="256" name="Google Shape;256;p23"/>
            <p:cNvSpPr/>
            <p:nvPr/>
          </p:nvSpPr>
          <p:spPr>
            <a:xfrm flipH="1">
              <a:off x="4984500" y="4804200"/>
              <a:ext cx="4157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7" name="Google Shape;257;p23"/>
            <p:cNvSpPr/>
            <p:nvPr/>
          </p:nvSpPr>
          <p:spPr>
            <a:xfrm>
              <a:off x="8049709" y="4419475"/>
              <a:ext cx="10926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8" name="Google Shape;258;p23"/>
            <p:cNvSpPr/>
            <p:nvPr/>
          </p:nvSpPr>
          <p:spPr>
            <a:xfrm>
              <a:off x="7705947" y="4910650"/>
              <a:ext cx="6792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9" name="Google Shape;259;p23"/>
            <p:cNvSpPr/>
            <p:nvPr/>
          </p:nvSpPr>
          <p:spPr>
            <a:xfrm>
              <a:off x="6663067" y="4665075"/>
              <a:ext cx="1951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0" name="Google Shape;260;p23"/>
            <p:cNvSpPr/>
            <p:nvPr/>
          </p:nvSpPr>
          <p:spPr>
            <a:xfrm rot="10800000" flipH="1">
              <a:off x="6"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1" name="Google Shape;261;p23"/>
            <p:cNvSpPr/>
            <p:nvPr/>
          </p:nvSpPr>
          <p:spPr>
            <a:xfrm rot="10800000">
              <a:off x="-106" y="178475"/>
              <a:ext cx="33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2" name="Google Shape;262;p23"/>
            <p:cNvSpPr/>
            <p:nvPr/>
          </p:nvSpPr>
          <p:spPr>
            <a:xfrm rot="10800000">
              <a:off x="-31" y="416725"/>
              <a:ext cx="171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63" name="Google Shape;263;p23"/>
            <p:cNvSpPr/>
            <p:nvPr/>
          </p:nvSpPr>
          <p:spPr>
            <a:xfrm rot="10800000">
              <a:off x="1019719" y="35250"/>
              <a:ext cx="332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64" name="Google Shape;264;p23"/>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65" name="Google Shape;265;p23"/>
          <p:cNvSpPr txBox="1">
            <a:spLocks noGrp="1"/>
          </p:cNvSpPr>
          <p:nvPr>
            <p:ph type="title" idx="2"/>
          </p:nvPr>
        </p:nvSpPr>
        <p:spPr>
          <a:xfrm>
            <a:off x="6404447" y="2981900"/>
            <a:ext cx="4460400" cy="708800"/>
          </a:xfrm>
          <a:prstGeom prst="rect">
            <a:avLst/>
          </a:prstGeom>
          <a:solidFill>
            <a:schemeClr val="dk1"/>
          </a:solidFill>
        </p:spPr>
        <p:txBody>
          <a:bodyPr spcFirstLastPara="1" wrap="square" lIns="91425" tIns="91425" rIns="91425" bIns="91425" anchor="b" anchorCtr="0">
            <a:noAutofit/>
          </a:bodyPr>
          <a:lstStyle>
            <a:lvl1pPr lvl="0" rtl="0">
              <a:spcBef>
                <a:spcPts val="0"/>
              </a:spcBef>
              <a:spcAft>
                <a:spcPts val="0"/>
              </a:spcAft>
              <a:buSzPts val="2000"/>
              <a:buNone/>
              <a:defRPr sz="1800" b="1">
                <a:solidFill>
                  <a:schemeClr val="lt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66" name="Google Shape;266;p23"/>
          <p:cNvSpPr txBox="1">
            <a:spLocks noGrp="1"/>
          </p:cNvSpPr>
          <p:nvPr>
            <p:ph type="title" idx="3"/>
          </p:nvPr>
        </p:nvSpPr>
        <p:spPr>
          <a:xfrm>
            <a:off x="6404441" y="3690715"/>
            <a:ext cx="4460400" cy="1704800"/>
          </a:xfrm>
          <a:prstGeom prst="rect">
            <a:avLst/>
          </a:prstGeom>
          <a:solidFill>
            <a:schemeClr val="accent3"/>
          </a:solidFill>
        </p:spPr>
        <p:txBody>
          <a:bodyPr spcFirstLastPara="1" wrap="square" lIns="91425" tIns="91425" rIns="91425" bIns="91425" anchor="ctr" anchorCtr="0">
            <a:noAutofit/>
          </a:bodyPr>
          <a:lstStyle>
            <a:lvl1pPr lvl="0" rtl="0">
              <a:lnSpc>
                <a:spcPct val="115000"/>
              </a:lnSpc>
              <a:spcBef>
                <a:spcPts val="0"/>
              </a:spcBef>
              <a:spcAft>
                <a:spcPts val="0"/>
              </a:spcAft>
              <a:buSzPts val="1200"/>
              <a:buFont typeface="Nunito"/>
              <a:buChar char="■"/>
              <a:defRPr sz="1400" b="0">
                <a:solidFill>
                  <a:schemeClr val="dk2"/>
                </a:solidFill>
                <a:latin typeface="Inter"/>
                <a:ea typeface="Inter"/>
                <a:cs typeface="Inter"/>
                <a:sym typeface="Inter"/>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r>
              <a:rPr lang="en-US"/>
              <a:t>Click to edit Master title style</a:t>
            </a:r>
            <a:endParaRPr/>
          </a:p>
        </p:txBody>
      </p:sp>
      <p:sp>
        <p:nvSpPr>
          <p:cNvPr id="267" name="Google Shape;267;p23"/>
          <p:cNvSpPr txBox="1">
            <a:spLocks noGrp="1"/>
          </p:cNvSpPr>
          <p:nvPr>
            <p:ph type="title" idx="4"/>
          </p:nvPr>
        </p:nvSpPr>
        <p:spPr>
          <a:xfrm>
            <a:off x="1327151" y="2981884"/>
            <a:ext cx="4460800" cy="708800"/>
          </a:xfrm>
          <a:prstGeom prst="rect">
            <a:avLst/>
          </a:prstGeom>
          <a:solidFill>
            <a:schemeClr val="dk1"/>
          </a:solidFill>
        </p:spPr>
        <p:txBody>
          <a:bodyPr spcFirstLastPara="1" wrap="square" lIns="91425" tIns="91425" rIns="91425" bIns="91425" anchor="b" anchorCtr="0">
            <a:noAutofit/>
          </a:bodyPr>
          <a:lstStyle>
            <a:lvl1pPr lvl="0" rtl="0">
              <a:spcBef>
                <a:spcPts val="0"/>
              </a:spcBef>
              <a:spcAft>
                <a:spcPts val="0"/>
              </a:spcAft>
              <a:buSzPts val="2000"/>
              <a:buNone/>
              <a:defRPr sz="1800" b="1">
                <a:solidFill>
                  <a:schemeClr val="lt1"/>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68" name="Google Shape;268;p23"/>
          <p:cNvSpPr txBox="1">
            <a:spLocks noGrp="1"/>
          </p:cNvSpPr>
          <p:nvPr>
            <p:ph type="title" idx="5"/>
          </p:nvPr>
        </p:nvSpPr>
        <p:spPr>
          <a:xfrm>
            <a:off x="1327317" y="3690699"/>
            <a:ext cx="4460400" cy="1704800"/>
          </a:xfrm>
          <a:prstGeom prst="rect">
            <a:avLst/>
          </a:prstGeom>
          <a:solidFill>
            <a:schemeClr val="accent3"/>
          </a:solidFill>
        </p:spPr>
        <p:txBody>
          <a:bodyPr spcFirstLastPara="1" wrap="square" lIns="91425" tIns="91425" rIns="91425" bIns="91425" anchor="ctr" anchorCtr="0">
            <a:noAutofit/>
          </a:bodyPr>
          <a:lstStyle>
            <a:lvl1pPr lvl="0" rtl="0">
              <a:lnSpc>
                <a:spcPct val="115000"/>
              </a:lnSpc>
              <a:spcBef>
                <a:spcPts val="0"/>
              </a:spcBef>
              <a:spcAft>
                <a:spcPts val="0"/>
              </a:spcAft>
              <a:buSzPts val="1200"/>
              <a:buFont typeface="Nunito"/>
              <a:buChar char="■"/>
              <a:defRPr sz="1400" b="0">
                <a:solidFill>
                  <a:schemeClr val="dk2"/>
                </a:solidFill>
                <a:latin typeface="Inter"/>
                <a:ea typeface="Inter"/>
                <a:cs typeface="Inter"/>
                <a:sym typeface="Inter"/>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2345890173"/>
      </p:ext>
    </p:extLst>
  </p:cSld>
  <p:clrMapOvr>
    <a:masterClrMapping/>
  </p:clrMapOvr>
  <p:hf sldNum="0" hdr="0" ftr="0" dt="0"/>
</p:sldLayout>
</file>

<file path=ppt/slideLayouts/slideLayout187.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69"/>
        <p:cNvGrpSpPr/>
        <p:nvPr/>
      </p:nvGrpSpPr>
      <p:grpSpPr>
        <a:xfrm>
          <a:off x="0" y="0"/>
          <a:ext cx="0" cy="0"/>
          <a:chOff x="0" y="0"/>
          <a:chExt cx="0" cy="0"/>
        </a:xfrm>
      </p:grpSpPr>
      <p:grpSp>
        <p:nvGrpSpPr>
          <p:cNvPr id="270" name="Google Shape;270;p24"/>
          <p:cNvGrpSpPr/>
          <p:nvPr/>
        </p:nvGrpSpPr>
        <p:grpSpPr>
          <a:xfrm>
            <a:off x="-95" y="4600235"/>
            <a:ext cx="12189889" cy="2257767"/>
            <a:chOff x="-72" y="3450175"/>
            <a:chExt cx="9142417" cy="1693325"/>
          </a:xfrm>
        </p:grpSpPr>
        <p:sp>
          <p:nvSpPr>
            <p:cNvPr id="271" name="Google Shape;271;p24"/>
            <p:cNvSpPr/>
            <p:nvPr/>
          </p:nvSpPr>
          <p:spPr>
            <a:xfrm flipH="1">
              <a:off x="154" y="3450175"/>
              <a:ext cx="183300" cy="16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2" name="Google Shape;272;p24"/>
            <p:cNvSpPr/>
            <p:nvPr/>
          </p:nvSpPr>
          <p:spPr>
            <a:xfrm flipH="1">
              <a:off x="-72" y="4896275"/>
              <a:ext cx="138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3" name="Google Shape;273;p24"/>
            <p:cNvSpPr/>
            <p:nvPr/>
          </p:nvSpPr>
          <p:spPr>
            <a:xfrm flipH="1">
              <a:off x="52" y="4658025"/>
              <a:ext cx="451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4" name="Google Shape;274;p24"/>
            <p:cNvSpPr/>
            <p:nvPr/>
          </p:nvSpPr>
          <p:spPr>
            <a:xfrm flipH="1">
              <a:off x="125" y="4419775"/>
              <a:ext cx="563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5" name="Google Shape;275;p24"/>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6" name="Google Shape;276;p24"/>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7" name="Google Shape;277;p24"/>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8" name="Google Shape;278;p24"/>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279" name="Google Shape;279;p24"/>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80" name="Google Shape;280;p24"/>
          <p:cNvSpPr txBox="1">
            <a:spLocks noGrp="1"/>
          </p:cNvSpPr>
          <p:nvPr>
            <p:ph type="title" idx="2" hasCustomPrompt="1"/>
          </p:nvPr>
        </p:nvSpPr>
        <p:spPr>
          <a:xfrm>
            <a:off x="5273819"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1" name="Google Shape;281;p24"/>
          <p:cNvSpPr txBox="1">
            <a:spLocks noGrp="1"/>
          </p:cNvSpPr>
          <p:nvPr>
            <p:ph type="title" idx="3"/>
          </p:nvPr>
        </p:nvSpPr>
        <p:spPr>
          <a:xfrm>
            <a:off x="4416817"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2" name="Google Shape;282;p24"/>
          <p:cNvSpPr txBox="1">
            <a:spLocks noGrp="1"/>
          </p:cNvSpPr>
          <p:nvPr>
            <p:ph type="title" idx="4"/>
          </p:nvPr>
        </p:nvSpPr>
        <p:spPr>
          <a:xfrm>
            <a:off x="4416815"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283" name="Google Shape;283;p24"/>
          <p:cNvSpPr txBox="1">
            <a:spLocks noGrp="1"/>
          </p:cNvSpPr>
          <p:nvPr>
            <p:ph type="title" idx="5" hasCustomPrompt="1"/>
          </p:nvPr>
        </p:nvSpPr>
        <p:spPr>
          <a:xfrm>
            <a:off x="1608373"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4" name="Google Shape;284;p24"/>
          <p:cNvSpPr txBox="1">
            <a:spLocks noGrp="1"/>
          </p:cNvSpPr>
          <p:nvPr>
            <p:ph type="title" idx="6"/>
          </p:nvPr>
        </p:nvSpPr>
        <p:spPr>
          <a:xfrm>
            <a:off x="751500"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5" name="Google Shape;285;p24"/>
          <p:cNvSpPr txBox="1">
            <a:spLocks noGrp="1"/>
          </p:cNvSpPr>
          <p:nvPr>
            <p:ph type="title" idx="7"/>
          </p:nvPr>
        </p:nvSpPr>
        <p:spPr>
          <a:xfrm>
            <a:off x="751367"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286" name="Google Shape;286;p24"/>
          <p:cNvSpPr txBox="1">
            <a:spLocks noGrp="1"/>
          </p:cNvSpPr>
          <p:nvPr>
            <p:ph type="title" idx="8" hasCustomPrompt="1"/>
          </p:nvPr>
        </p:nvSpPr>
        <p:spPr>
          <a:xfrm>
            <a:off x="8939263" y="2492568"/>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7" name="Google Shape;287;p24"/>
          <p:cNvSpPr txBox="1">
            <a:spLocks noGrp="1"/>
          </p:cNvSpPr>
          <p:nvPr>
            <p:ph type="title" idx="9"/>
          </p:nvPr>
        </p:nvSpPr>
        <p:spPr>
          <a:xfrm>
            <a:off x="8082167" y="3055000"/>
            <a:ext cx="33584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288" name="Google Shape;288;p24"/>
          <p:cNvSpPr txBox="1">
            <a:spLocks noGrp="1"/>
          </p:cNvSpPr>
          <p:nvPr>
            <p:ph type="title" idx="13"/>
          </p:nvPr>
        </p:nvSpPr>
        <p:spPr>
          <a:xfrm>
            <a:off x="8082264" y="3662200"/>
            <a:ext cx="33584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1045116093"/>
      </p:ext>
    </p:extLst>
  </p:cSld>
  <p:clrMapOvr>
    <a:masterClrMapping/>
  </p:clrMapOvr>
  <p:hf sldNum="0" hdr="0" ftr="0" dt="0"/>
</p:sldLayout>
</file>

<file path=ppt/slideLayouts/slideLayout188.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289"/>
        <p:cNvGrpSpPr/>
        <p:nvPr/>
      </p:nvGrpSpPr>
      <p:grpSpPr>
        <a:xfrm>
          <a:off x="0" y="0"/>
          <a:ext cx="0" cy="0"/>
          <a:chOff x="0" y="0"/>
          <a:chExt cx="0" cy="0"/>
        </a:xfrm>
      </p:grpSpPr>
      <p:grpSp>
        <p:nvGrpSpPr>
          <p:cNvPr id="290" name="Google Shape;290;p25"/>
          <p:cNvGrpSpPr/>
          <p:nvPr/>
        </p:nvGrpSpPr>
        <p:grpSpPr>
          <a:xfrm>
            <a:off x="95" y="0"/>
            <a:ext cx="12194516" cy="6858000"/>
            <a:chOff x="70" y="0"/>
            <a:chExt cx="9145887" cy="5143500"/>
          </a:xfrm>
        </p:grpSpPr>
        <p:sp>
          <p:nvSpPr>
            <p:cNvPr id="291" name="Google Shape;291;p25"/>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2" name="Google Shape;292;p25"/>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3" name="Google Shape;293;p25"/>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4" name="Google Shape;294;p25"/>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5" name="Google Shape;295;p25"/>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6" name="Google Shape;296;p25"/>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7" name="Google Shape;297;p25"/>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8" name="Google Shape;298;p25"/>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99" name="Google Shape;299;p25"/>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0" name="Google Shape;300;p25"/>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301" name="Google Shape;301;p25"/>
            <p:cNvGrpSpPr/>
            <p:nvPr/>
          </p:nvGrpSpPr>
          <p:grpSpPr>
            <a:xfrm>
              <a:off x="8246106" y="178472"/>
              <a:ext cx="897900" cy="302453"/>
              <a:chOff x="8246106" y="178472"/>
              <a:chExt cx="897900" cy="302453"/>
            </a:xfrm>
          </p:grpSpPr>
          <p:sp>
            <p:nvSpPr>
              <p:cNvPr id="302" name="Google Shape;302;p25"/>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03" name="Google Shape;303;p25"/>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304" name="Google Shape;304;p25"/>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05" name="Google Shape;305;p25"/>
          <p:cNvSpPr txBox="1">
            <a:spLocks noGrp="1"/>
          </p:cNvSpPr>
          <p:nvPr>
            <p:ph type="title" idx="2"/>
          </p:nvPr>
        </p:nvSpPr>
        <p:spPr>
          <a:xfrm>
            <a:off x="4416800"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06" name="Google Shape;306;p25"/>
          <p:cNvSpPr txBox="1">
            <a:spLocks noGrp="1"/>
          </p:cNvSpPr>
          <p:nvPr>
            <p:ph type="title" idx="3"/>
          </p:nvPr>
        </p:nvSpPr>
        <p:spPr>
          <a:xfrm>
            <a:off x="44168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07" name="Google Shape;307;p25"/>
          <p:cNvSpPr txBox="1">
            <a:spLocks noGrp="1"/>
          </p:cNvSpPr>
          <p:nvPr>
            <p:ph type="title" idx="4"/>
          </p:nvPr>
        </p:nvSpPr>
        <p:spPr>
          <a:xfrm>
            <a:off x="853033"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08" name="Google Shape;308;p25"/>
          <p:cNvSpPr txBox="1">
            <a:spLocks noGrp="1"/>
          </p:cNvSpPr>
          <p:nvPr>
            <p:ph type="title" idx="5"/>
          </p:nvPr>
        </p:nvSpPr>
        <p:spPr>
          <a:xfrm>
            <a:off x="8530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09" name="Google Shape;309;p25"/>
          <p:cNvSpPr txBox="1">
            <a:spLocks noGrp="1"/>
          </p:cNvSpPr>
          <p:nvPr>
            <p:ph type="title" idx="6"/>
          </p:nvPr>
        </p:nvSpPr>
        <p:spPr>
          <a:xfrm>
            <a:off x="7980567" y="3785541"/>
            <a:ext cx="3358400" cy="5100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10" name="Google Shape;310;p25"/>
          <p:cNvSpPr txBox="1">
            <a:spLocks noGrp="1"/>
          </p:cNvSpPr>
          <p:nvPr>
            <p:ph type="title" idx="7"/>
          </p:nvPr>
        </p:nvSpPr>
        <p:spPr>
          <a:xfrm>
            <a:off x="7980600" y="4267067"/>
            <a:ext cx="3358400" cy="10044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11" name="Google Shape;311;p25"/>
          <p:cNvSpPr txBox="1">
            <a:spLocks noGrp="1"/>
          </p:cNvSpPr>
          <p:nvPr>
            <p:ph type="title" idx="8" hasCustomPrompt="1"/>
          </p:nvPr>
        </p:nvSpPr>
        <p:spPr>
          <a:xfrm>
            <a:off x="1889400"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12" name="Google Shape;312;p25"/>
          <p:cNvSpPr txBox="1">
            <a:spLocks noGrp="1"/>
          </p:cNvSpPr>
          <p:nvPr>
            <p:ph type="title" idx="9" hasCustomPrompt="1"/>
          </p:nvPr>
        </p:nvSpPr>
        <p:spPr>
          <a:xfrm>
            <a:off x="5453167"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13" name="Google Shape;313;p25"/>
          <p:cNvSpPr txBox="1">
            <a:spLocks noGrp="1"/>
          </p:cNvSpPr>
          <p:nvPr>
            <p:ph type="title" idx="13" hasCustomPrompt="1"/>
          </p:nvPr>
        </p:nvSpPr>
        <p:spPr>
          <a:xfrm>
            <a:off x="9016833" y="2494119"/>
            <a:ext cx="12856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4065870721"/>
      </p:ext>
    </p:extLst>
  </p:cSld>
  <p:clrMapOvr>
    <a:masterClrMapping/>
  </p:clrMapOvr>
  <p:hf sldNum="0" hdr="0" ftr="0" dt="0"/>
</p:sldLayout>
</file>

<file path=ppt/slideLayouts/slideLayout189.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314"/>
        <p:cNvGrpSpPr/>
        <p:nvPr/>
      </p:nvGrpSpPr>
      <p:grpSpPr>
        <a:xfrm>
          <a:off x="0" y="0"/>
          <a:ext cx="0" cy="0"/>
          <a:chOff x="0" y="0"/>
          <a:chExt cx="0" cy="0"/>
        </a:xfrm>
      </p:grpSpPr>
      <p:sp>
        <p:nvSpPr>
          <p:cNvPr id="315" name="Google Shape;315;p26"/>
          <p:cNvSpPr/>
          <p:nvPr/>
        </p:nvSpPr>
        <p:spPr>
          <a:xfrm rot="10800000">
            <a:off x="10611588" y="0"/>
            <a:ext cx="1580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6" name="Google Shape;316;p26"/>
          <p:cNvSpPr/>
          <p:nvPr/>
        </p:nvSpPr>
        <p:spPr>
          <a:xfrm rot="10800000" flipH="1">
            <a:off x="10994808" y="237963"/>
            <a:ext cx="1197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7" name="Google Shape;317;p26"/>
          <p:cNvSpPr/>
          <p:nvPr/>
        </p:nvSpPr>
        <p:spPr>
          <a:xfrm rot="10800000" flipH="1">
            <a:off x="11572808" y="555633"/>
            <a:ext cx="6192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8" name="Google Shape;318;p26"/>
          <p:cNvSpPr/>
          <p:nvPr/>
        </p:nvSpPr>
        <p:spPr>
          <a:xfrm flipH="1">
            <a:off x="8" y="6405600"/>
            <a:ext cx="41580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19" name="Google Shape;319;p26"/>
          <p:cNvSpPr/>
          <p:nvPr/>
        </p:nvSpPr>
        <p:spPr>
          <a:xfrm rot="10800000" flipH="1">
            <a:off x="12" y="6210700"/>
            <a:ext cx="33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0" name="Google Shape;320;p26"/>
          <p:cNvSpPr/>
          <p:nvPr/>
        </p:nvSpPr>
        <p:spPr>
          <a:xfrm rot="10800000" flipH="1">
            <a:off x="23" y="6528367"/>
            <a:ext cx="10724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1" name="Google Shape;321;p26"/>
          <p:cNvSpPr/>
          <p:nvPr/>
        </p:nvSpPr>
        <p:spPr>
          <a:xfrm>
            <a:off x="8" y="1560800"/>
            <a:ext cx="548400" cy="452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2" name="Google Shape;322;p26"/>
          <p:cNvSpPr/>
          <p:nvPr/>
        </p:nvSpPr>
        <p:spPr>
          <a:xfrm rot="10800000">
            <a:off x="-64" y="1666933"/>
            <a:ext cx="178800" cy="85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23" name="Google Shape;323;p26"/>
          <p:cNvSpPr txBox="1">
            <a:spLocks noGrp="1"/>
          </p:cNvSpPr>
          <p:nvPr>
            <p:ph type="subTitle" idx="1"/>
          </p:nvPr>
        </p:nvSpPr>
        <p:spPr>
          <a:xfrm>
            <a:off x="1141667" y="4249467"/>
            <a:ext cx="3095600" cy="9032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subtitle style</a:t>
            </a:r>
            <a:endParaRPr/>
          </a:p>
        </p:txBody>
      </p:sp>
      <p:sp>
        <p:nvSpPr>
          <p:cNvPr id="324" name="Google Shape;324;p26"/>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25" name="Google Shape;325;p26"/>
          <p:cNvSpPr txBox="1">
            <a:spLocks noGrp="1"/>
          </p:cNvSpPr>
          <p:nvPr>
            <p:ph type="title" idx="2"/>
          </p:nvPr>
        </p:nvSpPr>
        <p:spPr>
          <a:xfrm>
            <a:off x="7954537"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6" name="Google Shape;326;p26"/>
          <p:cNvSpPr txBox="1">
            <a:spLocks noGrp="1"/>
          </p:cNvSpPr>
          <p:nvPr>
            <p:ph type="title" idx="3"/>
          </p:nvPr>
        </p:nvSpPr>
        <p:spPr>
          <a:xfrm>
            <a:off x="1147700"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7" name="Google Shape;327;p26"/>
          <p:cNvSpPr txBox="1">
            <a:spLocks noGrp="1"/>
          </p:cNvSpPr>
          <p:nvPr>
            <p:ph type="title" idx="4"/>
          </p:nvPr>
        </p:nvSpPr>
        <p:spPr>
          <a:xfrm>
            <a:off x="4548101" y="3671100"/>
            <a:ext cx="3095600" cy="708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28" name="Google Shape;328;p26"/>
          <p:cNvSpPr txBox="1">
            <a:spLocks noGrp="1"/>
          </p:cNvSpPr>
          <p:nvPr>
            <p:ph type="subTitle" idx="5"/>
          </p:nvPr>
        </p:nvSpPr>
        <p:spPr>
          <a:xfrm>
            <a:off x="4548101" y="4249467"/>
            <a:ext cx="3095600" cy="90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29" name="Google Shape;329;p26"/>
          <p:cNvSpPr txBox="1">
            <a:spLocks noGrp="1"/>
          </p:cNvSpPr>
          <p:nvPr>
            <p:ph type="subTitle" idx="6"/>
          </p:nvPr>
        </p:nvSpPr>
        <p:spPr>
          <a:xfrm>
            <a:off x="7954533" y="4249467"/>
            <a:ext cx="3095600" cy="90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3953218380"/>
      </p:ext>
    </p:extLst>
  </p:cSld>
  <p:clrMapOvr>
    <a:masterClrMapping/>
  </p:clrMapOvr>
  <p:hf sldNum="0" hdr="0" ftr="0" dt="0"/>
</p:sldLayout>
</file>

<file path=ppt/slideLayouts/slideLayout190.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330"/>
        <p:cNvGrpSpPr/>
        <p:nvPr/>
      </p:nvGrpSpPr>
      <p:grpSpPr>
        <a:xfrm>
          <a:off x="0" y="0"/>
          <a:ext cx="0" cy="0"/>
          <a:chOff x="0" y="0"/>
          <a:chExt cx="0" cy="0"/>
        </a:xfrm>
      </p:grpSpPr>
      <p:sp>
        <p:nvSpPr>
          <p:cNvPr id="331" name="Google Shape;331;p27"/>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32" name="Google Shape;332;p27"/>
          <p:cNvSpPr txBox="1">
            <a:spLocks noGrp="1"/>
          </p:cNvSpPr>
          <p:nvPr>
            <p:ph type="title" idx="2"/>
          </p:nvPr>
        </p:nvSpPr>
        <p:spPr>
          <a:xfrm>
            <a:off x="6519633" y="2279321"/>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3" name="Google Shape;333;p27"/>
          <p:cNvSpPr txBox="1">
            <a:spLocks noGrp="1"/>
          </p:cNvSpPr>
          <p:nvPr>
            <p:ph type="title" idx="3"/>
          </p:nvPr>
        </p:nvSpPr>
        <p:spPr>
          <a:xfrm>
            <a:off x="6775733" y="2886521"/>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4" name="Google Shape;334;p27"/>
          <p:cNvSpPr txBox="1">
            <a:spLocks noGrp="1"/>
          </p:cNvSpPr>
          <p:nvPr>
            <p:ph type="title" idx="4"/>
          </p:nvPr>
        </p:nvSpPr>
        <p:spPr>
          <a:xfrm>
            <a:off x="1634967" y="2279321"/>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5" name="Google Shape;335;p27"/>
          <p:cNvSpPr txBox="1">
            <a:spLocks noGrp="1"/>
          </p:cNvSpPr>
          <p:nvPr>
            <p:ph type="title" idx="5"/>
          </p:nvPr>
        </p:nvSpPr>
        <p:spPr>
          <a:xfrm>
            <a:off x="1891167" y="2886521"/>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6" name="Google Shape;336;p27"/>
          <p:cNvSpPr txBox="1">
            <a:spLocks noGrp="1"/>
          </p:cNvSpPr>
          <p:nvPr>
            <p:ph type="title" idx="6"/>
          </p:nvPr>
        </p:nvSpPr>
        <p:spPr>
          <a:xfrm>
            <a:off x="6519633" y="4504105"/>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7" name="Google Shape;337;p27"/>
          <p:cNvSpPr txBox="1">
            <a:spLocks noGrp="1"/>
          </p:cNvSpPr>
          <p:nvPr>
            <p:ph type="title" idx="7"/>
          </p:nvPr>
        </p:nvSpPr>
        <p:spPr>
          <a:xfrm>
            <a:off x="6775733" y="5111305"/>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38" name="Google Shape;338;p27"/>
          <p:cNvSpPr txBox="1">
            <a:spLocks noGrp="1"/>
          </p:cNvSpPr>
          <p:nvPr>
            <p:ph type="title" idx="8"/>
          </p:nvPr>
        </p:nvSpPr>
        <p:spPr>
          <a:xfrm>
            <a:off x="1634967" y="4504105"/>
            <a:ext cx="40372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339" name="Google Shape;339;p27"/>
          <p:cNvSpPr txBox="1">
            <a:spLocks noGrp="1"/>
          </p:cNvSpPr>
          <p:nvPr>
            <p:ph type="title" idx="9"/>
          </p:nvPr>
        </p:nvSpPr>
        <p:spPr>
          <a:xfrm>
            <a:off x="1891167" y="5111305"/>
            <a:ext cx="3524800" cy="81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grpSp>
        <p:nvGrpSpPr>
          <p:cNvPr id="340" name="Google Shape;340;p27"/>
          <p:cNvGrpSpPr/>
          <p:nvPr/>
        </p:nvGrpSpPr>
        <p:grpSpPr>
          <a:xfrm>
            <a:off x="-2760" y="0"/>
            <a:ext cx="12194768" cy="6858000"/>
            <a:chOff x="-2070" y="0"/>
            <a:chExt cx="9146076" cy="5143500"/>
          </a:xfrm>
        </p:grpSpPr>
        <p:sp>
          <p:nvSpPr>
            <p:cNvPr id="341" name="Google Shape;341;p27"/>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2" name="Google Shape;342;p27"/>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3" name="Google Shape;343;p27"/>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4" name="Google Shape;344;p27"/>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5" name="Google Shape;345;p27"/>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6" name="Google Shape;346;p27"/>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7" name="Google Shape;347;p27"/>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8" name="Google Shape;348;p27"/>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49" name="Google Shape;349;p27"/>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0" name="Google Shape;350;p27"/>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1" name="Google Shape;351;p27"/>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2" name="Google Shape;352;p27"/>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3601509402"/>
      </p:ext>
    </p:extLst>
  </p:cSld>
  <p:clrMapOvr>
    <a:masterClrMapping/>
  </p:clrMapOvr>
  <p:hf sldNum="0" hdr="0" ftr="0" dt="0"/>
</p:sldLayout>
</file>

<file path=ppt/slideLayouts/slideLayout191.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53"/>
        <p:cNvGrpSpPr/>
        <p:nvPr/>
      </p:nvGrpSpPr>
      <p:grpSpPr>
        <a:xfrm>
          <a:off x="0" y="0"/>
          <a:ext cx="0" cy="0"/>
          <a:chOff x="0" y="0"/>
          <a:chExt cx="0" cy="0"/>
        </a:xfrm>
      </p:grpSpPr>
      <p:grpSp>
        <p:nvGrpSpPr>
          <p:cNvPr id="354" name="Google Shape;354;p28"/>
          <p:cNvGrpSpPr/>
          <p:nvPr/>
        </p:nvGrpSpPr>
        <p:grpSpPr>
          <a:xfrm>
            <a:off x="-1402" y="0"/>
            <a:ext cx="12191195" cy="6858000"/>
            <a:chOff x="-1051" y="0"/>
            <a:chExt cx="9143396" cy="5143500"/>
          </a:xfrm>
        </p:grpSpPr>
        <p:sp>
          <p:nvSpPr>
            <p:cNvPr id="355" name="Google Shape;355;p28"/>
            <p:cNvSpPr/>
            <p:nvPr/>
          </p:nvSpPr>
          <p:spPr>
            <a:xfrm rot="10800000" flipH="1">
              <a:off x="-1051"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6" name="Google Shape;356;p28"/>
            <p:cNvSpPr/>
            <p:nvPr/>
          </p:nvSpPr>
          <p:spPr>
            <a:xfrm flipH="1">
              <a:off x="7711500" y="480420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7" name="Google Shape;357;p28"/>
            <p:cNvSpPr/>
            <p:nvPr/>
          </p:nvSpPr>
          <p:spPr>
            <a:xfrm rot="10800000">
              <a:off x="75" y="31087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8" name="Google Shape;358;p28"/>
            <p:cNvSpPr/>
            <p:nvPr/>
          </p:nvSpPr>
          <p:spPr>
            <a:xfrm>
              <a:off x="8768845"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59" name="Google Shape;359;p28"/>
            <p:cNvSpPr/>
            <p:nvPr/>
          </p:nvSpPr>
          <p:spPr>
            <a:xfrm>
              <a:off x="8649754" y="4910661"/>
              <a:ext cx="408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60" name="Google Shape;360;p28"/>
            <p:cNvSpPr/>
            <p:nvPr/>
          </p:nvSpPr>
          <p:spPr>
            <a:xfrm>
              <a:off x="8012083" y="4665075"/>
              <a:ext cx="969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61" name="Google Shape;361;p28"/>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62" name="Google Shape;362;p28"/>
          <p:cNvSpPr txBox="1">
            <a:spLocks noGrp="1"/>
          </p:cNvSpPr>
          <p:nvPr>
            <p:ph type="title" idx="2"/>
          </p:nvPr>
        </p:nvSpPr>
        <p:spPr>
          <a:xfrm>
            <a:off x="4466100"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3" name="Google Shape;363;p28"/>
          <p:cNvSpPr txBox="1">
            <a:spLocks noGrp="1"/>
          </p:cNvSpPr>
          <p:nvPr>
            <p:ph type="title" idx="3"/>
          </p:nvPr>
        </p:nvSpPr>
        <p:spPr>
          <a:xfrm>
            <a:off x="4466016"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4" name="Google Shape;364;p28"/>
          <p:cNvSpPr txBox="1">
            <a:spLocks noGrp="1"/>
          </p:cNvSpPr>
          <p:nvPr>
            <p:ph type="title" idx="4"/>
          </p:nvPr>
        </p:nvSpPr>
        <p:spPr>
          <a:xfrm>
            <a:off x="969600"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5" name="Google Shape;365;p28"/>
          <p:cNvSpPr txBox="1">
            <a:spLocks noGrp="1"/>
          </p:cNvSpPr>
          <p:nvPr>
            <p:ph type="title" idx="5"/>
          </p:nvPr>
        </p:nvSpPr>
        <p:spPr>
          <a:xfrm>
            <a:off x="969600"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6" name="Google Shape;366;p28"/>
          <p:cNvSpPr txBox="1">
            <a:spLocks noGrp="1"/>
          </p:cNvSpPr>
          <p:nvPr>
            <p:ph type="title" idx="6"/>
          </p:nvPr>
        </p:nvSpPr>
        <p:spPr>
          <a:xfrm>
            <a:off x="7962316" y="2192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7" name="Google Shape;367;p28"/>
          <p:cNvSpPr txBox="1">
            <a:spLocks noGrp="1"/>
          </p:cNvSpPr>
          <p:nvPr>
            <p:ph type="title" idx="7"/>
          </p:nvPr>
        </p:nvSpPr>
        <p:spPr>
          <a:xfrm>
            <a:off x="7962267" y="2822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68" name="Google Shape;368;p28"/>
          <p:cNvSpPr txBox="1">
            <a:spLocks noGrp="1"/>
          </p:cNvSpPr>
          <p:nvPr>
            <p:ph type="title" idx="8"/>
          </p:nvPr>
        </p:nvSpPr>
        <p:spPr>
          <a:xfrm>
            <a:off x="4466100"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69" name="Google Shape;369;p28"/>
          <p:cNvSpPr txBox="1">
            <a:spLocks noGrp="1"/>
          </p:cNvSpPr>
          <p:nvPr>
            <p:ph type="title" idx="9"/>
          </p:nvPr>
        </p:nvSpPr>
        <p:spPr>
          <a:xfrm>
            <a:off x="4466016"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70" name="Google Shape;370;p28"/>
          <p:cNvSpPr txBox="1">
            <a:spLocks noGrp="1"/>
          </p:cNvSpPr>
          <p:nvPr>
            <p:ph type="title" idx="13"/>
          </p:nvPr>
        </p:nvSpPr>
        <p:spPr>
          <a:xfrm>
            <a:off x="969600"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71" name="Google Shape;371;p28"/>
          <p:cNvSpPr txBox="1">
            <a:spLocks noGrp="1"/>
          </p:cNvSpPr>
          <p:nvPr>
            <p:ph type="title" idx="14"/>
          </p:nvPr>
        </p:nvSpPr>
        <p:spPr>
          <a:xfrm>
            <a:off x="969600"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72" name="Google Shape;372;p28"/>
          <p:cNvSpPr txBox="1">
            <a:spLocks noGrp="1"/>
          </p:cNvSpPr>
          <p:nvPr>
            <p:ph type="title" idx="15"/>
          </p:nvPr>
        </p:nvSpPr>
        <p:spPr>
          <a:xfrm>
            <a:off x="7962316" y="4496000"/>
            <a:ext cx="32600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1800" b="1"/>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r>
              <a:rPr lang="en-US"/>
              <a:t>Click to edit Master title style</a:t>
            </a:r>
            <a:endParaRPr/>
          </a:p>
        </p:txBody>
      </p:sp>
      <p:sp>
        <p:nvSpPr>
          <p:cNvPr id="373" name="Google Shape;373;p28"/>
          <p:cNvSpPr txBox="1">
            <a:spLocks noGrp="1"/>
          </p:cNvSpPr>
          <p:nvPr>
            <p:ph type="title" idx="16"/>
          </p:nvPr>
        </p:nvSpPr>
        <p:spPr>
          <a:xfrm>
            <a:off x="7962267" y="5126176"/>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Tree>
    <p:extLst>
      <p:ext uri="{BB962C8B-B14F-4D97-AF65-F5344CB8AC3E}">
        <p14:creationId xmlns:p14="http://schemas.microsoft.com/office/powerpoint/2010/main" val="4063696174"/>
      </p:ext>
    </p:extLst>
  </p:cSld>
  <p:clrMapOvr>
    <a:masterClrMapping/>
  </p:clrMapOvr>
  <p:hf sldNum="0" hdr="0" ftr="0" dt="0"/>
</p:sldLayout>
</file>

<file path=ppt/slideLayouts/slideLayout192.xml><?xml version="1.0" encoding="utf-8"?>
<p:sldLayout xmlns:a="http://schemas.openxmlformats.org/drawingml/2006/main" xmlns:r="http://schemas.openxmlformats.org/officeDocument/2006/relationships" xmlns:p="http://schemas.openxmlformats.org/presentationml/2006/main" matchingName="Title and eight columns">
  <p:cSld name="Title and eight columns">
    <p:spTree>
      <p:nvGrpSpPr>
        <p:cNvPr id="1" name="Shape 374"/>
        <p:cNvGrpSpPr/>
        <p:nvPr/>
      </p:nvGrpSpPr>
      <p:grpSpPr>
        <a:xfrm>
          <a:off x="0" y="0"/>
          <a:ext cx="0" cy="0"/>
          <a:chOff x="0" y="0"/>
          <a:chExt cx="0" cy="0"/>
        </a:xfrm>
      </p:grpSpPr>
      <p:grpSp>
        <p:nvGrpSpPr>
          <p:cNvPr id="375" name="Google Shape;375;p29"/>
          <p:cNvGrpSpPr/>
          <p:nvPr/>
        </p:nvGrpSpPr>
        <p:grpSpPr>
          <a:xfrm>
            <a:off x="95" y="0"/>
            <a:ext cx="12194516" cy="6858000"/>
            <a:chOff x="70" y="0"/>
            <a:chExt cx="9145887" cy="5143500"/>
          </a:xfrm>
        </p:grpSpPr>
        <p:sp>
          <p:nvSpPr>
            <p:cNvPr id="376" name="Google Shape;376;p29"/>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7" name="Google Shape;377;p29"/>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8" name="Google Shape;378;p29"/>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79" name="Google Shape;379;p29"/>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0" name="Google Shape;380;p29"/>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1" name="Google Shape;381;p29"/>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2" name="Google Shape;382;p29"/>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3" name="Google Shape;383;p29"/>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4" name="Google Shape;384;p29"/>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5" name="Google Shape;385;p29"/>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386" name="Google Shape;386;p29"/>
          <p:cNvSpPr txBox="1">
            <a:spLocks noGrp="1"/>
          </p:cNvSpPr>
          <p:nvPr>
            <p:ph type="title"/>
          </p:nvPr>
        </p:nvSpPr>
        <p:spPr>
          <a:xfrm>
            <a:off x="877333" y="500167"/>
            <a:ext cx="104372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87" name="Google Shape;387;p29"/>
          <p:cNvSpPr txBox="1">
            <a:spLocks noGrp="1"/>
          </p:cNvSpPr>
          <p:nvPr>
            <p:ph type="title" idx="2"/>
          </p:nvPr>
        </p:nvSpPr>
        <p:spPr>
          <a:xfrm>
            <a:off x="1792156" y="19064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88" name="Google Shape;388;p29"/>
          <p:cNvSpPr txBox="1">
            <a:spLocks noGrp="1"/>
          </p:cNvSpPr>
          <p:nvPr>
            <p:ph type="title" idx="3" hasCustomPrompt="1"/>
          </p:nvPr>
        </p:nvSpPr>
        <p:spPr>
          <a:xfrm>
            <a:off x="951200" y="19064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89" name="Google Shape;389;p29"/>
          <p:cNvSpPr txBox="1">
            <a:spLocks noGrp="1"/>
          </p:cNvSpPr>
          <p:nvPr>
            <p:ph type="title" idx="4"/>
          </p:nvPr>
        </p:nvSpPr>
        <p:spPr>
          <a:xfrm>
            <a:off x="1792156" y="29572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0" name="Google Shape;390;p29"/>
          <p:cNvSpPr txBox="1">
            <a:spLocks noGrp="1"/>
          </p:cNvSpPr>
          <p:nvPr>
            <p:ph type="title" idx="5" hasCustomPrompt="1"/>
          </p:nvPr>
        </p:nvSpPr>
        <p:spPr>
          <a:xfrm>
            <a:off x="951200" y="29572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1" name="Google Shape;391;p29"/>
          <p:cNvSpPr txBox="1">
            <a:spLocks noGrp="1"/>
          </p:cNvSpPr>
          <p:nvPr>
            <p:ph type="title" idx="6"/>
          </p:nvPr>
        </p:nvSpPr>
        <p:spPr>
          <a:xfrm>
            <a:off x="1792156" y="40080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2" name="Google Shape;392;p29"/>
          <p:cNvSpPr txBox="1">
            <a:spLocks noGrp="1"/>
          </p:cNvSpPr>
          <p:nvPr>
            <p:ph type="title" idx="7" hasCustomPrompt="1"/>
          </p:nvPr>
        </p:nvSpPr>
        <p:spPr>
          <a:xfrm>
            <a:off x="951200" y="40080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3" name="Google Shape;393;p29"/>
          <p:cNvSpPr txBox="1">
            <a:spLocks noGrp="1"/>
          </p:cNvSpPr>
          <p:nvPr>
            <p:ph type="title" idx="8"/>
          </p:nvPr>
        </p:nvSpPr>
        <p:spPr>
          <a:xfrm>
            <a:off x="1792156" y="50588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4" name="Google Shape;394;p29"/>
          <p:cNvSpPr txBox="1">
            <a:spLocks noGrp="1"/>
          </p:cNvSpPr>
          <p:nvPr>
            <p:ph type="title" idx="9" hasCustomPrompt="1"/>
          </p:nvPr>
        </p:nvSpPr>
        <p:spPr>
          <a:xfrm>
            <a:off x="951200" y="50588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5" name="Google Shape;395;p29"/>
          <p:cNvSpPr txBox="1">
            <a:spLocks noGrp="1"/>
          </p:cNvSpPr>
          <p:nvPr>
            <p:ph type="title" idx="13"/>
          </p:nvPr>
        </p:nvSpPr>
        <p:spPr>
          <a:xfrm>
            <a:off x="7038977" y="19064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6" name="Google Shape;396;p29"/>
          <p:cNvSpPr txBox="1">
            <a:spLocks noGrp="1"/>
          </p:cNvSpPr>
          <p:nvPr>
            <p:ph type="title" idx="14" hasCustomPrompt="1"/>
          </p:nvPr>
        </p:nvSpPr>
        <p:spPr>
          <a:xfrm>
            <a:off x="6198021" y="19064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7" name="Google Shape;397;p29"/>
          <p:cNvSpPr txBox="1">
            <a:spLocks noGrp="1"/>
          </p:cNvSpPr>
          <p:nvPr>
            <p:ph type="title" idx="15"/>
          </p:nvPr>
        </p:nvSpPr>
        <p:spPr>
          <a:xfrm>
            <a:off x="7038977" y="29572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398" name="Google Shape;398;p29"/>
          <p:cNvSpPr txBox="1">
            <a:spLocks noGrp="1"/>
          </p:cNvSpPr>
          <p:nvPr>
            <p:ph type="title" idx="16" hasCustomPrompt="1"/>
          </p:nvPr>
        </p:nvSpPr>
        <p:spPr>
          <a:xfrm>
            <a:off x="6198021" y="29572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99" name="Google Shape;399;p29"/>
          <p:cNvSpPr txBox="1">
            <a:spLocks noGrp="1"/>
          </p:cNvSpPr>
          <p:nvPr>
            <p:ph type="title" idx="17"/>
          </p:nvPr>
        </p:nvSpPr>
        <p:spPr>
          <a:xfrm>
            <a:off x="7038977" y="40080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400" name="Google Shape;400;p29"/>
          <p:cNvSpPr txBox="1">
            <a:spLocks noGrp="1"/>
          </p:cNvSpPr>
          <p:nvPr>
            <p:ph type="title" idx="18" hasCustomPrompt="1"/>
          </p:nvPr>
        </p:nvSpPr>
        <p:spPr>
          <a:xfrm>
            <a:off x="6198021" y="40080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401" name="Google Shape;401;p29"/>
          <p:cNvSpPr txBox="1">
            <a:spLocks noGrp="1"/>
          </p:cNvSpPr>
          <p:nvPr>
            <p:ph type="title" idx="19"/>
          </p:nvPr>
        </p:nvSpPr>
        <p:spPr>
          <a:xfrm>
            <a:off x="7038977" y="5058821"/>
            <a:ext cx="4303600" cy="64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400"/>
              <a:buFont typeface="Nunito"/>
              <a:buNone/>
              <a:defRPr sz="1400" b="0">
                <a:solidFill>
                  <a:schemeClr val="dk2"/>
                </a:solidFill>
                <a:latin typeface="Inter"/>
                <a:ea typeface="Inter"/>
                <a:cs typeface="Inter"/>
                <a:sym typeface="Inter"/>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r>
              <a:rPr lang="en-US"/>
              <a:t>Click to edit Master title style</a:t>
            </a:r>
            <a:endParaRPr/>
          </a:p>
        </p:txBody>
      </p:sp>
      <p:sp>
        <p:nvSpPr>
          <p:cNvPr id="402" name="Google Shape;402;p29"/>
          <p:cNvSpPr txBox="1">
            <a:spLocks noGrp="1"/>
          </p:cNvSpPr>
          <p:nvPr>
            <p:ph type="title" idx="20" hasCustomPrompt="1"/>
          </p:nvPr>
        </p:nvSpPr>
        <p:spPr>
          <a:xfrm>
            <a:off x="6198021" y="5058821"/>
            <a:ext cx="738400" cy="6444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25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57825256"/>
      </p:ext>
    </p:extLst>
  </p:cSld>
  <p:clrMapOvr>
    <a:masterClrMapping/>
  </p:clrMapOvr>
  <p:hf sldNum="0" hdr="0" ftr="0" dt="0"/>
</p:sldLayout>
</file>

<file path=ppt/slideLayouts/slideLayout19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403"/>
        <p:cNvGrpSpPr/>
        <p:nvPr/>
      </p:nvGrpSpPr>
      <p:grpSpPr>
        <a:xfrm>
          <a:off x="0" y="0"/>
          <a:ext cx="0" cy="0"/>
          <a:chOff x="0" y="0"/>
          <a:chExt cx="0" cy="0"/>
        </a:xfrm>
      </p:grpSpPr>
      <p:grpSp>
        <p:nvGrpSpPr>
          <p:cNvPr id="404" name="Google Shape;404;p30"/>
          <p:cNvGrpSpPr/>
          <p:nvPr/>
        </p:nvGrpSpPr>
        <p:grpSpPr>
          <a:xfrm>
            <a:off x="-12" y="0"/>
            <a:ext cx="12199459" cy="6858000"/>
            <a:chOff x="-9" y="0"/>
            <a:chExt cx="9149594" cy="5143500"/>
          </a:xfrm>
        </p:grpSpPr>
        <p:sp>
          <p:nvSpPr>
            <p:cNvPr id="405" name="Google Shape;405;p30"/>
            <p:cNvSpPr/>
            <p:nvPr/>
          </p:nvSpPr>
          <p:spPr>
            <a:xfrm flipH="1">
              <a:off x="6345185" y="3123300"/>
              <a:ext cx="28044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6" name="Google Shape;406;p30"/>
            <p:cNvSpPr/>
            <p:nvPr/>
          </p:nvSpPr>
          <p:spPr>
            <a:xfrm rot="10800000" flipH="1">
              <a:off x="6"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7" name="Google Shape;407;p30"/>
            <p:cNvSpPr/>
            <p:nvPr/>
          </p:nvSpPr>
          <p:spPr>
            <a:xfrm rot="10800000">
              <a:off x="-9"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8" name="Google Shape;408;p30"/>
            <p:cNvSpPr/>
            <p:nvPr/>
          </p:nvSpPr>
          <p:spPr>
            <a:xfrm rot="10800000">
              <a:off x="-9"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09" name="Google Shape;409;p30"/>
            <p:cNvSpPr/>
            <p:nvPr/>
          </p:nvSpPr>
          <p:spPr>
            <a:xfrm rot="10800000" flipH="1">
              <a:off x="8341466" y="2948400"/>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0" name="Google Shape;410;p30"/>
            <p:cNvSpPr/>
            <p:nvPr/>
          </p:nvSpPr>
          <p:spPr>
            <a:xfrm rot="10800000" flipH="1">
              <a:off x="8506475" y="3194000"/>
              <a:ext cx="47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1" name="Google Shape;411;p30"/>
            <p:cNvSpPr/>
            <p:nvPr/>
          </p:nvSpPr>
          <p:spPr>
            <a:xfrm rot="10800000" flipH="1">
              <a:off x="8668275" y="2702825"/>
              <a:ext cx="291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2" name="Google Shape;412;p30"/>
            <p:cNvSpPr/>
            <p:nvPr/>
          </p:nvSpPr>
          <p:spPr>
            <a:xfrm rot="10800000" flipH="1">
              <a:off x="408441" y="4224088"/>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3" name="Google Shape;413;p30"/>
            <p:cNvSpPr/>
            <p:nvPr/>
          </p:nvSpPr>
          <p:spPr>
            <a:xfrm rot="10800000" flipH="1">
              <a:off x="735250" y="3978513"/>
              <a:ext cx="15507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14" name="Google Shape;414;p30"/>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2800"/>
              <a:buNone/>
              <a:defRPr/>
            </a:lvl1pPr>
            <a:lvl2pPr lvl="1" rtl="0">
              <a:spcBef>
                <a:spcPts val="0"/>
              </a:spcBef>
              <a:spcAft>
                <a:spcPts val="0"/>
              </a:spcAft>
              <a:buClr>
                <a:schemeClr val="accent6"/>
              </a:buClr>
              <a:buSzPts val="2800"/>
              <a:buNone/>
              <a:defRPr>
                <a:solidFill>
                  <a:schemeClr val="accent6"/>
                </a:solidFill>
              </a:defRPr>
            </a:lvl2pPr>
            <a:lvl3pPr lvl="2" rtl="0">
              <a:spcBef>
                <a:spcPts val="0"/>
              </a:spcBef>
              <a:spcAft>
                <a:spcPts val="0"/>
              </a:spcAft>
              <a:buClr>
                <a:schemeClr val="accent6"/>
              </a:buClr>
              <a:buSzPts val="2800"/>
              <a:buNone/>
              <a:defRPr>
                <a:solidFill>
                  <a:schemeClr val="accent6"/>
                </a:solidFill>
              </a:defRPr>
            </a:lvl3pPr>
            <a:lvl4pPr lvl="3" rtl="0">
              <a:spcBef>
                <a:spcPts val="0"/>
              </a:spcBef>
              <a:spcAft>
                <a:spcPts val="0"/>
              </a:spcAft>
              <a:buClr>
                <a:schemeClr val="accent6"/>
              </a:buClr>
              <a:buSzPts val="2800"/>
              <a:buNone/>
              <a:defRPr>
                <a:solidFill>
                  <a:schemeClr val="accent6"/>
                </a:solidFill>
              </a:defRPr>
            </a:lvl4pPr>
            <a:lvl5pPr lvl="4" rtl="0">
              <a:spcBef>
                <a:spcPts val="0"/>
              </a:spcBef>
              <a:spcAft>
                <a:spcPts val="0"/>
              </a:spcAft>
              <a:buClr>
                <a:schemeClr val="accent6"/>
              </a:buClr>
              <a:buSzPts val="2800"/>
              <a:buNone/>
              <a:defRPr>
                <a:solidFill>
                  <a:schemeClr val="accent6"/>
                </a:solidFill>
              </a:defRPr>
            </a:lvl5pPr>
            <a:lvl6pPr lvl="5" rtl="0">
              <a:spcBef>
                <a:spcPts val="0"/>
              </a:spcBef>
              <a:spcAft>
                <a:spcPts val="0"/>
              </a:spcAft>
              <a:buClr>
                <a:schemeClr val="accent6"/>
              </a:buClr>
              <a:buSzPts val="2800"/>
              <a:buNone/>
              <a:defRPr>
                <a:solidFill>
                  <a:schemeClr val="accent6"/>
                </a:solidFill>
              </a:defRPr>
            </a:lvl6pPr>
            <a:lvl7pPr lvl="6" rtl="0">
              <a:spcBef>
                <a:spcPts val="0"/>
              </a:spcBef>
              <a:spcAft>
                <a:spcPts val="0"/>
              </a:spcAft>
              <a:buClr>
                <a:schemeClr val="accent6"/>
              </a:buClr>
              <a:buSzPts val="2800"/>
              <a:buNone/>
              <a:defRPr>
                <a:solidFill>
                  <a:schemeClr val="accent6"/>
                </a:solidFill>
              </a:defRPr>
            </a:lvl7pPr>
            <a:lvl8pPr lvl="7" rtl="0">
              <a:spcBef>
                <a:spcPts val="0"/>
              </a:spcBef>
              <a:spcAft>
                <a:spcPts val="0"/>
              </a:spcAft>
              <a:buClr>
                <a:schemeClr val="accent6"/>
              </a:buClr>
              <a:buSzPts val="2800"/>
              <a:buNone/>
              <a:defRPr>
                <a:solidFill>
                  <a:schemeClr val="accent6"/>
                </a:solidFill>
              </a:defRPr>
            </a:lvl8pPr>
            <a:lvl9pPr lvl="8" rtl="0">
              <a:spcBef>
                <a:spcPts val="0"/>
              </a:spcBef>
              <a:spcAft>
                <a:spcPts val="0"/>
              </a:spcAft>
              <a:buClr>
                <a:schemeClr val="accent6"/>
              </a:buClr>
              <a:buSzPts val="2800"/>
              <a:buNone/>
              <a:defRPr>
                <a:solidFill>
                  <a:schemeClr val="accent6"/>
                </a:solidFill>
              </a:defRPr>
            </a:lvl9pPr>
          </a:lstStyle>
          <a:p>
            <a:r>
              <a:rPr lang="en-US"/>
              <a:t>Click to edit Master title style</a:t>
            </a:r>
            <a:endParaRPr/>
          </a:p>
        </p:txBody>
      </p:sp>
      <p:sp>
        <p:nvSpPr>
          <p:cNvPr id="415" name="Google Shape;415;p30"/>
          <p:cNvSpPr txBox="1">
            <a:spLocks noGrp="1"/>
          </p:cNvSpPr>
          <p:nvPr>
            <p:ph type="subTitle" idx="1"/>
          </p:nvPr>
        </p:nvSpPr>
        <p:spPr>
          <a:xfrm>
            <a:off x="1081267" y="3064667"/>
            <a:ext cx="3608000" cy="1862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059087992"/>
      </p:ext>
    </p:extLst>
  </p:cSld>
  <p:clrMapOvr>
    <a:masterClrMapping/>
  </p:clrMapOvr>
  <p:hf sldNum="0" hdr="0" ftr="0" dt="0"/>
</p:sldLayout>
</file>

<file path=ppt/slideLayouts/slideLayout194.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spTree>
      <p:nvGrpSpPr>
        <p:cNvPr id="1" name="Shape 416"/>
        <p:cNvGrpSpPr/>
        <p:nvPr/>
      </p:nvGrpSpPr>
      <p:grpSpPr>
        <a:xfrm>
          <a:off x="0" y="0"/>
          <a:ext cx="0" cy="0"/>
          <a:chOff x="0" y="0"/>
          <a:chExt cx="0" cy="0"/>
        </a:xfrm>
      </p:grpSpPr>
      <p:grpSp>
        <p:nvGrpSpPr>
          <p:cNvPr id="417" name="Google Shape;417;p31"/>
          <p:cNvGrpSpPr/>
          <p:nvPr/>
        </p:nvGrpSpPr>
        <p:grpSpPr>
          <a:xfrm>
            <a:off x="-64" y="0"/>
            <a:ext cx="12192072" cy="6858000"/>
            <a:chOff x="-48" y="0"/>
            <a:chExt cx="9144054" cy="5143500"/>
          </a:xfrm>
        </p:grpSpPr>
        <p:sp>
          <p:nvSpPr>
            <p:cNvPr id="418" name="Google Shape;418;p31"/>
            <p:cNvSpPr/>
            <p:nvPr/>
          </p:nvSpPr>
          <p:spPr>
            <a:xfrm rot="10800000">
              <a:off x="7958691" y="0"/>
              <a:ext cx="1185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19" name="Google Shape;419;p31"/>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0" name="Google Shape;420;p31"/>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1" name="Google Shape;421;p31"/>
            <p:cNvSpPr/>
            <p:nvPr/>
          </p:nvSpPr>
          <p:spPr>
            <a:xfrm flipH="1">
              <a:off x="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2" name="Google Shape;422;p31"/>
            <p:cNvSpPr/>
            <p:nvPr/>
          </p:nvSpPr>
          <p:spPr>
            <a:xfrm rot="10800000" flipH="1">
              <a:off x="9"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3" name="Google Shape;423;p31"/>
            <p:cNvSpPr/>
            <p:nvPr/>
          </p:nvSpPr>
          <p:spPr>
            <a:xfrm rot="10800000" flipH="1">
              <a:off x="17"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4" name="Google Shape;424;p31"/>
            <p:cNvSpPr/>
            <p:nvPr/>
          </p:nvSpPr>
          <p:spPr>
            <a:xfrm>
              <a:off x="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25" name="Google Shape;425;p31"/>
            <p:cNvSpPr/>
            <p:nvPr/>
          </p:nvSpPr>
          <p:spPr>
            <a:xfrm rot="10800000">
              <a:off x="-48" y="1250200"/>
              <a:ext cx="13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26" name="Google Shape;426;p31"/>
          <p:cNvSpPr txBox="1">
            <a:spLocks noGrp="1"/>
          </p:cNvSpPr>
          <p:nvPr>
            <p:ph type="title"/>
          </p:nvPr>
        </p:nvSpPr>
        <p:spPr>
          <a:xfrm>
            <a:off x="1011700" y="500161"/>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2800"/>
              <a:buNone/>
              <a:defRPr/>
            </a:lvl1pPr>
            <a:lvl2pPr lvl="1" rtl="0">
              <a:spcBef>
                <a:spcPts val="0"/>
              </a:spcBef>
              <a:spcAft>
                <a:spcPts val="0"/>
              </a:spcAft>
              <a:buClr>
                <a:schemeClr val="accent6"/>
              </a:buClr>
              <a:buSzPts val="2800"/>
              <a:buNone/>
              <a:defRPr>
                <a:solidFill>
                  <a:schemeClr val="accent6"/>
                </a:solidFill>
              </a:defRPr>
            </a:lvl2pPr>
            <a:lvl3pPr lvl="2" rtl="0">
              <a:spcBef>
                <a:spcPts val="0"/>
              </a:spcBef>
              <a:spcAft>
                <a:spcPts val="0"/>
              </a:spcAft>
              <a:buClr>
                <a:schemeClr val="accent6"/>
              </a:buClr>
              <a:buSzPts val="2800"/>
              <a:buNone/>
              <a:defRPr>
                <a:solidFill>
                  <a:schemeClr val="accent6"/>
                </a:solidFill>
              </a:defRPr>
            </a:lvl3pPr>
            <a:lvl4pPr lvl="3" rtl="0">
              <a:spcBef>
                <a:spcPts val="0"/>
              </a:spcBef>
              <a:spcAft>
                <a:spcPts val="0"/>
              </a:spcAft>
              <a:buClr>
                <a:schemeClr val="accent6"/>
              </a:buClr>
              <a:buSzPts val="2800"/>
              <a:buNone/>
              <a:defRPr>
                <a:solidFill>
                  <a:schemeClr val="accent6"/>
                </a:solidFill>
              </a:defRPr>
            </a:lvl4pPr>
            <a:lvl5pPr lvl="4" rtl="0">
              <a:spcBef>
                <a:spcPts val="0"/>
              </a:spcBef>
              <a:spcAft>
                <a:spcPts val="0"/>
              </a:spcAft>
              <a:buClr>
                <a:schemeClr val="accent6"/>
              </a:buClr>
              <a:buSzPts val="2800"/>
              <a:buNone/>
              <a:defRPr>
                <a:solidFill>
                  <a:schemeClr val="accent6"/>
                </a:solidFill>
              </a:defRPr>
            </a:lvl5pPr>
            <a:lvl6pPr lvl="5" rtl="0">
              <a:spcBef>
                <a:spcPts val="0"/>
              </a:spcBef>
              <a:spcAft>
                <a:spcPts val="0"/>
              </a:spcAft>
              <a:buClr>
                <a:schemeClr val="accent6"/>
              </a:buClr>
              <a:buSzPts val="2800"/>
              <a:buNone/>
              <a:defRPr>
                <a:solidFill>
                  <a:schemeClr val="accent6"/>
                </a:solidFill>
              </a:defRPr>
            </a:lvl6pPr>
            <a:lvl7pPr lvl="6" rtl="0">
              <a:spcBef>
                <a:spcPts val="0"/>
              </a:spcBef>
              <a:spcAft>
                <a:spcPts val="0"/>
              </a:spcAft>
              <a:buClr>
                <a:schemeClr val="accent6"/>
              </a:buClr>
              <a:buSzPts val="2800"/>
              <a:buNone/>
              <a:defRPr>
                <a:solidFill>
                  <a:schemeClr val="accent6"/>
                </a:solidFill>
              </a:defRPr>
            </a:lvl7pPr>
            <a:lvl8pPr lvl="7" rtl="0">
              <a:spcBef>
                <a:spcPts val="0"/>
              </a:spcBef>
              <a:spcAft>
                <a:spcPts val="0"/>
              </a:spcAft>
              <a:buClr>
                <a:schemeClr val="accent6"/>
              </a:buClr>
              <a:buSzPts val="2800"/>
              <a:buNone/>
              <a:defRPr>
                <a:solidFill>
                  <a:schemeClr val="accent6"/>
                </a:solidFill>
              </a:defRPr>
            </a:lvl8pPr>
            <a:lvl9pPr lvl="8" rtl="0">
              <a:spcBef>
                <a:spcPts val="0"/>
              </a:spcBef>
              <a:spcAft>
                <a:spcPts val="0"/>
              </a:spcAft>
              <a:buClr>
                <a:schemeClr val="accent6"/>
              </a:buClr>
              <a:buSzPts val="2800"/>
              <a:buNone/>
              <a:defRPr>
                <a:solidFill>
                  <a:schemeClr val="accent6"/>
                </a:solidFill>
              </a:defRPr>
            </a:lvl9pPr>
          </a:lstStyle>
          <a:p>
            <a:r>
              <a:rPr lang="en-US"/>
              <a:t>Click to edit Master title style</a:t>
            </a:r>
            <a:endParaRPr/>
          </a:p>
        </p:txBody>
      </p:sp>
      <p:sp>
        <p:nvSpPr>
          <p:cNvPr id="427" name="Google Shape;427;p31"/>
          <p:cNvSpPr txBox="1">
            <a:spLocks noGrp="1"/>
          </p:cNvSpPr>
          <p:nvPr>
            <p:ph type="subTitle" idx="1"/>
          </p:nvPr>
        </p:nvSpPr>
        <p:spPr>
          <a:xfrm>
            <a:off x="1091717" y="4077633"/>
            <a:ext cx="6437600" cy="53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28" name="Google Shape;428;p31"/>
          <p:cNvSpPr txBox="1">
            <a:spLocks noGrp="1"/>
          </p:cNvSpPr>
          <p:nvPr>
            <p:ph type="title" idx="2"/>
          </p:nvPr>
        </p:nvSpPr>
        <p:spPr>
          <a:xfrm>
            <a:off x="1085200" y="3509467"/>
            <a:ext cx="3110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29" name="Google Shape;429;p31"/>
          <p:cNvSpPr txBox="1">
            <a:spLocks noGrp="1"/>
          </p:cNvSpPr>
          <p:nvPr>
            <p:ph type="subTitle" idx="3"/>
          </p:nvPr>
        </p:nvSpPr>
        <p:spPr>
          <a:xfrm>
            <a:off x="1091717" y="1947067"/>
            <a:ext cx="6437600" cy="1562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30" name="Google Shape;430;p31"/>
          <p:cNvSpPr txBox="1">
            <a:spLocks noGrp="1"/>
          </p:cNvSpPr>
          <p:nvPr>
            <p:ph type="title" idx="4"/>
          </p:nvPr>
        </p:nvSpPr>
        <p:spPr>
          <a:xfrm>
            <a:off x="1085200" y="1378900"/>
            <a:ext cx="3110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
        <p:nvSpPr>
          <p:cNvPr id="431" name="Google Shape;431;p31"/>
          <p:cNvSpPr txBox="1">
            <a:spLocks noGrp="1"/>
          </p:cNvSpPr>
          <p:nvPr>
            <p:ph type="subTitle" idx="5"/>
          </p:nvPr>
        </p:nvSpPr>
        <p:spPr>
          <a:xfrm>
            <a:off x="1011700" y="5181000"/>
            <a:ext cx="6517600" cy="812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000"/>
              <a:buChar char="■"/>
              <a:defRPr sz="12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r>
              <a:rPr lang="en-US"/>
              <a:t>Click to edit Master subtitle style</a:t>
            </a:r>
            <a:endParaRPr/>
          </a:p>
        </p:txBody>
      </p:sp>
      <p:sp>
        <p:nvSpPr>
          <p:cNvPr id="432" name="Google Shape;432;p31"/>
          <p:cNvSpPr txBox="1">
            <a:spLocks noGrp="1"/>
          </p:cNvSpPr>
          <p:nvPr>
            <p:ph type="title" idx="6"/>
          </p:nvPr>
        </p:nvSpPr>
        <p:spPr>
          <a:xfrm>
            <a:off x="1011700" y="4612833"/>
            <a:ext cx="31840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1800" b="1"/>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r>
              <a:rPr lang="en-US"/>
              <a:t>Click to edit Master title style</a:t>
            </a:r>
            <a:endParaRPr/>
          </a:p>
        </p:txBody>
      </p:sp>
    </p:spTree>
    <p:extLst>
      <p:ext uri="{BB962C8B-B14F-4D97-AF65-F5344CB8AC3E}">
        <p14:creationId xmlns:p14="http://schemas.microsoft.com/office/powerpoint/2010/main" val="2652156922"/>
      </p:ext>
    </p:extLst>
  </p:cSld>
  <p:clrMapOvr>
    <a:masterClrMapping/>
  </p:clrMapOvr>
  <p:hf sldNum="0" hdr="0" ftr="0" dt="0"/>
</p:sldLayout>
</file>

<file path=ppt/slideLayouts/slideLayout195.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33"/>
        <p:cNvGrpSpPr/>
        <p:nvPr/>
      </p:nvGrpSpPr>
      <p:grpSpPr>
        <a:xfrm>
          <a:off x="0" y="0"/>
          <a:ext cx="0" cy="0"/>
          <a:chOff x="0" y="0"/>
          <a:chExt cx="0" cy="0"/>
        </a:xfrm>
      </p:grpSpPr>
      <p:grpSp>
        <p:nvGrpSpPr>
          <p:cNvPr id="434" name="Google Shape;434;p32"/>
          <p:cNvGrpSpPr/>
          <p:nvPr/>
        </p:nvGrpSpPr>
        <p:grpSpPr>
          <a:xfrm>
            <a:off x="-1400" y="0"/>
            <a:ext cx="12193333" cy="6858000"/>
            <a:chOff x="-1050" y="0"/>
            <a:chExt cx="9145000" cy="5143500"/>
          </a:xfrm>
        </p:grpSpPr>
        <p:sp>
          <p:nvSpPr>
            <p:cNvPr id="435" name="Google Shape;435;p32"/>
            <p:cNvSpPr/>
            <p:nvPr/>
          </p:nvSpPr>
          <p:spPr>
            <a:xfrm rot="10800000">
              <a:off x="49" y="2948400"/>
              <a:ext cx="807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36" name="Google Shape;436;p32"/>
            <p:cNvSpPr/>
            <p:nvPr/>
          </p:nvSpPr>
          <p:spPr>
            <a:xfrm>
              <a:off x="-1050" y="3123300"/>
              <a:ext cx="1430700" cy="202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37" name="Google Shape;437;p32"/>
            <p:cNvSpPr/>
            <p:nvPr/>
          </p:nvSpPr>
          <p:spPr>
            <a:xfrm>
              <a:off x="7854550" y="0"/>
              <a:ext cx="1289400" cy="312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38" name="Google Shape;438;p32"/>
            <p:cNvGrpSpPr/>
            <p:nvPr/>
          </p:nvGrpSpPr>
          <p:grpSpPr>
            <a:xfrm rot="10800000">
              <a:off x="8188065" y="2960368"/>
              <a:ext cx="814661" cy="555378"/>
              <a:chOff x="679800" y="2716169"/>
              <a:chExt cx="1079450" cy="555378"/>
            </a:xfrm>
          </p:grpSpPr>
          <p:sp>
            <p:nvSpPr>
              <p:cNvPr id="439" name="Google Shape;439;p32"/>
              <p:cNvSpPr/>
              <p:nvPr/>
            </p:nvSpPr>
            <p:spPr>
              <a:xfrm rot="10800000">
                <a:off x="679800" y="3207347"/>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0" name="Google Shape;440;p32"/>
              <p:cNvSpPr/>
              <p:nvPr/>
            </p:nvSpPr>
            <p:spPr>
              <a:xfrm rot="10800000">
                <a:off x="863150" y="2716169"/>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41" name="Google Shape;441;p32"/>
            <p:cNvSpPr/>
            <p:nvPr/>
          </p:nvSpPr>
          <p:spPr>
            <a:xfrm rot="10800000">
              <a:off x="281240" y="3193999"/>
              <a:ext cx="818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2" name="Google Shape;442;p32"/>
            <p:cNvSpPr/>
            <p:nvPr/>
          </p:nvSpPr>
          <p:spPr>
            <a:xfrm rot="10800000">
              <a:off x="540790" y="2702821"/>
              <a:ext cx="896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43" name="Google Shape;443;p32"/>
            <p:cNvSpPr/>
            <p:nvPr/>
          </p:nvSpPr>
          <p:spPr>
            <a:xfrm rot="10800000">
              <a:off x="7219001" y="3205975"/>
              <a:ext cx="1429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
        <p:nvSpPr>
          <p:cNvPr id="444" name="Google Shape;444;p32"/>
          <p:cNvSpPr txBox="1">
            <a:spLocks noGrp="1"/>
          </p:cNvSpPr>
          <p:nvPr>
            <p:ph type="ctrTitle"/>
          </p:nvPr>
        </p:nvSpPr>
        <p:spPr>
          <a:xfrm>
            <a:off x="3050667" y="895295"/>
            <a:ext cx="6090800" cy="1582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5"/>
              </a:buClr>
              <a:buSzPts val="5200"/>
              <a:buNone/>
              <a:defRPr sz="7500"/>
            </a:lvl1pPr>
            <a:lvl2pPr lvl="1" algn="ctr" rtl="0">
              <a:spcBef>
                <a:spcPts val="0"/>
              </a:spcBef>
              <a:spcAft>
                <a:spcPts val="0"/>
              </a:spcAft>
              <a:buClr>
                <a:schemeClr val="accent5"/>
              </a:buClr>
              <a:buSzPts val="5200"/>
              <a:buNone/>
              <a:defRPr sz="5200">
                <a:solidFill>
                  <a:schemeClr val="accent5"/>
                </a:solidFill>
              </a:defRPr>
            </a:lvl2pPr>
            <a:lvl3pPr lvl="2" algn="ctr" rtl="0">
              <a:spcBef>
                <a:spcPts val="0"/>
              </a:spcBef>
              <a:spcAft>
                <a:spcPts val="0"/>
              </a:spcAft>
              <a:buClr>
                <a:schemeClr val="accent5"/>
              </a:buClr>
              <a:buSzPts val="5200"/>
              <a:buNone/>
              <a:defRPr sz="5200">
                <a:solidFill>
                  <a:schemeClr val="accent5"/>
                </a:solidFill>
              </a:defRPr>
            </a:lvl3pPr>
            <a:lvl4pPr lvl="3" algn="ctr" rtl="0">
              <a:spcBef>
                <a:spcPts val="0"/>
              </a:spcBef>
              <a:spcAft>
                <a:spcPts val="0"/>
              </a:spcAft>
              <a:buClr>
                <a:schemeClr val="accent5"/>
              </a:buClr>
              <a:buSzPts val="5200"/>
              <a:buNone/>
              <a:defRPr sz="5200">
                <a:solidFill>
                  <a:schemeClr val="accent5"/>
                </a:solidFill>
              </a:defRPr>
            </a:lvl4pPr>
            <a:lvl5pPr lvl="4" algn="ctr" rtl="0">
              <a:spcBef>
                <a:spcPts val="0"/>
              </a:spcBef>
              <a:spcAft>
                <a:spcPts val="0"/>
              </a:spcAft>
              <a:buClr>
                <a:schemeClr val="accent5"/>
              </a:buClr>
              <a:buSzPts val="5200"/>
              <a:buNone/>
              <a:defRPr sz="5200">
                <a:solidFill>
                  <a:schemeClr val="accent5"/>
                </a:solidFill>
              </a:defRPr>
            </a:lvl5pPr>
            <a:lvl6pPr lvl="5" algn="ctr" rtl="0">
              <a:spcBef>
                <a:spcPts val="0"/>
              </a:spcBef>
              <a:spcAft>
                <a:spcPts val="0"/>
              </a:spcAft>
              <a:buClr>
                <a:schemeClr val="accent5"/>
              </a:buClr>
              <a:buSzPts val="5200"/>
              <a:buNone/>
              <a:defRPr sz="5200">
                <a:solidFill>
                  <a:schemeClr val="accent5"/>
                </a:solidFill>
              </a:defRPr>
            </a:lvl6pPr>
            <a:lvl7pPr lvl="6" algn="ctr" rtl="0">
              <a:spcBef>
                <a:spcPts val="0"/>
              </a:spcBef>
              <a:spcAft>
                <a:spcPts val="0"/>
              </a:spcAft>
              <a:buClr>
                <a:schemeClr val="accent5"/>
              </a:buClr>
              <a:buSzPts val="5200"/>
              <a:buNone/>
              <a:defRPr sz="5200">
                <a:solidFill>
                  <a:schemeClr val="accent5"/>
                </a:solidFill>
              </a:defRPr>
            </a:lvl7pPr>
            <a:lvl8pPr lvl="7" algn="ctr" rtl="0">
              <a:spcBef>
                <a:spcPts val="0"/>
              </a:spcBef>
              <a:spcAft>
                <a:spcPts val="0"/>
              </a:spcAft>
              <a:buClr>
                <a:schemeClr val="accent5"/>
              </a:buClr>
              <a:buSzPts val="5200"/>
              <a:buNone/>
              <a:defRPr sz="5200">
                <a:solidFill>
                  <a:schemeClr val="accent5"/>
                </a:solidFill>
              </a:defRPr>
            </a:lvl8pPr>
            <a:lvl9pPr lvl="8" algn="ctr" rtl="0">
              <a:spcBef>
                <a:spcPts val="0"/>
              </a:spcBef>
              <a:spcAft>
                <a:spcPts val="0"/>
              </a:spcAft>
              <a:buClr>
                <a:schemeClr val="accent5"/>
              </a:buClr>
              <a:buSzPts val="5200"/>
              <a:buNone/>
              <a:defRPr sz="5200">
                <a:solidFill>
                  <a:schemeClr val="accent5"/>
                </a:solidFill>
              </a:defRPr>
            </a:lvl9pPr>
          </a:lstStyle>
          <a:p>
            <a:r>
              <a:rPr lang="en-US"/>
              <a:t>Click to edit Master title style</a:t>
            </a:r>
            <a:endParaRPr/>
          </a:p>
        </p:txBody>
      </p:sp>
      <p:sp>
        <p:nvSpPr>
          <p:cNvPr id="445" name="Google Shape;445;p32"/>
          <p:cNvSpPr txBox="1">
            <a:spLocks noGrp="1"/>
          </p:cNvSpPr>
          <p:nvPr>
            <p:ph type="subTitle" idx="1"/>
          </p:nvPr>
        </p:nvSpPr>
        <p:spPr>
          <a:xfrm>
            <a:off x="3050667" y="2148391"/>
            <a:ext cx="6090800" cy="69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000"/>
              <a:buNone/>
              <a:defRPr sz="1800"/>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r>
              <a:rPr lang="en-US"/>
              <a:t>Click to edit Master subtitle style</a:t>
            </a:r>
            <a:endParaRPr/>
          </a:p>
        </p:txBody>
      </p:sp>
      <p:sp>
        <p:nvSpPr>
          <p:cNvPr id="446" name="Google Shape;446;p32"/>
          <p:cNvSpPr txBox="1">
            <a:spLocks noGrp="1"/>
          </p:cNvSpPr>
          <p:nvPr>
            <p:ph type="subTitle" idx="2"/>
          </p:nvPr>
        </p:nvSpPr>
        <p:spPr>
          <a:xfrm>
            <a:off x="3676433" y="2733297"/>
            <a:ext cx="4839200" cy="99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rgbClr val="000000"/>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7" name="Google Shape;447;p32"/>
          <p:cNvSpPr txBox="1"/>
          <p:nvPr/>
        </p:nvSpPr>
        <p:spPr>
          <a:xfrm>
            <a:off x="3327600" y="4783167"/>
            <a:ext cx="5537200" cy="820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de" sz="1200">
                <a:solidFill>
                  <a:schemeClr val="dk2"/>
                </a:solidFill>
                <a:latin typeface="Inter"/>
                <a:ea typeface="Inter"/>
                <a:cs typeface="Inter"/>
                <a:sym typeface="Inter"/>
              </a:rPr>
              <a:t>CREDITS: Diese Präsentationsvorlage wurde von </a:t>
            </a:r>
            <a:r>
              <a:rPr lang="de" sz="1200" b="1">
                <a:solidFill>
                  <a:schemeClr val="dk2"/>
                </a:solidFill>
                <a:uFill>
                  <a:noFill/>
                </a:uFill>
                <a:latin typeface="Inter"/>
                <a:ea typeface="Inter"/>
                <a:cs typeface="Inter"/>
                <a:sym typeface="Inter"/>
                <a:hlinkClick r:id="rId2">
                  <a:extLst>
                    <a:ext uri="{A12FA001-AC4F-418D-AE19-62706E023703}">
                      <ahyp:hlinkClr xmlns:ahyp="http://schemas.microsoft.com/office/drawing/2018/hyperlinkcolor" val="tx"/>
                    </a:ext>
                  </a:extLst>
                </a:hlinkClick>
              </a:rPr>
              <a:t>Slidesgo</a:t>
            </a:r>
            <a:r>
              <a:rPr lang="de" sz="1200">
                <a:solidFill>
                  <a:schemeClr val="dk2"/>
                </a:solidFill>
                <a:uFill>
                  <a:noFill/>
                </a:uFill>
                <a:latin typeface="Inter"/>
                <a:ea typeface="Inter"/>
                <a:cs typeface="Inter"/>
                <a:sym typeface="Inter"/>
                <a:hlinkClick r:id="rId2">
                  <a:extLst>
                    <a:ext uri="{A12FA001-AC4F-418D-AE19-62706E023703}">
                      <ahyp:hlinkClr xmlns:ahyp="http://schemas.microsoft.com/office/drawing/2018/hyperlinkcolor" val="tx"/>
                    </a:ext>
                  </a:extLst>
                </a:hlinkClick>
              </a:rPr>
              <a:t> </a:t>
            </a:r>
            <a:r>
              <a:rPr lang="de" sz="1200">
                <a:solidFill>
                  <a:schemeClr val="dk2"/>
                </a:solidFill>
                <a:latin typeface="Inter"/>
                <a:ea typeface="Inter"/>
                <a:cs typeface="Inter"/>
                <a:sym typeface="Inter"/>
              </a:rPr>
              <a:t>erstellt, inklusive Icons von </a:t>
            </a:r>
            <a:r>
              <a:rPr lang="de" sz="1200" b="1">
                <a:solidFill>
                  <a:schemeClr val="dk2"/>
                </a:solidFill>
                <a:uFill>
                  <a:noFill/>
                </a:uFill>
                <a:latin typeface="Inter"/>
                <a:ea typeface="Inter"/>
                <a:cs typeface="Inter"/>
                <a:sym typeface="Inter"/>
                <a:hlinkClick r:id="rId3">
                  <a:extLst>
                    <a:ext uri="{A12FA001-AC4F-418D-AE19-62706E023703}">
                      <ahyp:hlinkClr xmlns:ahyp="http://schemas.microsoft.com/office/drawing/2018/hyperlinkcolor" val="tx"/>
                    </a:ext>
                  </a:extLst>
                </a:hlinkClick>
              </a:rPr>
              <a:t>Flaticon</a:t>
            </a:r>
            <a:r>
              <a:rPr lang="de" sz="1200">
                <a:solidFill>
                  <a:schemeClr val="dk2"/>
                </a:solidFill>
                <a:latin typeface="Inter"/>
                <a:ea typeface="Inter"/>
                <a:cs typeface="Inter"/>
                <a:sym typeface="Inter"/>
              </a:rPr>
              <a:t> und Infografiken &amp; Bilder von </a:t>
            </a:r>
            <a:r>
              <a:rPr lang="de" sz="1200" b="1">
                <a:solidFill>
                  <a:schemeClr val="dk2"/>
                </a:solidFill>
                <a:uFill>
                  <a:noFill/>
                </a:uFill>
                <a:latin typeface="Inter"/>
                <a:ea typeface="Inter"/>
                <a:cs typeface="Inter"/>
                <a:sym typeface="Inter"/>
                <a:hlinkClick r:id="rId4">
                  <a:extLst>
                    <a:ext uri="{A12FA001-AC4F-418D-AE19-62706E023703}">
                      <ahyp:hlinkClr xmlns:ahyp="http://schemas.microsoft.com/office/drawing/2018/hyperlinkcolor" val="tx"/>
                    </a:ext>
                  </a:extLst>
                </a:hlinkClick>
              </a:rPr>
              <a:t>Freepik</a:t>
            </a:r>
            <a:r>
              <a:rPr lang="de" sz="1200">
                <a:solidFill>
                  <a:schemeClr val="dk2"/>
                </a:solidFill>
                <a:uFill>
                  <a:noFill/>
                </a:uFill>
                <a:latin typeface="Inter"/>
                <a:ea typeface="Inter"/>
                <a:cs typeface="Inter"/>
                <a:sym typeface="Inter"/>
                <a:hlinkClick r:id="rId4">
                  <a:extLst>
                    <a:ext uri="{A12FA001-AC4F-418D-AE19-62706E023703}">
                      <ahyp:hlinkClr xmlns:ahyp="http://schemas.microsoft.com/office/drawing/2018/hyperlinkcolor" val="tx"/>
                    </a:ext>
                  </a:extLst>
                </a:hlinkClick>
              </a:rPr>
              <a:t> </a:t>
            </a:r>
            <a:endParaRPr sz="1200">
              <a:solidFill>
                <a:schemeClr val="dk2"/>
              </a:solidFill>
              <a:latin typeface="Inter"/>
              <a:ea typeface="Inter"/>
              <a:cs typeface="Inter"/>
              <a:sym typeface="Inter"/>
            </a:endParaRPr>
          </a:p>
        </p:txBody>
      </p:sp>
    </p:spTree>
    <p:extLst>
      <p:ext uri="{BB962C8B-B14F-4D97-AF65-F5344CB8AC3E}">
        <p14:creationId xmlns:p14="http://schemas.microsoft.com/office/powerpoint/2010/main" val="162732165"/>
      </p:ext>
    </p:extLst>
  </p:cSld>
  <p:clrMapOvr>
    <a:masterClrMapping/>
  </p:clrMapOvr>
  <p:hf sldNum="0" hdr="0" ftr="0" dt="0"/>
</p:sldLayout>
</file>

<file path=ppt/slideLayouts/slideLayout196.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48"/>
        <p:cNvGrpSpPr/>
        <p:nvPr/>
      </p:nvGrpSpPr>
      <p:grpSpPr>
        <a:xfrm>
          <a:off x="0" y="0"/>
          <a:ext cx="0" cy="0"/>
          <a:chOff x="0" y="0"/>
          <a:chExt cx="0" cy="0"/>
        </a:xfrm>
      </p:grpSpPr>
      <p:grpSp>
        <p:nvGrpSpPr>
          <p:cNvPr id="449" name="Google Shape;449;p33"/>
          <p:cNvGrpSpPr/>
          <p:nvPr/>
        </p:nvGrpSpPr>
        <p:grpSpPr>
          <a:xfrm>
            <a:off x="95" y="0"/>
            <a:ext cx="12194516" cy="6858000"/>
            <a:chOff x="70" y="0"/>
            <a:chExt cx="9145887" cy="5143500"/>
          </a:xfrm>
        </p:grpSpPr>
        <p:sp>
          <p:nvSpPr>
            <p:cNvPr id="450" name="Google Shape;450;p33"/>
            <p:cNvSpPr/>
            <p:nvPr/>
          </p:nvSpPr>
          <p:spPr>
            <a:xfrm rot="10800000" flipH="1">
              <a:off x="7715249" y="0"/>
              <a:ext cx="14307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1" name="Google Shape;451;p33"/>
            <p:cNvSpPr/>
            <p:nvPr/>
          </p:nvSpPr>
          <p:spPr>
            <a:xfrm flipH="1">
              <a:off x="100" y="4804200"/>
              <a:ext cx="22224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2" name="Google Shape;452;p33"/>
            <p:cNvSpPr/>
            <p:nvPr/>
          </p:nvSpPr>
          <p:spPr>
            <a:xfrm rot="10800000">
              <a:off x="8248050"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3" name="Google Shape;453;p33"/>
            <p:cNvSpPr/>
            <p:nvPr/>
          </p:nvSpPr>
          <p:spPr>
            <a:xfrm>
              <a:off x="70" y="4419483"/>
              <a:ext cx="373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4" name="Google Shape;454;p33"/>
            <p:cNvSpPr/>
            <p:nvPr/>
          </p:nvSpPr>
          <p:spPr>
            <a:xfrm>
              <a:off x="415934" y="4910650"/>
              <a:ext cx="26745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5" name="Google Shape;455;p33"/>
            <p:cNvSpPr/>
            <p:nvPr/>
          </p:nvSpPr>
          <p:spPr>
            <a:xfrm>
              <a:off x="2287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6" name="Google Shape;456;p33"/>
            <p:cNvSpPr/>
            <p:nvPr/>
          </p:nvSpPr>
          <p:spPr>
            <a:xfrm rot="10800000">
              <a:off x="8681550"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7" name="Google Shape;457;p33"/>
            <p:cNvSpPr/>
            <p:nvPr/>
          </p:nvSpPr>
          <p:spPr>
            <a:xfrm flipH="1">
              <a:off x="8770500" y="4804200"/>
              <a:ext cx="373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8" name="Google Shape;458;p33"/>
            <p:cNvSpPr/>
            <p:nvPr/>
          </p:nvSpPr>
          <p:spPr>
            <a:xfrm>
              <a:off x="8681557" y="4910650"/>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59" name="Google Shape;459;p33"/>
            <p:cNvSpPr/>
            <p:nvPr/>
          </p:nvSpPr>
          <p:spPr>
            <a:xfrm>
              <a:off x="8910156" y="4665075"/>
              <a:ext cx="2358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460" name="Google Shape;460;p33"/>
            <p:cNvGrpSpPr/>
            <p:nvPr/>
          </p:nvGrpSpPr>
          <p:grpSpPr>
            <a:xfrm>
              <a:off x="8246106" y="178472"/>
              <a:ext cx="897900" cy="302453"/>
              <a:chOff x="8246106" y="178472"/>
              <a:chExt cx="897900" cy="302453"/>
            </a:xfrm>
          </p:grpSpPr>
          <p:sp>
            <p:nvSpPr>
              <p:cNvPr id="461" name="Google Shape;461;p33"/>
              <p:cNvSpPr/>
              <p:nvPr/>
            </p:nvSpPr>
            <p:spPr>
              <a:xfrm rot="10800000" flipH="1">
                <a:off x="8246106"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2" name="Google Shape;462;p33"/>
              <p:cNvSpPr/>
              <p:nvPr/>
            </p:nvSpPr>
            <p:spPr>
              <a:xfrm rot="10800000" flipH="1">
                <a:off x="8679606"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Tree>
    <p:extLst>
      <p:ext uri="{BB962C8B-B14F-4D97-AF65-F5344CB8AC3E}">
        <p14:creationId xmlns:p14="http://schemas.microsoft.com/office/powerpoint/2010/main" val="1995272199"/>
      </p:ext>
    </p:extLst>
  </p:cSld>
  <p:clrMapOvr>
    <a:masterClrMapping/>
  </p:clrMapOvr>
  <p:hf sldNum="0" hdr="0" ftr="0" dt="0"/>
</p:sldLayout>
</file>

<file path=ppt/slideLayouts/slideLayout197.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463"/>
        <p:cNvGrpSpPr/>
        <p:nvPr/>
      </p:nvGrpSpPr>
      <p:grpSpPr>
        <a:xfrm>
          <a:off x="0" y="0"/>
          <a:ext cx="0" cy="0"/>
          <a:chOff x="0" y="0"/>
          <a:chExt cx="0" cy="0"/>
        </a:xfrm>
      </p:grpSpPr>
      <p:grpSp>
        <p:nvGrpSpPr>
          <p:cNvPr id="464" name="Google Shape;464;p34"/>
          <p:cNvGrpSpPr/>
          <p:nvPr/>
        </p:nvGrpSpPr>
        <p:grpSpPr>
          <a:xfrm>
            <a:off x="-2760" y="0"/>
            <a:ext cx="12194768" cy="6858000"/>
            <a:chOff x="-2070" y="0"/>
            <a:chExt cx="9146076" cy="5143500"/>
          </a:xfrm>
        </p:grpSpPr>
        <p:sp>
          <p:nvSpPr>
            <p:cNvPr id="465" name="Google Shape;465;p34"/>
            <p:cNvSpPr/>
            <p:nvPr/>
          </p:nvSpPr>
          <p:spPr>
            <a:xfrm rot="10800000">
              <a:off x="-2070" y="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6" name="Google Shape;466;p34"/>
            <p:cNvSpPr/>
            <p:nvPr/>
          </p:nvSpPr>
          <p:spPr>
            <a:xfrm rot="10800000" flipH="1">
              <a:off x="-1944" y="178472"/>
              <a:ext cx="8979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7" name="Google Shape;467;p34"/>
            <p:cNvSpPr/>
            <p:nvPr/>
          </p:nvSpPr>
          <p:spPr>
            <a:xfrm rot="10800000" flipH="1">
              <a:off x="-1944" y="416725"/>
              <a:ext cx="4644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8" name="Google Shape;468;p34"/>
            <p:cNvSpPr/>
            <p:nvPr/>
          </p:nvSpPr>
          <p:spPr>
            <a:xfrm>
              <a:off x="-44"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69" name="Google Shape;469;p34"/>
            <p:cNvSpPr/>
            <p:nvPr/>
          </p:nvSpPr>
          <p:spPr>
            <a:xfrm flipH="1">
              <a:off x="-1947" y="4910650"/>
              <a:ext cx="15330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0" name="Google Shape;470;p34"/>
            <p:cNvSpPr/>
            <p:nvPr/>
          </p:nvSpPr>
          <p:spPr>
            <a:xfrm flipH="1">
              <a:off x="-2000" y="4665075"/>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1" name="Google Shape;471;p34"/>
            <p:cNvSpPr/>
            <p:nvPr/>
          </p:nvSpPr>
          <p:spPr>
            <a:xfrm flipH="1">
              <a:off x="2770850" y="5010800"/>
              <a:ext cx="52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2" name="Google Shape;472;p34"/>
            <p:cNvSpPr/>
            <p:nvPr/>
          </p:nvSpPr>
          <p:spPr>
            <a:xfrm>
              <a:off x="6025506" y="4804200"/>
              <a:ext cx="31185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3" name="Google Shape;473;p34"/>
            <p:cNvSpPr/>
            <p:nvPr/>
          </p:nvSpPr>
          <p:spPr>
            <a:xfrm rot="10800000">
              <a:off x="8889904" y="4658025"/>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4" name="Google Shape;474;p34"/>
            <p:cNvSpPr/>
            <p:nvPr/>
          </p:nvSpPr>
          <p:spPr>
            <a:xfrm rot="10800000">
              <a:off x="8339696" y="4896275"/>
              <a:ext cx="8043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5" name="Google Shape;475;p34"/>
            <p:cNvSpPr/>
            <p:nvPr/>
          </p:nvSpPr>
          <p:spPr>
            <a:xfrm>
              <a:off x="8732706" y="1170600"/>
              <a:ext cx="411300" cy="339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76" name="Google Shape;476;p34"/>
            <p:cNvSpPr/>
            <p:nvPr/>
          </p:nvSpPr>
          <p:spPr>
            <a:xfrm rot="10800000">
              <a:off x="8889904" y="1250200"/>
              <a:ext cx="254100" cy="6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2037463514"/>
      </p:ext>
    </p:extLst>
  </p:cSld>
  <p:clrMapOvr>
    <a:masterClrMapping/>
  </p:clrMapOvr>
  <p:hf sldNum="0" hdr="0" ftr="0" dt="0"/>
</p:sldLayout>
</file>

<file path=ppt/slideLayouts/slideLayout19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3329110"/>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5pPr marL="1371600" indent="0">
              <a:buNone/>
              <a:defRPr/>
            </a:lvl5pPr>
          </a:lstStyle>
          <a:p>
            <a:pPr lvl="4"/>
            <a:endParaRPr lang="en-US" dirty="0"/>
          </a:p>
        </p:txBody>
      </p:sp>
      <p:pic>
        <p:nvPicPr>
          <p:cNvPr id="8" name="Picture 7" descr="A logo with text and letters&#10;&#10;AI-generated content may be incorrect.">
            <a:extLst>
              <a:ext uri="{FF2B5EF4-FFF2-40B4-BE49-F238E27FC236}">
                <a16:creationId xmlns:a16="http://schemas.microsoft.com/office/drawing/2014/main" id="{4E71ACBB-47D9-1085-15DE-EDD896C1EA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311480" y="228600"/>
            <a:ext cx="2838080" cy="716354"/>
          </a:xfrm>
          <a:prstGeom prst="rect">
            <a:avLst/>
          </a:prstGeom>
        </p:spPr>
      </p:pic>
      <p:sp>
        <p:nvSpPr>
          <p:cNvPr id="12" name="Title 11">
            <a:extLst>
              <a:ext uri="{FF2B5EF4-FFF2-40B4-BE49-F238E27FC236}">
                <a16:creationId xmlns:a16="http://schemas.microsoft.com/office/drawing/2014/main" id="{0B5C42D7-3AFB-0805-C59E-0BBF542AB548}"/>
              </a:ext>
            </a:extLst>
          </p:cNvPr>
          <p:cNvSpPr>
            <a:spLocks noGrp="1"/>
          </p:cNvSpPr>
          <p:nvPr>
            <p:ph type="title"/>
          </p:nvPr>
        </p:nvSpPr>
        <p:spPr>
          <a:xfrm>
            <a:off x="838200" y="365126"/>
            <a:ext cx="10947400" cy="716354"/>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293467505"/>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480"/>
        <p:cNvGrpSpPr/>
        <p:nvPr/>
      </p:nvGrpSpPr>
      <p:grpSpPr>
        <a:xfrm>
          <a:off x="0" y="0"/>
          <a:ext cx="0" cy="0"/>
          <a:chOff x="0" y="0"/>
          <a:chExt cx="0" cy="0"/>
        </a:xfrm>
      </p:grpSpPr>
    </p:spTree>
    <p:extLst>
      <p:ext uri="{BB962C8B-B14F-4D97-AF65-F5344CB8AC3E}">
        <p14:creationId xmlns:p14="http://schemas.microsoft.com/office/powerpoint/2010/main" val="545302908"/>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481"/>
        <p:cNvGrpSpPr/>
        <p:nvPr/>
      </p:nvGrpSpPr>
      <p:grpSpPr>
        <a:xfrm>
          <a:off x="0" y="0"/>
          <a:ext cx="0" cy="0"/>
          <a:chOff x="0" y="0"/>
          <a:chExt cx="0" cy="0"/>
        </a:xfrm>
      </p:grpSpPr>
      <p:sp>
        <p:nvSpPr>
          <p:cNvPr id="482" name="Google Shape;482;p37"/>
          <p:cNvSpPr txBox="1">
            <a:spLocks noGrp="1"/>
          </p:cNvSpPr>
          <p:nvPr>
            <p:ph type="title"/>
          </p:nvPr>
        </p:nvSpPr>
        <p:spPr>
          <a:xfrm>
            <a:off x="1397800" y="431800"/>
            <a:ext cx="93964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US"/>
              <a:t>Click to edit Master title style</a:t>
            </a:r>
            <a:endParaRPr/>
          </a:p>
        </p:txBody>
      </p:sp>
    </p:spTree>
    <p:extLst>
      <p:ext uri="{BB962C8B-B14F-4D97-AF65-F5344CB8AC3E}">
        <p14:creationId xmlns:p14="http://schemas.microsoft.com/office/powerpoint/2010/main" val="2660115995"/>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
        <p:cNvGrpSpPr/>
        <p:nvPr/>
      </p:nvGrpSpPr>
      <p:grpSpPr>
        <a:xfrm>
          <a:off x="0" y="0"/>
          <a:ext cx="0" cy="0"/>
          <a:chOff x="0" y="0"/>
          <a:chExt cx="0" cy="0"/>
        </a:xfrm>
      </p:grpSpPr>
      <p:sp>
        <p:nvSpPr>
          <p:cNvPr id="17" name="Google Shape;17;p2"/>
          <p:cNvSpPr txBox="1">
            <a:spLocks noGrp="1"/>
          </p:cNvSpPr>
          <p:nvPr>
            <p:ph type="ctrTitle"/>
          </p:nvPr>
        </p:nvSpPr>
        <p:spPr>
          <a:xfrm>
            <a:off x="1205833" y="1448733"/>
            <a:ext cx="7418800" cy="33324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4500" b="0">
                <a:latin typeface="Inter ExtraBold"/>
                <a:ea typeface="Inter ExtraBold"/>
                <a:cs typeface="Inter ExtraBold"/>
                <a:sym typeface="Inter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8" name="Google Shape;18;p2"/>
          <p:cNvSpPr txBox="1">
            <a:spLocks noGrp="1"/>
          </p:cNvSpPr>
          <p:nvPr>
            <p:ph type="subTitle" idx="1"/>
          </p:nvPr>
        </p:nvSpPr>
        <p:spPr>
          <a:xfrm>
            <a:off x="1205833" y="4665833"/>
            <a:ext cx="7418800" cy="696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None/>
              <a:defRPr sz="1800">
                <a:latin typeface="Inter"/>
                <a:ea typeface="Inter"/>
                <a:cs typeface="Inter"/>
                <a:sym typeface="Inter"/>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2574154060"/>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3750"/>
            </a:lvl1pPr>
          </a:lstStyle>
          <a:p>
            <a:r>
              <a:rPr lang="en-US"/>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4"/>
            <a:ext cx="7470648" cy="3296563"/>
          </a:xfrm>
        </p:spPr>
        <p:txBody>
          <a:bodyPr/>
          <a:lstStyle>
            <a:lvl1pPr marL="0" indent="0">
              <a:lnSpc>
                <a:spcPct val="100000"/>
              </a:lnSpc>
              <a:spcBef>
                <a:spcPts val="0"/>
              </a:spcBef>
              <a:spcAft>
                <a:spcPts val="1125"/>
              </a:spcAft>
              <a:buNone/>
              <a:defRPr sz="1650" b="1"/>
            </a:lvl1pPr>
            <a:lvl2pPr marL="0" indent="0">
              <a:lnSpc>
                <a:spcPct val="100000"/>
              </a:lnSpc>
              <a:spcBef>
                <a:spcPts val="0"/>
              </a:spcBef>
              <a:buNone/>
              <a:defRPr sz="1200" i="1"/>
            </a:lvl2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a:t>www.adaniuni.ac.in</a:t>
            </a:r>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1313082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4750" y="1028448"/>
            <a:ext cx="11102503" cy="2237266"/>
          </a:xfrm>
          <a:prstGeom prst="rect">
            <a:avLst/>
          </a:prstGeom>
          <a:solidFill>
            <a:schemeClr val="bg1"/>
          </a:solidFill>
          <a:ln>
            <a:noFill/>
          </a:ln>
        </p:spPr>
        <p:txBody>
          <a:bodyPr anchor="b"/>
          <a:lstStyle>
            <a:lvl1pPr algn="ctr">
              <a:defRPr sz="2250" b="1" i="0" baseline="0">
                <a:solidFill>
                  <a:srgbClr val="006DB6"/>
                </a:solidFill>
                <a:latin typeface="Adani Regular" panose="02000503000000020004" pitchFamily="2" charset="0"/>
                <a:cs typeface="Arial" panose="020B0604020202020204" pitchFamily="34" charset="0"/>
              </a:defRPr>
            </a:lvl1pPr>
          </a:lstStyle>
          <a:p>
            <a:r>
              <a:rPr lang="en-US" dirty="0"/>
              <a:t>Title Slide</a:t>
            </a:r>
            <a:endParaRPr lang="en-IN" dirty="0"/>
          </a:p>
        </p:txBody>
      </p:sp>
      <p:sp>
        <p:nvSpPr>
          <p:cNvPr id="3" name="Subtitle 2"/>
          <p:cNvSpPr>
            <a:spLocks noGrp="1"/>
          </p:cNvSpPr>
          <p:nvPr>
            <p:ph type="subTitle" idx="1" hasCustomPrompt="1"/>
          </p:nvPr>
        </p:nvSpPr>
        <p:spPr>
          <a:xfrm>
            <a:off x="544750" y="3619788"/>
            <a:ext cx="11102501" cy="601579"/>
          </a:xfrm>
          <a:prstGeom prst="rect">
            <a:avLst/>
          </a:prstGeom>
        </p:spPr>
        <p:txBody>
          <a:bodyPr anchor="t"/>
          <a:lstStyle>
            <a:lvl1pPr marL="0" indent="0" algn="ctr">
              <a:buNone/>
              <a:defRPr sz="1350" b="0" i="0">
                <a:solidFill>
                  <a:schemeClr val="tx1"/>
                </a:solidFill>
                <a:latin typeface="Adani Medium" panose="02000503000000020004" pitchFamily="2"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 Title</a:t>
            </a:r>
            <a:endParaRPr lang="en-IN" dirty="0"/>
          </a:p>
        </p:txBody>
      </p:sp>
      <p:sp>
        <p:nvSpPr>
          <p:cNvPr id="4" name="Rectangle 3">
            <a:extLst>
              <a:ext uri="{FF2B5EF4-FFF2-40B4-BE49-F238E27FC236}">
                <a16:creationId xmlns:a16="http://schemas.microsoft.com/office/drawing/2014/main" id="{826AA5A4-6C8C-E195-4175-D0136F04D550}"/>
              </a:ext>
            </a:extLst>
          </p:cNvPr>
          <p:cNvSpPr/>
          <p:nvPr/>
        </p:nvSpPr>
        <p:spPr>
          <a:xfrm>
            <a:off x="4296000" y="3402000"/>
            <a:ext cx="3600000" cy="54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dirty="0"/>
          </a:p>
        </p:txBody>
      </p:sp>
      <p:sp>
        <p:nvSpPr>
          <p:cNvPr id="7" name="Text Placeholder 6">
            <a:extLst>
              <a:ext uri="{FF2B5EF4-FFF2-40B4-BE49-F238E27FC236}">
                <a16:creationId xmlns:a16="http://schemas.microsoft.com/office/drawing/2014/main" id="{B23055FA-18D4-B757-EDEC-92243253C14B}"/>
              </a:ext>
            </a:extLst>
          </p:cNvPr>
          <p:cNvSpPr>
            <a:spLocks noGrp="1"/>
          </p:cNvSpPr>
          <p:nvPr>
            <p:ph type="body" sz="quarter" idx="10" hasCustomPrompt="1"/>
          </p:nvPr>
        </p:nvSpPr>
        <p:spPr>
          <a:xfrm>
            <a:off x="3320375" y="4358151"/>
            <a:ext cx="5551251" cy="464392"/>
          </a:xfrm>
          <a:prstGeom prst="rect">
            <a:avLst/>
          </a:prstGeom>
        </p:spPr>
        <p:txBody>
          <a:bodyPr anchor="ctr"/>
          <a:lstStyle>
            <a:lvl1pPr marL="0" indent="0" algn="ctr">
              <a:buNone/>
              <a:defRPr sz="1125" b="0" i="0">
                <a:solidFill>
                  <a:schemeClr val="tx1"/>
                </a:solidFill>
                <a:latin typeface="Adani Regular" panose="02000503000000020004" pitchFamily="2" charset="0"/>
              </a:defRPr>
            </a:lvl1pPr>
          </a:lstStyle>
          <a:p>
            <a:pPr lvl="0"/>
            <a:r>
              <a:rPr lang="en-US" dirty="0"/>
              <a:t>Presented by: John smith</a:t>
            </a:r>
          </a:p>
        </p:txBody>
      </p:sp>
    </p:spTree>
    <p:extLst>
      <p:ext uri="{BB962C8B-B14F-4D97-AF65-F5344CB8AC3E}">
        <p14:creationId xmlns:p14="http://schemas.microsoft.com/office/powerpoint/2010/main" val="392712417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Paragraph 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Paragraph Content Slide</a:t>
            </a:r>
            <a:endParaRPr lang="en-IN" dirty="0"/>
          </a:p>
        </p:txBody>
      </p:sp>
      <p:sp>
        <p:nvSpPr>
          <p:cNvPr id="6" name="Text Placeholder 5">
            <a:extLst>
              <a:ext uri="{FF2B5EF4-FFF2-40B4-BE49-F238E27FC236}">
                <a16:creationId xmlns:a16="http://schemas.microsoft.com/office/drawing/2014/main" id="{256BDAAE-4F1F-4BCD-6572-30DA1F00E09D}"/>
              </a:ext>
            </a:extLst>
          </p:cNvPr>
          <p:cNvSpPr>
            <a:spLocks noGrp="1"/>
          </p:cNvSpPr>
          <p:nvPr>
            <p:ph type="body" sz="quarter" idx="10" hasCustomPrompt="1"/>
          </p:nvPr>
        </p:nvSpPr>
        <p:spPr>
          <a:xfrm>
            <a:off x="550863" y="1636713"/>
            <a:ext cx="11090275" cy="4672012"/>
          </a:xfrm>
          <a:prstGeom prst="rect">
            <a:avLst/>
          </a:prstGeom>
        </p:spPr>
        <p:txBody>
          <a:bodyPr wrap="square" numCol="2" spcCol="540000"/>
          <a:lstStyle>
            <a:lvl1pPr marL="0" indent="0" algn="just">
              <a:buNone/>
              <a:defRPr sz="1125" b="0" i="0">
                <a:latin typeface="Adani Regular" panose="02000503000000020004" pitchFamily="2" charset="0"/>
              </a:defRPr>
            </a:lvl1pPr>
            <a:lvl2pPr>
              <a:defRPr b="0" i="0">
                <a:latin typeface="Adani Regular" panose="02000503000000020004" pitchFamily="2" charset="0"/>
              </a:defRPr>
            </a:lvl2pPr>
            <a:lvl3pPr>
              <a:defRPr b="0" i="0">
                <a:latin typeface="Adani Regular" panose="02000503000000020004" pitchFamily="2" charset="0"/>
              </a:defRPr>
            </a:lvl3pPr>
            <a:lvl4pPr>
              <a:defRPr b="0" i="0">
                <a:latin typeface="Adani Regular" panose="02000503000000020004" pitchFamily="2" charset="0"/>
              </a:defRPr>
            </a:lvl4pPr>
            <a:lvl5pPr>
              <a:defRPr b="0" i="0">
                <a:latin typeface="Adani Regular" panose="02000503000000020004" pitchFamily="2"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Suspendisse</a:t>
            </a:r>
            <a:r>
              <a:rPr lang="en-US" dirty="0"/>
              <a:t> </a:t>
            </a:r>
            <a:r>
              <a:rPr lang="en-US" dirty="0" err="1"/>
              <a:t>nec</a:t>
            </a:r>
            <a:r>
              <a:rPr lang="en-US" dirty="0"/>
              <a:t> </a:t>
            </a:r>
            <a:r>
              <a:rPr lang="en-US" dirty="0" err="1"/>
              <a:t>justo</a:t>
            </a:r>
            <a:r>
              <a:rPr lang="en-US" dirty="0"/>
              <a:t> </a:t>
            </a:r>
            <a:r>
              <a:rPr lang="en-US" dirty="0" err="1"/>
              <a:t>nec</a:t>
            </a:r>
            <a:r>
              <a:rPr lang="en-US" dirty="0"/>
              <a:t> </a:t>
            </a:r>
            <a:r>
              <a:rPr lang="en-US" dirty="0" err="1"/>
              <a:t>arcu</a:t>
            </a:r>
            <a:r>
              <a:rPr lang="en-US" dirty="0"/>
              <a:t> </a:t>
            </a:r>
            <a:r>
              <a:rPr lang="en-US" dirty="0" err="1"/>
              <a:t>aliquam</a:t>
            </a:r>
            <a:r>
              <a:rPr lang="en-US" dirty="0"/>
              <a:t> </a:t>
            </a:r>
            <a:r>
              <a:rPr lang="en-US" dirty="0" err="1"/>
              <a:t>sagittis</a:t>
            </a:r>
            <a:r>
              <a:rPr lang="en-US" dirty="0"/>
              <a:t> id sit </a:t>
            </a:r>
            <a:r>
              <a:rPr lang="en-US" dirty="0" err="1"/>
              <a:t>amet</a:t>
            </a:r>
            <a:r>
              <a:rPr lang="en-US" dirty="0"/>
              <a:t> </a:t>
            </a:r>
            <a:r>
              <a:rPr lang="en-US" dirty="0" err="1"/>
              <a:t>justo</a:t>
            </a:r>
            <a:r>
              <a:rPr lang="en-US" dirty="0"/>
              <a:t>. In </a:t>
            </a:r>
            <a:r>
              <a:rPr lang="en-US" dirty="0" err="1"/>
              <a:t>tincidunt</a:t>
            </a:r>
            <a:r>
              <a:rPr lang="en-US" dirty="0"/>
              <a:t>, dolor </a:t>
            </a:r>
            <a:r>
              <a:rPr lang="en-US" dirty="0" err="1"/>
              <a:t>nec</a:t>
            </a:r>
            <a:r>
              <a:rPr lang="en-US" dirty="0"/>
              <a:t> </a:t>
            </a:r>
            <a:r>
              <a:rPr lang="en-US" dirty="0" err="1"/>
              <a:t>sagittis</a:t>
            </a:r>
            <a:r>
              <a:rPr lang="en-US" dirty="0"/>
              <a:t> </a:t>
            </a:r>
            <a:r>
              <a:rPr lang="en-US" dirty="0" err="1"/>
              <a:t>dignissim</a:t>
            </a:r>
            <a:r>
              <a:rPr lang="en-US" dirty="0"/>
              <a:t>, </a:t>
            </a:r>
            <a:r>
              <a:rPr lang="en-US" dirty="0" err="1"/>
              <a:t>nunc</a:t>
            </a:r>
            <a:r>
              <a:rPr lang="en-US" dirty="0"/>
              <a:t> </a:t>
            </a:r>
            <a:r>
              <a:rPr lang="en-US" dirty="0" err="1"/>
              <a:t>erat</a:t>
            </a:r>
            <a:r>
              <a:rPr lang="en-US" dirty="0"/>
              <a:t> auctor </a:t>
            </a:r>
            <a:r>
              <a:rPr lang="en-US" dirty="0" err="1"/>
              <a:t>sapien</a:t>
            </a:r>
            <a:r>
              <a:rPr lang="en-US" dirty="0"/>
              <a:t>, sed </a:t>
            </a:r>
            <a:r>
              <a:rPr lang="en-US" dirty="0" err="1"/>
              <a:t>fringilla</a:t>
            </a:r>
            <a:r>
              <a:rPr lang="en-US" dirty="0"/>
              <a:t> </a:t>
            </a:r>
            <a:r>
              <a:rPr lang="en-US" dirty="0" err="1"/>
              <a:t>turpis</a:t>
            </a:r>
            <a:r>
              <a:rPr lang="en-US" dirty="0"/>
              <a:t> </a:t>
            </a:r>
            <a:r>
              <a:rPr lang="en-US" dirty="0" err="1"/>
              <a:t>risus</a:t>
            </a:r>
            <a:r>
              <a:rPr lang="en-US" dirty="0"/>
              <a:t> </a:t>
            </a:r>
            <a:r>
              <a:rPr lang="en-US" dirty="0" err="1"/>
              <a:t>viverra</a:t>
            </a:r>
            <a:r>
              <a:rPr lang="en-US" dirty="0"/>
              <a:t> </a:t>
            </a:r>
            <a:r>
              <a:rPr lang="en-US" dirty="0" err="1"/>
              <a:t>lectus</a:t>
            </a:r>
            <a:r>
              <a:rPr lang="en-US" dirty="0"/>
              <a:t>. </a:t>
            </a:r>
            <a:r>
              <a:rPr lang="en-US" dirty="0" err="1"/>
              <a:t>Nullam</a:t>
            </a:r>
            <a:r>
              <a:rPr lang="en-US" dirty="0"/>
              <a:t> </a:t>
            </a:r>
            <a:r>
              <a:rPr lang="en-US" dirty="0" err="1"/>
              <a:t>quis</a:t>
            </a:r>
            <a:r>
              <a:rPr lang="en-US" dirty="0"/>
              <a:t> </a:t>
            </a:r>
            <a:r>
              <a:rPr lang="en-US" dirty="0" err="1"/>
              <a:t>fringilla</a:t>
            </a:r>
            <a:r>
              <a:rPr lang="en-US" dirty="0"/>
              <a:t> ligula. Sed in </a:t>
            </a:r>
            <a:r>
              <a:rPr lang="en-US" dirty="0" err="1"/>
              <a:t>turpis</a:t>
            </a:r>
            <a:r>
              <a:rPr lang="en-US" dirty="0"/>
              <a:t> a </a:t>
            </a:r>
            <a:r>
              <a:rPr lang="en-US" dirty="0" err="1"/>
              <a:t>odio</a:t>
            </a:r>
            <a:r>
              <a:rPr lang="en-US" dirty="0"/>
              <a:t> </a:t>
            </a:r>
            <a:r>
              <a:rPr lang="en-US" dirty="0" err="1"/>
              <a:t>ornare</a:t>
            </a:r>
            <a:r>
              <a:rPr lang="en-US" dirty="0"/>
              <a:t> </a:t>
            </a:r>
            <a:r>
              <a:rPr lang="en-US" dirty="0" err="1"/>
              <a:t>condimentum</a:t>
            </a:r>
            <a:r>
              <a:rPr lang="en-US" dirty="0"/>
              <a:t> </a:t>
            </a:r>
            <a:r>
              <a:rPr lang="en-US" dirty="0" err="1"/>
              <a:t>ut</a:t>
            </a:r>
            <a:r>
              <a:rPr lang="en-US" dirty="0"/>
              <a:t> </a:t>
            </a:r>
            <a:r>
              <a:rPr lang="en-US" dirty="0" err="1"/>
              <a:t>eget</a:t>
            </a:r>
            <a:r>
              <a:rPr lang="en-US" dirty="0"/>
              <a:t> </a:t>
            </a:r>
            <a:r>
              <a:rPr lang="en-US" dirty="0" err="1"/>
              <a:t>orci</a:t>
            </a:r>
            <a:r>
              <a:rPr lang="en-US" dirty="0"/>
              <a:t>. Donec eros </a:t>
            </a:r>
            <a:r>
              <a:rPr lang="en-US" dirty="0" err="1"/>
              <a:t>nulla</a:t>
            </a:r>
            <a:r>
              <a:rPr lang="en-US" dirty="0"/>
              <a:t>, lacinia </a:t>
            </a:r>
            <a:r>
              <a:rPr lang="en-US" dirty="0" err="1"/>
              <a:t>ut</a:t>
            </a:r>
            <a:r>
              <a:rPr lang="en-US" dirty="0"/>
              <a:t> dictum id, </a:t>
            </a:r>
            <a:r>
              <a:rPr lang="en-US" dirty="0" err="1"/>
              <a:t>congue</a:t>
            </a:r>
            <a:r>
              <a:rPr lang="en-US" dirty="0"/>
              <a:t> </a:t>
            </a:r>
            <a:r>
              <a:rPr lang="en-US" dirty="0" err="1"/>
              <a:t>mollis</a:t>
            </a:r>
            <a:r>
              <a:rPr lang="en-US" dirty="0"/>
              <a:t> </a:t>
            </a:r>
            <a:r>
              <a:rPr lang="en-US" dirty="0" err="1"/>
              <a:t>leo</a:t>
            </a:r>
            <a:r>
              <a:rPr lang="en-US" dirty="0"/>
              <a:t>. Aenean vel </a:t>
            </a:r>
            <a:r>
              <a:rPr lang="en-US" dirty="0" err="1"/>
              <a:t>orci</a:t>
            </a:r>
            <a:r>
              <a:rPr lang="en-US" dirty="0"/>
              <a:t> nisi. Nam </a:t>
            </a:r>
            <a:r>
              <a:rPr lang="en-US" dirty="0" err="1"/>
              <a:t>blandit</a:t>
            </a:r>
            <a:r>
              <a:rPr lang="en-US" dirty="0"/>
              <a:t> </a:t>
            </a:r>
            <a:r>
              <a:rPr lang="en-US" dirty="0" err="1"/>
              <a:t>pretium</a:t>
            </a:r>
            <a:r>
              <a:rPr lang="en-US" dirty="0"/>
              <a:t> ex, id </a:t>
            </a:r>
            <a:r>
              <a:rPr lang="en-US" dirty="0" err="1"/>
              <a:t>egestas</a:t>
            </a:r>
            <a:r>
              <a:rPr lang="en-US" dirty="0"/>
              <a:t> ante </a:t>
            </a:r>
            <a:r>
              <a:rPr lang="en-US" dirty="0" err="1"/>
              <a:t>congue</a:t>
            </a:r>
            <a:r>
              <a:rPr lang="en-US" dirty="0"/>
              <a:t> </a:t>
            </a:r>
            <a:r>
              <a:rPr lang="en-US" dirty="0" err="1"/>
              <a:t>quis</a:t>
            </a:r>
            <a:r>
              <a:rPr lang="en-US" dirty="0"/>
              <a:t>. Integer a pulvinar </a:t>
            </a:r>
            <a:r>
              <a:rPr lang="en-US" dirty="0" err="1"/>
              <a:t>justo</a:t>
            </a:r>
            <a:r>
              <a:rPr lang="en-US" dirty="0"/>
              <a:t>, </a:t>
            </a:r>
            <a:r>
              <a:rPr lang="en-US" dirty="0" err="1"/>
              <a:t>quis</a:t>
            </a:r>
            <a:r>
              <a:rPr lang="en-US" dirty="0"/>
              <a:t> </a:t>
            </a:r>
            <a:r>
              <a:rPr lang="en-US" dirty="0" err="1"/>
              <a:t>varius</a:t>
            </a:r>
            <a:r>
              <a:rPr lang="en-US" dirty="0"/>
              <a:t> est. Morbi </a:t>
            </a:r>
            <a:r>
              <a:rPr lang="en-US" dirty="0" err="1"/>
              <a:t>erat</a:t>
            </a:r>
            <a:r>
              <a:rPr lang="en-US" dirty="0"/>
              <a:t> </a:t>
            </a:r>
            <a:r>
              <a:rPr lang="en-US" dirty="0" err="1"/>
              <a:t>tortor</a:t>
            </a:r>
            <a:r>
              <a:rPr lang="en-US" dirty="0"/>
              <a:t>, </a:t>
            </a:r>
            <a:r>
              <a:rPr lang="en-US" dirty="0" err="1"/>
              <a:t>volutpat</a:t>
            </a:r>
            <a:r>
              <a:rPr lang="en-US" dirty="0"/>
              <a:t> </a:t>
            </a:r>
            <a:r>
              <a:rPr lang="en-US" dirty="0" err="1"/>
              <a:t>eu</a:t>
            </a:r>
            <a:r>
              <a:rPr lang="en-US" dirty="0"/>
              <a:t> mi vitae, </a:t>
            </a:r>
            <a:r>
              <a:rPr lang="en-US" dirty="0" err="1"/>
              <a:t>sagittis</a:t>
            </a:r>
            <a:r>
              <a:rPr lang="en-US" dirty="0"/>
              <a:t> </a:t>
            </a:r>
            <a:r>
              <a:rPr lang="en-US" dirty="0" err="1"/>
              <a:t>hendrerit</a:t>
            </a:r>
            <a:r>
              <a:rPr lang="en-US" dirty="0"/>
              <a:t> </a:t>
            </a:r>
            <a:r>
              <a:rPr lang="en-US" dirty="0" err="1"/>
              <a:t>metus</a:t>
            </a:r>
            <a:r>
              <a:rPr lang="en-US" dirty="0"/>
              <a:t>. </a:t>
            </a:r>
            <a:r>
              <a:rPr lang="en-US" dirty="0" err="1"/>
              <a:t>Fusce</a:t>
            </a:r>
            <a:r>
              <a:rPr lang="en-US" dirty="0"/>
              <a:t> </a:t>
            </a:r>
            <a:r>
              <a:rPr lang="en-US" dirty="0" err="1"/>
              <a:t>interdum</a:t>
            </a:r>
            <a:r>
              <a:rPr lang="en-US" dirty="0"/>
              <a:t> </a:t>
            </a:r>
            <a:r>
              <a:rPr lang="en-US" dirty="0" err="1"/>
              <a:t>tincidunt</a:t>
            </a:r>
            <a:r>
              <a:rPr lang="en-US" dirty="0"/>
              <a:t> </a:t>
            </a:r>
            <a:r>
              <a:rPr lang="en-US" dirty="0" err="1"/>
              <a:t>porttitor</a:t>
            </a:r>
            <a:r>
              <a:rPr lang="en-US" dirty="0"/>
              <a:t>. Proin at dui </a:t>
            </a:r>
            <a:r>
              <a:rPr lang="en-US" dirty="0" err="1"/>
              <a:t>mauris.Maecenas</a:t>
            </a:r>
            <a:r>
              <a:rPr lang="en-US" dirty="0"/>
              <a:t> </a:t>
            </a:r>
            <a:r>
              <a:rPr lang="en-US" dirty="0" err="1"/>
              <a:t>feugiat</a:t>
            </a:r>
            <a:r>
              <a:rPr lang="en-US" dirty="0"/>
              <a:t> dictum </a:t>
            </a:r>
            <a:r>
              <a:rPr lang="en-US" dirty="0" err="1"/>
              <a:t>enim</a:t>
            </a:r>
            <a:r>
              <a:rPr lang="en-US" dirty="0"/>
              <a:t>, </a:t>
            </a:r>
            <a:r>
              <a:rPr lang="en-US" dirty="0" err="1"/>
              <a:t>eu</a:t>
            </a:r>
            <a:r>
              <a:rPr lang="en-US" dirty="0"/>
              <a:t> </a:t>
            </a:r>
            <a:r>
              <a:rPr lang="en-US" dirty="0" err="1"/>
              <a:t>consectetur</a:t>
            </a:r>
            <a:r>
              <a:rPr lang="en-US" dirty="0"/>
              <a:t> </a:t>
            </a:r>
            <a:r>
              <a:rPr lang="en-US" dirty="0" err="1"/>
              <a:t>sem</a:t>
            </a:r>
            <a:r>
              <a:rPr lang="en-US" dirty="0"/>
              <a:t> </a:t>
            </a:r>
            <a:r>
              <a:rPr lang="en-US" dirty="0" err="1"/>
              <a:t>malesuada</a:t>
            </a:r>
            <a:r>
              <a:rPr lang="en-US" dirty="0"/>
              <a:t> </a:t>
            </a:r>
            <a:r>
              <a:rPr lang="en-US" dirty="0" err="1"/>
              <a:t>quis</a:t>
            </a:r>
            <a:r>
              <a:rPr lang="en-US" dirty="0"/>
              <a:t>. </a:t>
            </a:r>
            <a:r>
              <a:rPr lang="en-US" dirty="0" err="1"/>
              <a:t>Mauris</a:t>
            </a:r>
            <a:r>
              <a:rPr lang="en-US" dirty="0"/>
              <a:t> at </a:t>
            </a:r>
            <a:r>
              <a:rPr lang="en-US" dirty="0" err="1"/>
              <a:t>aliquet</a:t>
            </a:r>
            <a:r>
              <a:rPr lang="en-US" dirty="0"/>
              <a:t> </a:t>
            </a:r>
            <a:r>
              <a:rPr lang="en-US" dirty="0" err="1"/>
              <a:t>nulla</a:t>
            </a:r>
            <a:r>
              <a:rPr lang="en-US" dirty="0"/>
              <a:t>, sed </a:t>
            </a:r>
            <a:r>
              <a:rPr lang="en-US" dirty="0" err="1"/>
              <a:t>volutpat</a:t>
            </a:r>
            <a:r>
              <a:rPr lang="en-US" dirty="0"/>
              <a:t> </a:t>
            </a:r>
            <a:r>
              <a:rPr lang="en-US" dirty="0" err="1"/>
              <a:t>metus</a:t>
            </a:r>
            <a:r>
              <a:rPr lang="en-US" dirty="0"/>
              <a:t>. In hac </a:t>
            </a:r>
            <a:r>
              <a:rPr lang="en-US" dirty="0" err="1"/>
              <a:t>habitasse</a:t>
            </a:r>
            <a:r>
              <a:rPr lang="en-US" dirty="0"/>
              <a:t> </a:t>
            </a:r>
            <a:r>
              <a:rPr lang="en-US" dirty="0" err="1"/>
              <a:t>platea</a:t>
            </a:r>
            <a:r>
              <a:rPr lang="en-US" dirty="0"/>
              <a:t> </a:t>
            </a:r>
            <a:r>
              <a:rPr lang="en-US" dirty="0" err="1"/>
              <a:t>dictumst</a:t>
            </a:r>
            <a:r>
              <a:rPr lang="en-US" dirty="0"/>
              <a:t>. </a:t>
            </a:r>
            <a:r>
              <a:rPr lang="en-US" dirty="0" err="1"/>
              <a:t>Phasellus</a:t>
            </a:r>
            <a:r>
              <a:rPr lang="en-US" dirty="0"/>
              <a:t> </a:t>
            </a:r>
            <a:r>
              <a:rPr lang="en-US" dirty="0" err="1"/>
              <a:t>nec</a:t>
            </a:r>
            <a:r>
              <a:rPr lang="en-US" dirty="0"/>
              <a:t> vestibulum </a:t>
            </a:r>
            <a:r>
              <a:rPr lang="en-US" dirty="0" err="1"/>
              <a:t>urna</a:t>
            </a:r>
            <a:r>
              <a:rPr lang="en-US" dirty="0"/>
              <a:t>. Aenean </a:t>
            </a:r>
            <a:r>
              <a:rPr lang="en-US" dirty="0" err="1"/>
              <a:t>mollis</a:t>
            </a:r>
            <a:r>
              <a:rPr lang="en-US" dirty="0"/>
              <a:t> pharetra </a:t>
            </a:r>
            <a:r>
              <a:rPr lang="en-US" dirty="0" err="1"/>
              <a:t>odio</a:t>
            </a:r>
            <a:r>
              <a:rPr lang="en-US" dirty="0"/>
              <a:t>, </a:t>
            </a:r>
            <a:r>
              <a:rPr lang="en-US" dirty="0" err="1"/>
              <a:t>ut</a:t>
            </a:r>
            <a:r>
              <a:rPr lang="en-US" dirty="0"/>
              <a:t> </a:t>
            </a:r>
            <a:r>
              <a:rPr lang="en-US" dirty="0" err="1"/>
              <a:t>aliquet</a:t>
            </a:r>
            <a:r>
              <a:rPr lang="en-US" dirty="0"/>
              <a:t> </a:t>
            </a:r>
            <a:r>
              <a:rPr lang="en-US" dirty="0" err="1"/>
              <a:t>neque</a:t>
            </a:r>
            <a:r>
              <a:rPr lang="en-US" dirty="0"/>
              <a:t> </a:t>
            </a:r>
            <a:r>
              <a:rPr lang="en-US" dirty="0" err="1"/>
              <a:t>aliquet</a:t>
            </a:r>
            <a:r>
              <a:rPr lang="en-US" dirty="0"/>
              <a:t> </a:t>
            </a:r>
            <a:r>
              <a:rPr lang="en-US" dirty="0" err="1"/>
              <a:t>porttitor</a:t>
            </a:r>
            <a:r>
              <a:rPr lang="en-US" dirty="0"/>
              <a:t>. Sed </a:t>
            </a:r>
            <a:r>
              <a:rPr lang="en-US" dirty="0" err="1"/>
              <a:t>finibus</a:t>
            </a:r>
            <a:r>
              <a:rPr lang="en-US" dirty="0"/>
              <a:t>, </a:t>
            </a:r>
            <a:r>
              <a:rPr lang="en-US" dirty="0" err="1"/>
              <a:t>risus</a:t>
            </a:r>
            <a:r>
              <a:rPr lang="en-US" dirty="0"/>
              <a:t> </a:t>
            </a:r>
            <a:r>
              <a:rPr lang="en-US" dirty="0" err="1"/>
              <a:t>eget</a:t>
            </a:r>
            <a:r>
              <a:rPr lang="en-US" dirty="0"/>
              <a:t> </a:t>
            </a:r>
            <a:r>
              <a:rPr lang="en-US" dirty="0" err="1"/>
              <a:t>vehicula</a:t>
            </a:r>
            <a:r>
              <a:rPr lang="en-US" dirty="0"/>
              <a:t> </a:t>
            </a:r>
            <a:r>
              <a:rPr lang="en-US" dirty="0" err="1"/>
              <a:t>pellentesque</a:t>
            </a:r>
            <a:r>
              <a:rPr lang="en-US" dirty="0"/>
              <a:t>, </a:t>
            </a:r>
            <a:r>
              <a:rPr lang="en-US" dirty="0" err="1"/>
              <a:t>neque</a:t>
            </a:r>
            <a:r>
              <a:rPr lang="en-US" dirty="0"/>
              <a:t> magna </a:t>
            </a:r>
            <a:r>
              <a:rPr lang="en-US" dirty="0" err="1"/>
              <a:t>tempor</a:t>
            </a:r>
            <a:r>
              <a:rPr lang="en-US" dirty="0"/>
              <a:t> lorem, at </a:t>
            </a:r>
            <a:r>
              <a:rPr lang="en-US" dirty="0" err="1"/>
              <a:t>viverra</a:t>
            </a:r>
            <a:r>
              <a:rPr lang="en-US" dirty="0"/>
              <a:t> lorem </a:t>
            </a:r>
            <a:r>
              <a:rPr lang="en-US" dirty="0" err="1"/>
              <a:t>leo</a:t>
            </a:r>
            <a:r>
              <a:rPr lang="en-US" dirty="0"/>
              <a:t> </a:t>
            </a:r>
            <a:r>
              <a:rPr lang="en-US" dirty="0" err="1"/>
              <a:t>eu</a:t>
            </a:r>
            <a:r>
              <a:rPr lang="en-US" dirty="0"/>
              <a:t> dolor. </a:t>
            </a:r>
            <a:r>
              <a:rPr lang="en-US" dirty="0" err="1"/>
              <a:t>Quisque</a:t>
            </a:r>
            <a:r>
              <a:rPr lang="en-US" dirty="0"/>
              <a:t> </a:t>
            </a:r>
            <a:r>
              <a:rPr lang="en-US" dirty="0" err="1"/>
              <a:t>fringilla</a:t>
            </a:r>
            <a:r>
              <a:rPr lang="en-US" dirty="0"/>
              <a:t> in </a:t>
            </a:r>
            <a:r>
              <a:rPr lang="en-US" dirty="0" err="1"/>
              <a:t>nibh</a:t>
            </a:r>
            <a:r>
              <a:rPr lang="en-US" dirty="0"/>
              <a:t> a </a:t>
            </a:r>
            <a:r>
              <a:rPr lang="en-US" dirty="0" err="1"/>
              <a:t>tincidunt</a:t>
            </a:r>
            <a:r>
              <a:rPr lang="en-US" dirty="0"/>
              <a:t>. </a:t>
            </a:r>
            <a:r>
              <a:rPr lang="en-US" dirty="0" err="1"/>
              <a:t>Pellentesque</a:t>
            </a:r>
            <a:r>
              <a:rPr lang="en-US" dirty="0"/>
              <a:t> </a:t>
            </a:r>
            <a:r>
              <a:rPr lang="en-US" dirty="0" err="1"/>
              <a:t>volutpat</a:t>
            </a:r>
            <a:r>
              <a:rPr lang="en-US" dirty="0"/>
              <a:t> </a:t>
            </a:r>
            <a:r>
              <a:rPr lang="en-US" dirty="0" err="1"/>
              <a:t>molestie</a:t>
            </a:r>
            <a:r>
              <a:rPr lang="en-US" dirty="0"/>
              <a:t> </a:t>
            </a:r>
            <a:r>
              <a:rPr lang="en-US" dirty="0" err="1"/>
              <a:t>molestie</a:t>
            </a:r>
            <a:r>
              <a:rPr lang="en-US" dirty="0"/>
              <a:t>. Sed </a:t>
            </a:r>
            <a:r>
              <a:rPr lang="en-US" dirty="0" err="1"/>
              <a:t>commodo</a:t>
            </a:r>
            <a:r>
              <a:rPr lang="en-US" dirty="0"/>
              <a:t> </a:t>
            </a:r>
            <a:r>
              <a:rPr lang="en-US" dirty="0" err="1"/>
              <a:t>tortor</a:t>
            </a:r>
            <a:r>
              <a:rPr lang="en-US" dirty="0"/>
              <a:t> et </a:t>
            </a:r>
            <a:r>
              <a:rPr lang="en-US" dirty="0" err="1"/>
              <a:t>blandit</a:t>
            </a:r>
            <a:r>
              <a:rPr lang="en-US" dirty="0"/>
              <a:t> </a:t>
            </a:r>
            <a:r>
              <a:rPr lang="en-US" dirty="0" err="1"/>
              <a:t>ultricies</a:t>
            </a:r>
            <a:r>
              <a:rPr lang="en-US" dirty="0"/>
              <a:t>. </a:t>
            </a:r>
            <a:r>
              <a:rPr lang="en-US" dirty="0" err="1"/>
              <a:t>Suspendisse</a:t>
            </a:r>
            <a:r>
              <a:rPr lang="en-US" dirty="0"/>
              <a:t> </a:t>
            </a:r>
            <a:r>
              <a:rPr lang="en-US" dirty="0" err="1"/>
              <a:t>potenti</a:t>
            </a:r>
            <a:r>
              <a:rPr lang="en-US" dirty="0"/>
              <a:t>. </a:t>
            </a:r>
            <a:r>
              <a:rPr lang="en-US" dirty="0" err="1"/>
              <a:t>Interdum</a:t>
            </a:r>
            <a:r>
              <a:rPr lang="en-US" dirty="0"/>
              <a:t> et </a:t>
            </a:r>
            <a:r>
              <a:rPr lang="en-US" dirty="0" err="1"/>
              <a:t>malesuada</a:t>
            </a:r>
            <a:r>
              <a:rPr lang="en-US" dirty="0"/>
              <a:t> fames ac ante ipsum </a:t>
            </a:r>
            <a:r>
              <a:rPr lang="en-US" dirty="0" err="1"/>
              <a:t>primis</a:t>
            </a:r>
            <a:r>
              <a:rPr lang="en-US" dirty="0"/>
              <a:t> in </a:t>
            </a:r>
            <a:r>
              <a:rPr lang="en-US" dirty="0" err="1"/>
              <a:t>faucibus</a:t>
            </a:r>
            <a:r>
              <a:rPr lang="en-US" dirty="0"/>
              <a:t>. </a:t>
            </a:r>
            <a:r>
              <a:rPr lang="en-US" dirty="0" err="1"/>
              <a:t>Nulla</a:t>
            </a:r>
            <a:r>
              <a:rPr lang="en-US" dirty="0"/>
              <a:t> </a:t>
            </a:r>
            <a:r>
              <a:rPr lang="en-US" dirty="0" err="1"/>
              <a:t>porttitor</a:t>
            </a:r>
            <a:r>
              <a:rPr lang="en-US" dirty="0"/>
              <a:t> </a:t>
            </a:r>
            <a:r>
              <a:rPr lang="en-US" dirty="0" err="1"/>
              <a:t>nibh</a:t>
            </a:r>
            <a:r>
              <a:rPr lang="en-US" dirty="0"/>
              <a:t> sed convallis semper. Integer diam </a:t>
            </a:r>
            <a:r>
              <a:rPr lang="en-US" dirty="0" err="1"/>
              <a:t>nisl</a:t>
            </a:r>
            <a:r>
              <a:rPr lang="en-US" dirty="0"/>
              <a:t>, tempus </a:t>
            </a:r>
            <a:r>
              <a:rPr lang="en-US" dirty="0" err="1"/>
              <a:t>eget</a:t>
            </a:r>
            <a:r>
              <a:rPr lang="en-US" dirty="0"/>
              <a:t> pharetra </a:t>
            </a:r>
            <a:r>
              <a:rPr lang="en-US" dirty="0" err="1"/>
              <a:t>nec</a:t>
            </a:r>
            <a:r>
              <a:rPr lang="en-US" dirty="0"/>
              <a:t>, </a:t>
            </a:r>
            <a:r>
              <a:rPr lang="en-US" dirty="0" err="1"/>
              <a:t>rhoncus</a:t>
            </a:r>
            <a:r>
              <a:rPr lang="en-US" dirty="0"/>
              <a:t> id </a:t>
            </a:r>
            <a:r>
              <a:rPr lang="en-US" dirty="0" err="1"/>
              <a:t>turpis</a:t>
            </a:r>
            <a:r>
              <a:rPr lang="en-US" dirty="0"/>
              <a:t>. Aenean id </a:t>
            </a:r>
            <a:r>
              <a:rPr lang="en-US" dirty="0" err="1"/>
              <a:t>massa</a:t>
            </a:r>
            <a:r>
              <a:rPr lang="en-US" dirty="0"/>
              <a:t> dui.</a:t>
            </a:r>
            <a:r>
              <a:rPr lang="en-IN" b="0" i="0" dirty="0" err="1">
                <a:solidFill>
                  <a:srgbClr val="000000"/>
                </a:solidFill>
                <a:effectLst/>
                <a:latin typeface="Open Sans" panose="020B0606030504020204" pitchFamily="34" charset="0"/>
              </a:rPr>
              <a:t>Suspendisse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varius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mauris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purus</a:t>
            </a:r>
            <a:r>
              <a:rPr lang="en-IN" b="0" i="0" dirty="0">
                <a:solidFill>
                  <a:srgbClr val="000000"/>
                </a:solidFill>
                <a:effectLst/>
                <a:latin typeface="Open Sans" panose="020B0606030504020204" pitchFamily="34" charset="0"/>
              </a:rPr>
              <a:t>, et </a:t>
            </a:r>
            <a:r>
              <a:rPr lang="en-IN" b="0" i="0" dirty="0" err="1">
                <a:solidFill>
                  <a:srgbClr val="000000"/>
                </a:solidFill>
                <a:effectLst/>
                <a:latin typeface="Open Sans" panose="020B0606030504020204" pitchFamily="34" charset="0"/>
              </a:rPr>
              <a:t>bibendum</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elit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aliquet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eget</a:t>
            </a:r>
            <a:r>
              <a:rPr lang="en-IN" b="0" i="0" dirty="0">
                <a:solidFill>
                  <a:srgbClr val="000000"/>
                </a:solidFill>
                <a:effectLst/>
                <a:latin typeface="Open Sans" panose="020B0606030504020204" pitchFamily="34" charset="0"/>
              </a:rPr>
              <a:t>. Integer cursus </a:t>
            </a:r>
            <a:r>
              <a:rPr lang="en-IN" b="0" i="0" dirty="0" err="1">
                <a:solidFill>
                  <a:srgbClr val="000000"/>
                </a:solidFill>
                <a:effectLst/>
                <a:latin typeface="Open Sans" panose="020B0606030504020204" pitchFamily="34" charset="0"/>
              </a:rPr>
              <a:t>diam</a:t>
            </a:r>
            <a:r>
              <a:rPr lang="en-IN" b="0" i="0" dirty="0">
                <a:solidFill>
                  <a:srgbClr val="000000"/>
                </a:solidFill>
                <a:effectLst/>
                <a:latin typeface="Open Sans" panose="020B0606030504020204" pitchFamily="34" charset="0"/>
              </a:rPr>
              <a:t> at </a:t>
            </a:r>
            <a:r>
              <a:rPr lang="en-IN" b="0" i="0" dirty="0" err="1">
                <a:solidFill>
                  <a:srgbClr val="000000"/>
                </a:solidFill>
                <a:effectLst/>
                <a:latin typeface="Open Sans" panose="020B0606030504020204" pitchFamily="34" charset="0"/>
              </a:rPr>
              <a:t>nisl</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sagittis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facilisis</a:t>
            </a:r>
            <a:r>
              <a:rPr lang="en-IN" b="0" i="0" dirty="0">
                <a:solidFill>
                  <a:srgbClr val="000000"/>
                </a:solidFill>
                <a:effectLst/>
                <a:latin typeface="Open Sans" panose="020B0606030504020204" pitchFamily="34" charset="0"/>
              </a:rPr>
              <a:t>. In </a:t>
            </a:r>
            <a:r>
              <a:rPr lang="en-IN" b="0" i="0" dirty="0" err="1">
                <a:solidFill>
                  <a:srgbClr val="000000"/>
                </a:solidFill>
                <a:effectLst/>
                <a:latin typeface="Open Sans" panose="020B0606030504020204" pitchFamily="34" charset="0"/>
              </a:rPr>
              <a:t>feugiat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bibendum</a:t>
            </a:r>
            <a:r>
              <a:rPr lang="en-IN" b="0" i="0" dirty="0">
                <a:solidFill>
                  <a:srgbClr val="000000"/>
                </a:solidFill>
                <a:effectLst/>
                <a:latin typeface="Open Sans" panose="020B0606030504020204" pitchFamily="34" charset="0"/>
              </a:rPr>
              <a:t> magna ac </a:t>
            </a:r>
            <a:r>
              <a:rPr lang="en-IN" b="0" i="0" dirty="0" err="1">
                <a:solidFill>
                  <a:srgbClr val="000000"/>
                </a:solidFill>
                <a:effectLst/>
                <a:latin typeface="Open Sans" panose="020B0606030504020204" pitchFamily="34" charset="0"/>
              </a:rPr>
              <a:t>ultrices</a:t>
            </a:r>
            <a:r>
              <a:rPr lang="en-IN" b="0" i="0" dirty="0">
                <a:solidFill>
                  <a:srgbClr val="000000"/>
                </a:solidFill>
                <a:effectLst/>
                <a:latin typeface="Open Sans" panose="020B0606030504020204" pitchFamily="34" charset="0"/>
              </a:rPr>
              <a:t>. Donec </a:t>
            </a:r>
            <a:r>
              <a:rPr lang="en-IN" b="0" i="0" dirty="0" err="1">
                <a:solidFill>
                  <a:srgbClr val="000000"/>
                </a:solidFill>
                <a:effectLst/>
                <a:latin typeface="Open Sans" panose="020B0606030504020204" pitchFamily="34" charset="0"/>
              </a:rPr>
              <a:t>eleifend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blandit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metus</a:t>
            </a:r>
            <a:r>
              <a:rPr lang="en-IN" b="0" i="0" dirty="0">
                <a:solidFill>
                  <a:srgbClr val="000000"/>
                </a:solidFill>
                <a:effectLst/>
                <a:latin typeface="Open Sans" panose="020B0606030504020204" pitchFamily="34" charset="0"/>
              </a:rPr>
              <a:t>, sit </a:t>
            </a:r>
            <a:r>
              <a:rPr lang="en-IN" b="0" i="0" dirty="0" err="1">
                <a:solidFill>
                  <a:srgbClr val="000000"/>
                </a:solidFill>
                <a:effectLst/>
                <a:latin typeface="Open Sans" panose="020B0606030504020204" pitchFamily="34" charset="0"/>
              </a:rPr>
              <a:t>amet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facilisis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augue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posuere</a:t>
            </a:r>
            <a:r>
              <a:rPr lang="en-IN" b="0" i="0" dirty="0">
                <a:solidFill>
                  <a:srgbClr val="000000"/>
                </a:solidFill>
                <a:effectLst/>
                <a:latin typeface="Open Sans" panose="020B0606030504020204" pitchFamily="34" charset="0"/>
              </a:rPr>
              <a:t> sit </a:t>
            </a:r>
            <a:r>
              <a:rPr lang="en-IN" b="0" i="0" dirty="0" err="1">
                <a:solidFill>
                  <a:srgbClr val="000000"/>
                </a:solidFill>
                <a:effectLst/>
                <a:latin typeface="Open Sans" panose="020B0606030504020204" pitchFamily="34" charset="0"/>
              </a:rPr>
              <a:t>amet</a:t>
            </a:r>
            <a:r>
              <a:rPr lang="en-IN" b="0" i="0" dirty="0">
                <a:solidFill>
                  <a:srgbClr val="000000"/>
                </a:solidFill>
                <a:effectLst/>
                <a:latin typeface="Open Sans" panose="020B0606030504020204" pitchFamily="34" charset="0"/>
              </a:rPr>
              <a:t>. Duis </a:t>
            </a:r>
            <a:r>
              <a:rPr lang="en-IN" b="0" i="0" dirty="0" err="1">
                <a:solidFill>
                  <a:srgbClr val="000000"/>
                </a:solidFill>
                <a:effectLst/>
                <a:latin typeface="Open Sans" panose="020B0606030504020204" pitchFamily="34" charset="0"/>
              </a:rPr>
              <a:t>euismod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mattis</a:t>
            </a:r>
            <a:r>
              <a:rPr lang="en-IN" b="0" i="0" dirty="0">
                <a:solidFill>
                  <a:srgbClr val="000000"/>
                </a:solidFill>
                <a:effectLst/>
                <a:latin typeface="Open Sans" panose="020B0606030504020204" pitchFamily="34" charset="0"/>
              </a:rPr>
              <a:t> semper. Nam </a:t>
            </a:r>
            <a:r>
              <a:rPr lang="en-IN" b="0" i="0" dirty="0" err="1">
                <a:solidFill>
                  <a:srgbClr val="000000"/>
                </a:solidFill>
                <a:effectLst/>
                <a:latin typeface="Open Sans" panose="020B0606030504020204" pitchFamily="34" charset="0"/>
              </a:rPr>
              <a:t>sollicitudin</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iaculis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imperdiet</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Sed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varius</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enim</a:t>
            </a:r>
            <a:r>
              <a:rPr lang="en-IN" b="0" i="0" dirty="0">
                <a:solidFill>
                  <a:srgbClr val="000000"/>
                </a:solidFill>
                <a:effectLst/>
                <a:latin typeface="Open Sans" panose="020B0606030504020204" pitchFamily="34" charset="0"/>
              </a:rPr>
              <a:t> ac </a:t>
            </a:r>
            <a:r>
              <a:rPr lang="en-IN" b="0" i="0" dirty="0" err="1">
                <a:solidFill>
                  <a:srgbClr val="000000"/>
                </a:solidFill>
                <a:effectLst/>
                <a:latin typeface="Open Sans" panose="020B0606030504020204" pitchFamily="34" charset="0"/>
              </a:rPr>
              <a:t>molestie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eleifend</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Suspendisse</a:t>
            </a:r>
            <a:r>
              <a:rPr lang="en-IN" b="0" i="0" dirty="0">
                <a:solidFill>
                  <a:srgbClr val="000000"/>
                </a:solidFill>
                <a:effectLst/>
                <a:latin typeface="Open Sans" panose="020B0606030504020204" pitchFamily="34" charset="0"/>
              </a:rPr>
              <a:t> </a:t>
            </a:r>
            <a:r>
              <a:rPr lang="en-IN" b="0" i="0" dirty="0" err="1">
                <a:solidFill>
                  <a:srgbClr val="000000"/>
                </a:solidFill>
                <a:effectLst/>
                <a:latin typeface="Open Sans" panose="020B0606030504020204" pitchFamily="34" charset="0"/>
              </a:rPr>
              <a:t>potenti</a:t>
            </a:r>
            <a:r>
              <a:rPr lang="en-IN" b="0" i="0" dirty="0">
                <a:solidFill>
                  <a:srgbClr val="000000"/>
                </a:solidFill>
                <a:effectLst/>
                <a:latin typeface="Open Sans" panose="020B0606030504020204" pitchFamily="34" charset="0"/>
              </a:rPr>
              <a:t>.</a:t>
            </a:r>
          </a:p>
          <a:p>
            <a:pPr lvl="0"/>
            <a:endParaRPr lang="en-US" dirty="0"/>
          </a:p>
          <a:p>
            <a:pPr lvl="0"/>
            <a:endParaRPr lang="en-US" dirty="0"/>
          </a:p>
        </p:txBody>
      </p:sp>
      <p:sp>
        <p:nvSpPr>
          <p:cNvPr id="3" name="Rectangle 2">
            <a:extLst>
              <a:ext uri="{FF2B5EF4-FFF2-40B4-BE49-F238E27FC236}">
                <a16:creationId xmlns:a16="http://schemas.microsoft.com/office/drawing/2014/main" id="{74CC05B9-FE4B-C80A-35BE-92E8FD6809D1}"/>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5" name="Content Placeholder 4">
            <a:extLst>
              <a:ext uri="{FF2B5EF4-FFF2-40B4-BE49-F238E27FC236}">
                <a16:creationId xmlns:a16="http://schemas.microsoft.com/office/drawing/2014/main" id="{1B1AA76E-529A-E0FC-A135-8010E78390A2}"/>
              </a:ext>
            </a:extLst>
          </p:cNvPr>
          <p:cNvSpPr>
            <a:spLocks noGrp="1"/>
          </p:cNvSpPr>
          <p:nvPr>
            <p:ph sz="quarter" idx="11"/>
          </p:nvPr>
        </p:nvSpPr>
        <p:spPr>
          <a:xfrm>
            <a:off x="9753600" y="229666"/>
            <a:ext cx="1219200" cy="9144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pic>
        <p:nvPicPr>
          <p:cNvPr id="8" name="Picture 7" descr="A logo with text and letters&#10;&#10;AI-generated content may be incorrect.">
            <a:extLst>
              <a:ext uri="{FF2B5EF4-FFF2-40B4-BE49-F238E27FC236}">
                <a16:creationId xmlns:a16="http://schemas.microsoft.com/office/drawing/2014/main" id="{44D529ED-3FB5-9630-3C6B-E82AF835DE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6996" y="564678"/>
            <a:ext cx="2224141" cy="561391"/>
          </a:xfrm>
          <a:prstGeom prst="rect">
            <a:avLst/>
          </a:prstGeom>
        </p:spPr>
      </p:pic>
    </p:spTree>
    <p:extLst>
      <p:ext uri="{BB962C8B-B14F-4D97-AF65-F5344CB8AC3E}">
        <p14:creationId xmlns:p14="http://schemas.microsoft.com/office/powerpoint/2010/main" val="402516618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Point Text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Slide</a:t>
            </a:r>
            <a:endParaRPr lang="en-IN" dirty="0"/>
          </a:p>
        </p:txBody>
      </p:sp>
      <p:sp>
        <p:nvSpPr>
          <p:cNvPr id="11" name="Text Placeholder 10"/>
          <p:cNvSpPr>
            <a:spLocks noGrp="1"/>
          </p:cNvSpPr>
          <p:nvPr>
            <p:ph type="body" sz="quarter" idx="10" hasCustomPrompt="1"/>
          </p:nvPr>
        </p:nvSpPr>
        <p:spPr>
          <a:xfrm>
            <a:off x="55086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2" name="Text Placeholder 10"/>
          <p:cNvSpPr>
            <a:spLocks noGrp="1"/>
          </p:cNvSpPr>
          <p:nvPr>
            <p:ph type="body" sz="quarter" idx="11" hasCustomPrompt="1"/>
          </p:nvPr>
        </p:nvSpPr>
        <p:spPr>
          <a:xfrm>
            <a:off x="629073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2" name="Rectangle 1">
            <a:extLst>
              <a:ext uri="{FF2B5EF4-FFF2-40B4-BE49-F238E27FC236}">
                <a16:creationId xmlns:a16="http://schemas.microsoft.com/office/drawing/2014/main" id="{F3812ACC-BF89-B229-3F36-99A14298CB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2978189229"/>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Point Text with Sub Heading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Sub Heading Slide</a:t>
            </a:r>
            <a:endParaRPr lang="en-IN" dirty="0"/>
          </a:p>
        </p:txBody>
      </p:sp>
      <p:sp>
        <p:nvSpPr>
          <p:cNvPr id="11" name="Text Placeholder 10"/>
          <p:cNvSpPr>
            <a:spLocks noGrp="1"/>
          </p:cNvSpPr>
          <p:nvPr>
            <p:ph type="body" sz="quarter" idx="10" hasCustomPrompt="1"/>
          </p:nvPr>
        </p:nvSpPr>
        <p:spPr>
          <a:xfrm>
            <a:off x="550865" y="1933419"/>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2" name="Rectangle 1">
            <a:extLst>
              <a:ext uri="{FF2B5EF4-FFF2-40B4-BE49-F238E27FC236}">
                <a16:creationId xmlns:a16="http://schemas.microsoft.com/office/drawing/2014/main" id="{F3812ACC-BF89-B229-3F36-99A14298CB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4" name="Text Placeholder 3">
            <a:extLst>
              <a:ext uri="{FF2B5EF4-FFF2-40B4-BE49-F238E27FC236}">
                <a16:creationId xmlns:a16="http://schemas.microsoft.com/office/drawing/2014/main" id="{1F92D64C-55B2-CBB3-A7DE-2B07309137EC}"/>
              </a:ext>
            </a:extLst>
          </p:cNvPr>
          <p:cNvSpPr>
            <a:spLocks noGrp="1"/>
          </p:cNvSpPr>
          <p:nvPr>
            <p:ph type="body" sz="quarter" idx="12" hasCustomPrompt="1"/>
          </p:nvPr>
        </p:nvSpPr>
        <p:spPr>
          <a:xfrm>
            <a:off x="550863" y="162877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5" name="Text Placeholder 10">
            <a:extLst>
              <a:ext uri="{FF2B5EF4-FFF2-40B4-BE49-F238E27FC236}">
                <a16:creationId xmlns:a16="http://schemas.microsoft.com/office/drawing/2014/main" id="{966255F1-52D1-54CE-755D-CFC6DF759CE3}"/>
              </a:ext>
            </a:extLst>
          </p:cNvPr>
          <p:cNvSpPr>
            <a:spLocks noGrp="1"/>
          </p:cNvSpPr>
          <p:nvPr>
            <p:ph type="body" sz="quarter" idx="13" hasCustomPrompt="1"/>
          </p:nvPr>
        </p:nvSpPr>
        <p:spPr>
          <a:xfrm>
            <a:off x="550865" y="3670474"/>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7" name="Text Placeholder 3">
            <a:extLst>
              <a:ext uri="{FF2B5EF4-FFF2-40B4-BE49-F238E27FC236}">
                <a16:creationId xmlns:a16="http://schemas.microsoft.com/office/drawing/2014/main" id="{52922CCC-38C9-6D39-3F3F-D3B27C2934DA}"/>
              </a:ext>
            </a:extLst>
          </p:cNvPr>
          <p:cNvSpPr>
            <a:spLocks noGrp="1"/>
          </p:cNvSpPr>
          <p:nvPr>
            <p:ph type="body" sz="quarter" idx="14" hasCustomPrompt="1"/>
          </p:nvPr>
        </p:nvSpPr>
        <p:spPr>
          <a:xfrm>
            <a:off x="550863" y="3356331"/>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8" name="Text Placeholder 10">
            <a:extLst>
              <a:ext uri="{FF2B5EF4-FFF2-40B4-BE49-F238E27FC236}">
                <a16:creationId xmlns:a16="http://schemas.microsoft.com/office/drawing/2014/main" id="{4DA519D8-C0CA-9ADA-1DB8-23B22A66752A}"/>
              </a:ext>
            </a:extLst>
          </p:cNvPr>
          <p:cNvSpPr>
            <a:spLocks noGrp="1"/>
          </p:cNvSpPr>
          <p:nvPr>
            <p:ph type="body" sz="quarter" idx="15" hasCustomPrompt="1"/>
          </p:nvPr>
        </p:nvSpPr>
        <p:spPr>
          <a:xfrm>
            <a:off x="550865" y="5391700"/>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9" name="Text Placeholder 3">
            <a:extLst>
              <a:ext uri="{FF2B5EF4-FFF2-40B4-BE49-F238E27FC236}">
                <a16:creationId xmlns:a16="http://schemas.microsoft.com/office/drawing/2014/main" id="{AE6CA691-1A53-D387-5120-00CBCFD0007B}"/>
              </a:ext>
            </a:extLst>
          </p:cNvPr>
          <p:cNvSpPr>
            <a:spLocks noGrp="1"/>
          </p:cNvSpPr>
          <p:nvPr>
            <p:ph type="body" sz="quarter" idx="16" hasCustomPrompt="1"/>
          </p:nvPr>
        </p:nvSpPr>
        <p:spPr>
          <a:xfrm>
            <a:off x="550863" y="509338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0" name="Text Placeholder 10">
            <a:extLst>
              <a:ext uri="{FF2B5EF4-FFF2-40B4-BE49-F238E27FC236}">
                <a16:creationId xmlns:a16="http://schemas.microsoft.com/office/drawing/2014/main" id="{985FF374-E2AC-7BD4-6C48-8D207FC53C27}"/>
              </a:ext>
            </a:extLst>
          </p:cNvPr>
          <p:cNvSpPr>
            <a:spLocks noGrp="1"/>
          </p:cNvSpPr>
          <p:nvPr>
            <p:ph type="body" sz="quarter" idx="17" hasCustomPrompt="1"/>
          </p:nvPr>
        </p:nvSpPr>
        <p:spPr>
          <a:xfrm>
            <a:off x="6096002" y="1933418"/>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3" name="Text Placeholder 3">
            <a:extLst>
              <a:ext uri="{FF2B5EF4-FFF2-40B4-BE49-F238E27FC236}">
                <a16:creationId xmlns:a16="http://schemas.microsoft.com/office/drawing/2014/main" id="{BE85552C-1BB3-910D-8795-24E031128857}"/>
              </a:ext>
            </a:extLst>
          </p:cNvPr>
          <p:cNvSpPr>
            <a:spLocks noGrp="1"/>
          </p:cNvSpPr>
          <p:nvPr>
            <p:ph type="body" sz="quarter" idx="18" hasCustomPrompt="1"/>
          </p:nvPr>
        </p:nvSpPr>
        <p:spPr>
          <a:xfrm>
            <a:off x="6096001" y="1628777"/>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4" name="Text Placeholder 10">
            <a:extLst>
              <a:ext uri="{FF2B5EF4-FFF2-40B4-BE49-F238E27FC236}">
                <a16:creationId xmlns:a16="http://schemas.microsoft.com/office/drawing/2014/main" id="{542918D4-7483-1F6C-20D8-3143D17B5CAE}"/>
              </a:ext>
            </a:extLst>
          </p:cNvPr>
          <p:cNvSpPr>
            <a:spLocks noGrp="1"/>
          </p:cNvSpPr>
          <p:nvPr>
            <p:ph type="body" sz="quarter" idx="19" hasCustomPrompt="1"/>
          </p:nvPr>
        </p:nvSpPr>
        <p:spPr>
          <a:xfrm>
            <a:off x="6096002" y="3670473"/>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5" name="Text Placeholder 3">
            <a:extLst>
              <a:ext uri="{FF2B5EF4-FFF2-40B4-BE49-F238E27FC236}">
                <a16:creationId xmlns:a16="http://schemas.microsoft.com/office/drawing/2014/main" id="{F3F23BA8-4155-2DA2-17D0-C60546BCA796}"/>
              </a:ext>
            </a:extLst>
          </p:cNvPr>
          <p:cNvSpPr>
            <a:spLocks noGrp="1"/>
          </p:cNvSpPr>
          <p:nvPr>
            <p:ph type="body" sz="quarter" idx="20" hasCustomPrompt="1"/>
          </p:nvPr>
        </p:nvSpPr>
        <p:spPr>
          <a:xfrm>
            <a:off x="6096001" y="3356330"/>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
        <p:nvSpPr>
          <p:cNvPr id="16" name="Text Placeholder 10">
            <a:extLst>
              <a:ext uri="{FF2B5EF4-FFF2-40B4-BE49-F238E27FC236}">
                <a16:creationId xmlns:a16="http://schemas.microsoft.com/office/drawing/2014/main" id="{20BB7EEC-A61B-1321-E4C2-F47FE3E0DD61}"/>
              </a:ext>
            </a:extLst>
          </p:cNvPr>
          <p:cNvSpPr>
            <a:spLocks noGrp="1"/>
          </p:cNvSpPr>
          <p:nvPr>
            <p:ph type="body" sz="quarter" idx="21" hasCustomPrompt="1"/>
          </p:nvPr>
        </p:nvSpPr>
        <p:spPr>
          <a:xfrm>
            <a:off x="6096002" y="5391699"/>
            <a:ext cx="5350404" cy="917027"/>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7" name="Text Placeholder 3">
            <a:extLst>
              <a:ext uri="{FF2B5EF4-FFF2-40B4-BE49-F238E27FC236}">
                <a16:creationId xmlns:a16="http://schemas.microsoft.com/office/drawing/2014/main" id="{9388ED04-D2CA-2A91-2A8C-9D3DEA2D3031}"/>
              </a:ext>
            </a:extLst>
          </p:cNvPr>
          <p:cNvSpPr>
            <a:spLocks noGrp="1"/>
          </p:cNvSpPr>
          <p:nvPr>
            <p:ph type="body" sz="quarter" idx="22" hasCustomPrompt="1"/>
          </p:nvPr>
        </p:nvSpPr>
        <p:spPr>
          <a:xfrm>
            <a:off x="6096001" y="5093386"/>
            <a:ext cx="5350404" cy="285153"/>
          </a:xfrm>
          <a:prstGeom prst="rect">
            <a:avLst/>
          </a:prstGeom>
        </p:spPr>
        <p:txBody>
          <a:bodyPr anchor="ctr"/>
          <a:lstStyle>
            <a:lvl1pPr marL="0" indent="0">
              <a:buNone/>
              <a:defRPr sz="1125" b="0" i="0">
                <a:solidFill>
                  <a:srgbClr val="8E278F"/>
                </a:solidFill>
                <a:latin typeface="Adani Medium" panose="02000503000000020004" pitchFamily="2" charset="0"/>
              </a:defRPr>
            </a:lvl1pPr>
            <a:lvl2pPr>
              <a:defRPr sz="1125" b="1" i="0">
                <a:latin typeface="Adani Regular" panose="02000503000000020004" pitchFamily="2" charset="0"/>
              </a:defRPr>
            </a:lvl2pPr>
            <a:lvl3pPr>
              <a:defRPr sz="1125" b="1" i="0">
                <a:latin typeface="Adani Regular" panose="02000503000000020004" pitchFamily="2" charset="0"/>
              </a:defRPr>
            </a:lvl3pPr>
            <a:lvl4pPr>
              <a:defRPr sz="1125" b="1" i="0">
                <a:latin typeface="Adani Regular" panose="02000503000000020004" pitchFamily="2" charset="0"/>
              </a:defRPr>
            </a:lvl4pPr>
            <a:lvl5pPr>
              <a:defRPr sz="1125" b="1" i="0">
                <a:latin typeface="Adani Regular" panose="02000503000000020004" pitchFamily="2" charset="0"/>
              </a:defRPr>
            </a:lvl5pPr>
          </a:lstStyle>
          <a:p>
            <a:pPr lvl="0"/>
            <a:r>
              <a:rPr lang="en-GB" dirty="0"/>
              <a:t>Sub Heading</a:t>
            </a:r>
            <a:endParaRPr lang="en-US" dirty="0"/>
          </a:p>
        </p:txBody>
      </p:sp>
    </p:spTree>
    <p:extLst>
      <p:ext uri="{BB962C8B-B14F-4D97-AF65-F5344CB8AC3E}">
        <p14:creationId xmlns:p14="http://schemas.microsoft.com/office/powerpoint/2010/main" val="2088069241"/>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Point Text with Object Content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Object Content Slide</a:t>
            </a:r>
            <a:endParaRPr lang="en-IN" dirty="0"/>
          </a:p>
        </p:txBody>
      </p:sp>
      <p:sp>
        <p:nvSpPr>
          <p:cNvPr id="11" name="Text Placeholder 10"/>
          <p:cNvSpPr>
            <a:spLocks noGrp="1"/>
          </p:cNvSpPr>
          <p:nvPr>
            <p:ph type="body" sz="quarter" idx="10" hasCustomPrompt="1"/>
          </p:nvPr>
        </p:nvSpPr>
        <p:spPr>
          <a:xfrm>
            <a:off x="550865" y="1628776"/>
            <a:ext cx="5350404" cy="4679950"/>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4" name="Content Placeholder 3">
            <a:extLst>
              <a:ext uri="{FF2B5EF4-FFF2-40B4-BE49-F238E27FC236}">
                <a16:creationId xmlns:a16="http://schemas.microsoft.com/office/drawing/2014/main" id="{CCA26F7D-17E4-CAEA-253D-79DBB5AE3AD0}"/>
              </a:ext>
            </a:extLst>
          </p:cNvPr>
          <p:cNvSpPr>
            <a:spLocks noGrp="1"/>
          </p:cNvSpPr>
          <p:nvPr>
            <p:ph sz="quarter" idx="12"/>
          </p:nvPr>
        </p:nvSpPr>
        <p:spPr>
          <a:xfrm>
            <a:off x="6291263" y="1803402"/>
            <a:ext cx="5349875" cy="4505325"/>
          </a:xfrm>
          <a:prstGeom prst="rect">
            <a:avLst/>
          </a:prstGeom>
        </p:spPr>
        <p:txBody>
          <a:bodyPr/>
          <a:lstStyle>
            <a:lvl1pPr>
              <a:defRPr sz="1125" b="0" i="0">
                <a:latin typeface="Adani Regular" panose="02000503000000020004" pitchFamily="2" charset="0"/>
              </a:defRPr>
            </a:lvl1pPr>
          </a:lstStyle>
          <a:p>
            <a:pPr lvl="0"/>
            <a:r>
              <a:rPr lang="en-US"/>
              <a:t>Click to edit Master text styles</a:t>
            </a:r>
          </a:p>
        </p:txBody>
      </p:sp>
      <p:sp>
        <p:nvSpPr>
          <p:cNvPr id="2" name="Rectangle 1">
            <a:extLst>
              <a:ext uri="{FF2B5EF4-FFF2-40B4-BE49-F238E27FC236}">
                <a16:creationId xmlns:a16="http://schemas.microsoft.com/office/drawing/2014/main" id="{B3E067BC-4C0C-CA2D-9C34-4F7005B0045B}"/>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271439544"/>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Image Slide</a:t>
            </a:r>
            <a:endParaRPr lang="en-IN" dirty="0"/>
          </a:p>
        </p:txBody>
      </p:sp>
      <p:sp>
        <p:nvSpPr>
          <p:cNvPr id="8" name="Picture Placeholder 7"/>
          <p:cNvSpPr>
            <a:spLocks noGrp="1" noChangeAspect="1"/>
          </p:cNvSpPr>
          <p:nvPr>
            <p:ph type="pic" sz="quarter" idx="10" hasCustomPrompt="1"/>
          </p:nvPr>
        </p:nvSpPr>
        <p:spPr>
          <a:xfrm>
            <a:off x="550863"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9" name="Picture Placeholder 7"/>
          <p:cNvSpPr>
            <a:spLocks noGrp="1" noChangeAspect="1"/>
          </p:cNvSpPr>
          <p:nvPr>
            <p:ph type="pic" sz="quarter" idx="11" hasCustomPrompt="1"/>
          </p:nvPr>
        </p:nvSpPr>
        <p:spPr>
          <a:xfrm>
            <a:off x="550863"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0" name="Picture Placeholder 7"/>
          <p:cNvSpPr>
            <a:spLocks noGrp="1" noChangeAspect="1"/>
          </p:cNvSpPr>
          <p:nvPr>
            <p:ph type="pic" sz="quarter" idx="12" hasCustomPrompt="1"/>
          </p:nvPr>
        </p:nvSpPr>
        <p:spPr>
          <a:xfrm>
            <a:off x="4656000"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1" name="Picture Placeholder 7"/>
          <p:cNvSpPr>
            <a:spLocks noGrp="1" noChangeAspect="1"/>
          </p:cNvSpPr>
          <p:nvPr>
            <p:ph type="pic" sz="quarter" idx="13" hasCustomPrompt="1"/>
          </p:nvPr>
        </p:nvSpPr>
        <p:spPr>
          <a:xfrm>
            <a:off x="4656000"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2" name="Picture Placeholder 7"/>
          <p:cNvSpPr>
            <a:spLocks noGrp="1" noChangeAspect="1"/>
          </p:cNvSpPr>
          <p:nvPr>
            <p:ph type="pic" sz="quarter" idx="14" hasCustomPrompt="1"/>
          </p:nvPr>
        </p:nvSpPr>
        <p:spPr>
          <a:xfrm>
            <a:off x="8761139" y="1628775"/>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3" name="Picture Placeholder 7"/>
          <p:cNvSpPr>
            <a:spLocks noGrp="1" noChangeAspect="1"/>
          </p:cNvSpPr>
          <p:nvPr>
            <p:ph type="pic" sz="quarter" idx="15" hasCustomPrompt="1"/>
          </p:nvPr>
        </p:nvSpPr>
        <p:spPr>
          <a:xfrm>
            <a:off x="8761139" y="4133324"/>
            <a:ext cx="2880000" cy="2160000"/>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2" name="Rectangle 1">
            <a:extLst>
              <a:ext uri="{FF2B5EF4-FFF2-40B4-BE49-F238E27FC236}">
                <a16:creationId xmlns:a16="http://schemas.microsoft.com/office/drawing/2014/main" id="{2E65730C-DB3E-592A-380D-76BFC4FD85F2}"/>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642888025"/>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Point Text with Image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16ACF48-CE40-757F-4D6D-168559CE0B1D}"/>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Point Text with Image Slide</a:t>
            </a:r>
            <a:endParaRPr lang="en-IN" dirty="0"/>
          </a:p>
        </p:txBody>
      </p:sp>
      <p:sp>
        <p:nvSpPr>
          <p:cNvPr id="4" name="Rectangle 3">
            <a:extLst>
              <a:ext uri="{FF2B5EF4-FFF2-40B4-BE49-F238E27FC236}">
                <a16:creationId xmlns:a16="http://schemas.microsoft.com/office/drawing/2014/main" id="{A18A58D0-06D6-3C5D-DA04-19B017C81A0E}"/>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5" name="Picture Placeholder 7">
            <a:extLst>
              <a:ext uri="{FF2B5EF4-FFF2-40B4-BE49-F238E27FC236}">
                <a16:creationId xmlns:a16="http://schemas.microsoft.com/office/drawing/2014/main" id="{01586936-E68E-FB4E-0CE4-E4F1C31864BF}"/>
              </a:ext>
            </a:extLst>
          </p:cNvPr>
          <p:cNvSpPr>
            <a:spLocks noGrp="1" noChangeAspect="1"/>
          </p:cNvSpPr>
          <p:nvPr>
            <p:ph type="pic" sz="quarter" idx="10" hasCustomPrompt="1"/>
          </p:nvPr>
        </p:nvSpPr>
        <p:spPr>
          <a:xfrm>
            <a:off x="550863" y="1633862"/>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8" name="Text Placeholder 10">
            <a:extLst>
              <a:ext uri="{FF2B5EF4-FFF2-40B4-BE49-F238E27FC236}">
                <a16:creationId xmlns:a16="http://schemas.microsoft.com/office/drawing/2014/main" id="{AA6CFDF7-0E3D-3B4B-7D0C-AEC784ABC70D}"/>
              </a:ext>
            </a:extLst>
          </p:cNvPr>
          <p:cNvSpPr>
            <a:spLocks noGrp="1"/>
          </p:cNvSpPr>
          <p:nvPr>
            <p:ph type="body" sz="quarter" idx="13" hasCustomPrompt="1"/>
          </p:nvPr>
        </p:nvSpPr>
        <p:spPr>
          <a:xfrm>
            <a:off x="3844079" y="1633862"/>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3" name="Picture Placeholder 7">
            <a:extLst>
              <a:ext uri="{FF2B5EF4-FFF2-40B4-BE49-F238E27FC236}">
                <a16:creationId xmlns:a16="http://schemas.microsoft.com/office/drawing/2014/main" id="{1CC34C73-514D-4585-FF6B-61FA281C1F32}"/>
              </a:ext>
            </a:extLst>
          </p:cNvPr>
          <p:cNvSpPr>
            <a:spLocks noGrp="1" noChangeAspect="1"/>
          </p:cNvSpPr>
          <p:nvPr>
            <p:ph type="pic" sz="quarter" idx="14" hasCustomPrompt="1"/>
          </p:nvPr>
        </p:nvSpPr>
        <p:spPr>
          <a:xfrm>
            <a:off x="550863" y="3251619"/>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4" name="Text Placeholder 10">
            <a:extLst>
              <a:ext uri="{FF2B5EF4-FFF2-40B4-BE49-F238E27FC236}">
                <a16:creationId xmlns:a16="http://schemas.microsoft.com/office/drawing/2014/main" id="{421370AC-BC00-92E4-20FF-651619BB51BF}"/>
              </a:ext>
            </a:extLst>
          </p:cNvPr>
          <p:cNvSpPr>
            <a:spLocks noGrp="1"/>
          </p:cNvSpPr>
          <p:nvPr>
            <p:ph type="body" sz="quarter" idx="15" hasCustomPrompt="1"/>
          </p:nvPr>
        </p:nvSpPr>
        <p:spPr>
          <a:xfrm>
            <a:off x="3844079" y="3251619"/>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
        <p:nvSpPr>
          <p:cNvPr id="15" name="Picture Placeholder 7">
            <a:extLst>
              <a:ext uri="{FF2B5EF4-FFF2-40B4-BE49-F238E27FC236}">
                <a16:creationId xmlns:a16="http://schemas.microsoft.com/office/drawing/2014/main" id="{D0E9B7EE-9335-DAB3-7338-DC0FED8E1B05}"/>
              </a:ext>
            </a:extLst>
          </p:cNvPr>
          <p:cNvSpPr>
            <a:spLocks noGrp="1" noChangeAspect="1"/>
          </p:cNvSpPr>
          <p:nvPr>
            <p:ph type="pic" sz="quarter" idx="16" hasCustomPrompt="1"/>
          </p:nvPr>
        </p:nvSpPr>
        <p:spPr>
          <a:xfrm>
            <a:off x="550864" y="4869378"/>
            <a:ext cx="2880000" cy="1439349"/>
          </a:xfrm>
          <a:prstGeom prst="rect">
            <a:avLst/>
          </a:prstGeom>
        </p:spPr>
        <p:txBody>
          <a:bodyPr anchor="ctr"/>
          <a:lstStyle>
            <a:lvl1pPr marL="0" indent="0" algn="ctr">
              <a:buNone/>
              <a:defRPr sz="750" b="1" baseline="0">
                <a:latin typeface="Arial" panose="020B0604020202020204" pitchFamily="34" charset="0"/>
                <a:cs typeface="Arial" panose="020B0604020202020204" pitchFamily="34" charset="0"/>
              </a:defRPr>
            </a:lvl1pPr>
          </a:lstStyle>
          <a:p>
            <a:r>
              <a:rPr lang="en-US" dirty="0"/>
              <a:t>Click here to add Image Note:- Please do not Stretch or Squeeze an Image</a:t>
            </a:r>
            <a:endParaRPr lang="en-IN" dirty="0"/>
          </a:p>
        </p:txBody>
      </p:sp>
      <p:sp>
        <p:nvSpPr>
          <p:cNvPr id="16" name="Text Placeholder 10">
            <a:extLst>
              <a:ext uri="{FF2B5EF4-FFF2-40B4-BE49-F238E27FC236}">
                <a16:creationId xmlns:a16="http://schemas.microsoft.com/office/drawing/2014/main" id="{E866D697-0385-E970-DF76-F3A17287CAC9}"/>
              </a:ext>
            </a:extLst>
          </p:cNvPr>
          <p:cNvSpPr>
            <a:spLocks noGrp="1"/>
          </p:cNvSpPr>
          <p:nvPr>
            <p:ph type="body" sz="quarter" idx="17" hasCustomPrompt="1"/>
          </p:nvPr>
        </p:nvSpPr>
        <p:spPr>
          <a:xfrm>
            <a:off x="3844080" y="4869378"/>
            <a:ext cx="7797059" cy="1439349"/>
          </a:xfrm>
          <a:prstGeom prst="rect">
            <a:avLst/>
          </a:prstGeom>
        </p:spPr>
        <p:txBody>
          <a:bodyPr/>
          <a:lstStyle>
            <a:lvl1pPr>
              <a:defRPr sz="1125" b="0" i="0">
                <a:latin typeface="Adani Regular" panose="02000503000000020004" pitchFamily="2" charset="0"/>
                <a:cs typeface="Arial" panose="020B0604020202020204" pitchFamily="34" charset="0"/>
              </a:defRPr>
            </a:lvl1pPr>
            <a:lvl2pPr>
              <a:defRPr sz="1125" b="0">
                <a:latin typeface="Arial" panose="020B0604020202020204" pitchFamily="34" charset="0"/>
                <a:cs typeface="Arial" panose="020B0604020202020204" pitchFamily="34" charset="0"/>
              </a:defRPr>
            </a:lvl2pPr>
            <a:lvl3pPr>
              <a:defRPr sz="1125" b="0">
                <a:latin typeface="Arial" panose="020B0604020202020204" pitchFamily="34" charset="0"/>
                <a:cs typeface="Arial" panose="020B0604020202020204" pitchFamily="34" charset="0"/>
              </a:defRPr>
            </a:lvl3pPr>
            <a:lvl4pPr>
              <a:defRPr sz="1125" b="0">
                <a:latin typeface="Arial" panose="020B0604020202020204" pitchFamily="34" charset="0"/>
                <a:cs typeface="Arial" panose="020B0604020202020204" pitchFamily="34" charset="0"/>
              </a:defRPr>
            </a:lvl4pPr>
            <a:lvl5pPr>
              <a:defRPr sz="1125" b="0">
                <a:latin typeface="Arial" panose="020B0604020202020204" pitchFamily="34" charset="0"/>
                <a:cs typeface="Arial" panose="020B0604020202020204" pitchFamily="34" charset="0"/>
              </a:defRPr>
            </a:lvl5pPr>
          </a:lstStyle>
          <a:p>
            <a:pPr lvl="0"/>
            <a:r>
              <a:rPr lang="en-US" dirty="0"/>
              <a:t>Key Point</a:t>
            </a:r>
            <a:endParaRPr lang="en-IN" dirty="0"/>
          </a:p>
        </p:txBody>
      </p:sp>
    </p:spTree>
    <p:extLst>
      <p:ext uri="{BB962C8B-B14F-4D97-AF65-F5344CB8AC3E}">
        <p14:creationId xmlns:p14="http://schemas.microsoft.com/office/powerpoint/2010/main" val="2056758095"/>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Outline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Outline Slide</a:t>
            </a:r>
            <a:endParaRPr lang="en-IN" dirty="0"/>
          </a:p>
        </p:txBody>
      </p:sp>
      <p:sp>
        <p:nvSpPr>
          <p:cNvPr id="2" name="Rectangle 1">
            <a:extLst>
              <a:ext uri="{FF2B5EF4-FFF2-40B4-BE49-F238E27FC236}">
                <a16:creationId xmlns:a16="http://schemas.microsoft.com/office/drawing/2014/main" id="{3087025A-88BE-FB82-35D8-1944338EDC94}"/>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707575677"/>
      </p:ext>
    </p:extLst>
  </p:cSld>
  <p:clrMapOvr>
    <a:overrideClrMapping bg1="lt1" tx1="dk1" bg2="lt2" tx2="dk2" accent1="accent1" accent2="accent2" accent3="accent3" accent4="accent4" accent5="accent5" accent6="accent6" hlink="hlink" folHlink="folHlink"/>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Video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chemeClr val="tx1"/>
                </a:solidFill>
                <a:latin typeface="Adani Regular" panose="02000503000000020004" pitchFamily="2" charset="0"/>
                <a:cs typeface="Arial" panose="020B0604020202020204" pitchFamily="34" charset="0"/>
              </a:defRPr>
            </a:lvl1pPr>
          </a:lstStyle>
          <a:p>
            <a:r>
              <a:rPr lang="en-US" dirty="0"/>
              <a:t>Video Slide</a:t>
            </a:r>
            <a:endParaRPr lang="en-IN" dirty="0"/>
          </a:p>
        </p:txBody>
      </p:sp>
      <p:sp>
        <p:nvSpPr>
          <p:cNvPr id="5" name="Rectangle 4">
            <a:extLst>
              <a:ext uri="{FF2B5EF4-FFF2-40B4-BE49-F238E27FC236}">
                <a16:creationId xmlns:a16="http://schemas.microsoft.com/office/drawing/2014/main" id="{EDEF9227-6F58-B7C1-857A-676EAB62456D}"/>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pic>
        <p:nvPicPr>
          <p:cNvPr id="3" name="Picture 2" descr="Logo&#10;&#10;Description automatically generated with low confidence">
            <a:extLst>
              <a:ext uri="{FF2B5EF4-FFF2-40B4-BE49-F238E27FC236}">
                <a16:creationId xmlns:a16="http://schemas.microsoft.com/office/drawing/2014/main" id="{20F692E4-9C7D-6D85-46D1-218CC0B47D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2000" y="0"/>
            <a:ext cx="1440000" cy="1152000"/>
          </a:xfrm>
          <a:prstGeom prst="rect">
            <a:avLst/>
          </a:prstGeom>
        </p:spPr>
      </p:pic>
    </p:spTree>
    <p:extLst>
      <p:ext uri="{BB962C8B-B14F-4D97-AF65-F5344CB8AC3E}">
        <p14:creationId xmlns:p14="http://schemas.microsoft.com/office/powerpoint/2010/main" val="3081067831"/>
      </p:ext>
    </p:extLst>
  </p:cSld>
  <p:clrMapOvr>
    <a:overrideClrMapping bg1="dk1" tx1="lt1" bg2="dk2" tx2="lt2" accent1="accent1" accent2="accent2" accent3="accent3" accent4="accent4" accent5="accent5" accent6="accent6" hlink="hlink" folHlink="folHlink"/>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Reference_1">
    <p:spTree>
      <p:nvGrpSpPr>
        <p:cNvPr id="1" name=""/>
        <p:cNvGrpSpPr/>
        <p:nvPr/>
      </p:nvGrpSpPr>
      <p:grpSpPr>
        <a:xfrm>
          <a:off x="0" y="0"/>
          <a:ext cx="0" cy="0"/>
          <a:chOff x="0" y="0"/>
          <a:chExt cx="0" cy="0"/>
        </a:xfrm>
      </p:grpSpPr>
      <p:graphicFrame>
        <p:nvGraphicFramePr>
          <p:cNvPr id="13" name="Chart 12"/>
          <p:cNvGraphicFramePr/>
          <p:nvPr>
            <p:extLst>
              <p:ext uri="{D42A27DB-BD31-4B8C-83A1-F6EECF244321}">
                <p14:modId xmlns:p14="http://schemas.microsoft.com/office/powerpoint/2010/main" val="3681864551"/>
              </p:ext>
            </p:extLst>
          </p:nvPr>
        </p:nvGraphicFramePr>
        <p:xfrm>
          <a:off x="550864" y="1562102"/>
          <a:ext cx="5545136" cy="47466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p:cNvGraphicFramePr/>
          <p:nvPr>
            <p:extLst>
              <p:ext uri="{D42A27DB-BD31-4B8C-83A1-F6EECF244321}">
                <p14:modId xmlns:p14="http://schemas.microsoft.com/office/powerpoint/2010/main" val="1920275063"/>
              </p:ext>
            </p:extLst>
          </p:nvPr>
        </p:nvGraphicFramePr>
        <p:xfrm>
          <a:off x="6096000" y="1562102"/>
          <a:ext cx="5545139" cy="4746625"/>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8AB2EBCC-6697-C276-77D6-A265C4ED2830}"/>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5" name="Rectangle 4">
            <a:extLst>
              <a:ext uri="{FF2B5EF4-FFF2-40B4-BE49-F238E27FC236}">
                <a16:creationId xmlns:a16="http://schemas.microsoft.com/office/drawing/2014/main" id="{1ABC97F4-9D87-78D1-F4B7-DB19BDD9EF33}"/>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
        <p:nvSpPr>
          <p:cNvPr id="4" name="Title 3">
            <a:extLst>
              <a:ext uri="{FF2B5EF4-FFF2-40B4-BE49-F238E27FC236}">
                <a16:creationId xmlns:a16="http://schemas.microsoft.com/office/drawing/2014/main" id="{92C6F67A-111F-F5AD-22DB-594DCF52CDCC}"/>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9" name="Text Placeholder 8">
            <a:extLst>
              <a:ext uri="{FF2B5EF4-FFF2-40B4-BE49-F238E27FC236}">
                <a16:creationId xmlns:a16="http://schemas.microsoft.com/office/drawing/2014/main" id="{96B4F3E5-4DAA-AE4E-7D07-E937576B794F}"/>
              </a:ext>
            </a:extLst>
          </p:cNvPr>
          <p:cNvSpPr>
            <a:spLocks noGrp="1"/>
          </p:cNvSpPr>
          <p:nvPr>
            <p:ph type="body" sz="quarter" idx="10" hasCustomPrompt="1"/>
          </p:nvPr>
        </p:nvSpPr>
        <p:spPr>
          <a:xfrm>
            <a:off x="4876800" y="6629400"/>
            <a:ext cx="2438400" cy="228600"/>
          </a:xfrm>
          <a:prstGeom prst="rect">
            <a:avLst/>
          </a:prstGeom>
        </p:spPr>
        <p:txBody>
          <a:bodyPr/>
          <a:lstStyle>
            <a:lvl1pPr marL="0" indent="0" algn="ctr">
              <a:buNone/>
              <a:defRPr sz="800"/>
            </a:lvl1pPr>
            <a:lvl2pPr marL="342900" indent="0">
              <a:buNone/>
              <a:defRPr/>
            </a:lvl2pPr>
            <a:lvl3pPr marL="685800" indent="0">
              <a:buNone/>
              <a:defRPr/>
            </a:lvl3pPr>
            <a:lvl4pPr marL="1028700" indent="0">
              <a:buNone/>
              <a:defRPr/>
            </a:lvl4pPr>
            <a:lvl5pPr marL="1371600" indent="0">
              <a:buNone/>
              <a:defRPr/>
            </a:lvl5pPr>
          </a:lstStyle>
          <a:p>
            <a:pPr lvl="0"/>
            <a:r>
              <a:rPr lang="en-US" dirty="0"/>
              <a:t>www.adaniuni.ac.in</a:t>
            </a:r>
          </a:p>
        </p:txBody>
      </p:sp>
    </p:spTree>
    <p:extLst>
      <p:ext uri="{BB962C8B-B14F-4D97-AF65-F5344CB8AC3E}">
        <p14:creationId xmlns:p14="http://schemas.microsoft.com/office/powerpoint/2010/main" val="1508686514"/>
      </p:ext>
    </p:extLst>
  </p:cSld>
  <p:clrMapOvr>
    <a:overrideClrMapping bg1="lt1" tx1="dk1" bg2="lt2" tx2="dk2" accent1="accent1" accent2="accent2" accent3="accent3" accent4="accent4" accent5="accent5" accent6="accent6" hlink="hlink" folHlink="folHlink"/>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Reference_2">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Chart Examples Slide</a:t>
            </a:r>
            <a:endParaRPr lang="en-IN" dirty="0"/>
          </a:p>
        </p:txBody>
      </p:sp>
      <p:graphicFrame>
        <p:nvGraphicFramePr>
          <p:cNvPr id="13" name="Chart 12"/>
          <p:cNvGraphicFramePr/>
          <p:nvPr>
            <p:extLst>
              <p:ext uri="{D42A27DB-BD31-4B8C-83A1-F6EECF244321}">
                <p14:modId xmlns:p14="http://schemas.microsoft.com/office/powerpoint/2010/main" val="1410898327"/>
              </p:ext>
            </p:extLst>
          </p:nvPr>
        </p:nvGraphicFramePr>
        <p:xfrm>
          <a:off x="550864" y="1562102"/>
          <a:ext cx="5545136" cy="4746625"/>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cx1="http://schemas.microsoft.com/office/drawing/2015/9/8/chartex">
        <mc:Choice Requires="cx1">
          <p:graphicFrame>
            <p:nvGraphicFramePr>
              <p:cNvPr id="14" name="Chart 13"/>
              <p:cNvGraphicFramePr/>
              <p:nvPr>
                <p:extLst>
                  <p:ext uri="{D42A27DB-BD31-4B8C-83A1-F6EECF244321}">
                    <p14:modId xmlns:p14="http://schemas.microsoft.com/office/powerpoint/2010/main" val="1122540892"/>
                  </p:ext>
                </p:extLst>
              </p:nvPr>
            </p:nvGraphicFramePr>
            <p:xfrm>
              <a:off x="6096000" y="1562102"/>
              <a:ext cx="5545139" cy="4746625"/>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4" name="Chart 13"/>
              <p:cNvPicPr>
                <a:picLocks noGrp="1" noRot="1" noChangeAspect="1" noMove="1" noResize="1" noEditPoints="1" noAdjustHandles="1" noChangeArrowheads="1" noChangeShapeType="1"/>
              </p:cNvPicPr>
              <p:nvPr/>
            </p:nvPicPr>
            <p:blipFill>
              <a:blip r:embed="rId4"/>
              <a:stretch>
                <a:fillRect/>
              </a:stretch>
            </p:blipFill>
            <p:spPr>
              <a:xfrm>
                <a:off x="6096000" y="1562102"/>
                <a:ext cx="5545139" cy="4746625"/>
              </a:xfrm>
              <a:prstGeom prst="rect">
                <a:avLst/>
              </a:prstGeom>
            </p:spPr>
          </p:pic>
        </mc:Fallback>
      </mc:AlternateContent>
      <p:sp>
        <p:nvSpPr>
          <p:cNvPr id="2" name="TextBox 1">
            <a:extLst>
              <a:ext uri="{FF2B5EF4-FFF2-40B4-BE49-F238E27FC236}">
                <a16:creationId xmlns:a16="http://schemas.microsoft.com/office/drawing/2014/main" id="{465875AA-C8C6-834F-A67C-B83FFBB2EF4D}"/>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4" name="Rectangle 3">
            <a:extLst>
              <a:ext uri="{FF2B5EF4-FFF2-40B4-BE49-F238E27FC236}">
                <a16:creationId xmlns:a16="http://schemas.microsoft.com/office/drawing/2014/main" id="{D5E7CED3-694A-364B-C08E-7713F2E55CA2}"/>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868776092"/>
      </p:ext>
    </p:extLst>
  </p:cSld>
  <p:clrMapOvr>
    <a:overrideClrMapping bg1="lt1" tx1="dk1" bg2="lt2" tx2="dk2" accent1="accent1" accent2="accent2" accent3="accent3" accent4="accent4" accent5="accent5" accent6="accent6" hlink="hlink" folHlink="folHlink"/>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Reference_3">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Table Examples Slide</a:t>
            </a:r>
            <a:endParaRPr lang="en-IN" dirty="0"/>
          </a:p>
        </p:txBody>
      </p:sp>
      <p:graphicFrame>
        <p:nvGraphicFramePr>
          <p:cNvPr id="15" name="Table 14"/>
          <p:cNvGraphicFramePr>
            <a:graphicFrameLocks noGrp="1"/>
          </p:cNvGraphicFramePr>
          <p:nvPr>
            <p:extLst>
              <p:ext uri="{D42A27DB-BD31-4B8C-83A1-F6EECF244321}">
                <p14:modId xmlns:p14="http://schemas.microsoft.com/office/powerpoint/2010/main" val="2668035954"/>
              </p:ext>
            </p:extLst>
          </p:nvPr>
        </p:nvGraphicFramePr>
        <p:xfrm>
          <a:off x="550863" y="1628775"/>
          <a:ext cx="11090275" cy="4679956"/>
        </p:xfrm>
        <a:graphic>
          <a:graphicData uri="http://schemas.openxmlformats.org/drawingml/2006/table">
            <a:tbl>
              <a:tblPr firstRow="1" bandRow="1">
                <a:tableStyleId>{5C22544A-7EE6-4342-B048-85BDC9FD1C3A}</a:tableStyleId>
              </a:tblPr>
              <a:tblGrid>
                <a:gridCol w="2218055">
                  <a:extLst>
                    <a:ext uri="{9D8B030D-6E8A-4147-A177-3AD203B41FA5}">
                      <a16:colId xmlns:a16="http://schemas.microsoft.com/office/drawing/2014/main" val="760433182"/>
                    </a:ext>
                  </a:extLst>
                </a:gridCol>
                <a:gridCol w="2218055">
                  <a:extLst>
                    <a:ext uri="{9D8B030D-6E8A-4147-A177-3AD203B41FA5}">
                      <a16:colId xmlns:a16="http://schemas.microsoft.com/office/drawing/2014/main" val="464844037"/>
                    </a:ext>
                  </a:extLst>
                </a:gridCol>
                <a:gridCol w="2218055">
                  <a:extLst>
                    <a:ext uri="{9D8B030D-6E8A-4147-A177-3AD203B41FA5}">
                      <a16:colId xmlns:a16="http://schemas.microsoft.com/office/drawing/2014/main" val="2292404349"/>
                    </a:ext>
                  </a:extLst>
                </a:gridCol>
                <a:gridCol w="2218055">
                  <a:extLst>
                    <a:ext uri="{9D8B030D-6E8A-4147-A177-3AD203B41FA5}">
                      <a16:colId xmlns:a16="http://schemas.microsoft.com/office/drawing/2014/main" val="3466406743"/>
                    </a:ext>
                  </a:extLst>
                </a:gridCol>
                <a:gridCol w="2218055">
                  <a:extLst>
                    <a:ext uri="{9D8B030D-6E8A-4147-A177-3AD203B41FA5}">
                      <a16:colId xmlns:a16="http://schemas.microsoft.com/office/drawing/2014/main" val="286127728"/>
                    </a:ext>
                  </a:extLst>
                </a:gridCol>
              </a:tblGrid>
              <a:tr h="330906">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tc>
                  <a:txBody>
                    <a:bodyPr/>
                    <a:lstStyle/>
                    <a:p>
                      <a:pPr algn="ctr"/>
                      <a:r>
                        <a:rPr lang="en-US" sz="1500" b="0" i="0" dirty="0">
                          <a:solidFill>
                            <a:schemeClr val="bg1"/>
                          </a:solidFill>
                          <a:latin typeface="Adani Regular" panose="02000503000000020004" pitchFamily="2" charset="0"/>
                          <a:cs typeface="Arial" panose="020B0604020202020204" pitchFamily="34" charset="0"/>
                        </a:rPr>
                        <a:t>Title</a:t>
                      </a:r>
                      <a:endParaRPr lang="en-IN" sz="1500" b="0" i="0" dirty="0">
                        <a:solidFill>
                          <a:schemeClr val="bg1"/>
                        </a:solidFill>
                        <a:latin typeface="Adani Regular" panose="02000503000000020004" pitchFamily="2" charset="0"/>
                        <a:cs typeface="Arial" panose="020B0604020202020204" pitchFamily="34" charset="0"/>
                      </a:endParaRPr>
                    </a:p>
                  </a:txBody>
                  <a:tcPr>
                    <a:solidFill>
                      <a:srgbClr val="8E278F"/>
                    </a:solidFill>
                  </a:tcPr>
                </a:tc>
                <a:extLst>
                  <a:ext uri="{0D108BD9-81ED-4DB2-BD59-A6C34878D82A}">
                    <a16:rowId xmlns:a16="http://schemas.microsoft.com/office/drawing/2014/main" val="3547812584"/>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42079725"/>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3270537555"/>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213147632"/>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539914641"/>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63643327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429135154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458342449"/>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2118990606"/>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527524379"/>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1039495270"/>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909696600"/>
                  </a:ext>
                </a:extLst>
              </a:tr>
              <a:tr h="330906">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828806302"/>
                  </a:ext>
                </a:extLst>
              </a:tr>
              <a:tr h="378178">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tc>
                  <a:txBody>
                    <a:bodyPr/>
                    <a:lstStyle/>
                    <a:p>
                      <a:pPr algn="ctr"/>
                      <a:r>
                        <a:rPr lang="en-US" sz="1500" b="0" i="0" dirty="0">
                          <a:solidFill>
                            <a:schemeClr val="tx1"/>
                          </a:solidFill>
                          <a:latin typeface="Adani Regular" panose="02000503000000020004" pitchFamily="2" charset="0"/>
                          <a:cs typeface="Arial" panose="020B0604020202020204" pitchFamily="34" charset="0"/>
                        </a:rPr>
                        <a:t>Text</a:t>
                      </a:r>
                      <a:endParaRPr lang="en-IN" sz="1500" b="0" i="0" dirty="0">
                        <a:solidFill>
                          <a:schemeClr val="tx1"/>
                        </a:solidFill>
                        <a:latin typeface="Adani Regular" panose="02000503000000020004" pitchFamily="2" charset="0"/>
                        <a:cs typeface="Arial" panose="020B0604020202020204" pitchFamily="34" charset="0"/>
                      </a:endParaRPr>
                    </a:p>
                  </a:txBody>
                  <a:tcPr>
                    <a:solidFill>
                      <a:schemeClr val="bg2"/>
                    </a:solidFill>
                  </a:tcPr>
                </a:tc>
                <a:extLst>
                  <a:ext uri="{0D108BD9-81ED-4DB2-BD59-A6C34878D82A}">
                    <a16:rowId xmlns:a16="http://schemas.microsoft.com/office/drawing/2014/main" val="1762766552"/>
                  </a:ext>
                </a:extLst>
              </a:tr>
            </a:tbl>
          </a:graphicData>
        </a:graphic>
      </p:graphicFrame>
      <p:sp>
        <p:nvSpPr>
          <p:cNvPr id="2" name="TextBox 1">
            <a:extLst>
              <a:ext uri="{FF2B5EF4-FFF2-40B4-BE49-F238E27FC236}">
                <a16:creationId xmlns:a16="http://schemas.microsoft.com/office/drawing/2014/main" id="{C0D82470-48EE-B6F0-3F37-324BDFD128E3}"/>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3" name="Rectangle 2">
            <a:extLst>
              <a:ext uri="{FF2B5EF4-FFF2-40B4-BE49-F238E27FC236}">
                <a16:creationId xmlns:a16="http://schemas.microsoft.com/office/drawing/2014/main" id="{B3201B78-A60B-51FD-9B73-85EB4A9ADE69}"/>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076936384"/>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Reference_4">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F5A4EA-5EF9-0F1C-AE3B-2769FA6EB059}"/>
              </a:ext>
            </a:extLst>
          </p:cNvPr>
          <p:cNvSpPr>
            <a:spLocks noGrp="1"/>
          </p:cNvSpPr>
          <p:nvPr>
            <p:ph type="title" hasCustomPrompt="1"/>
          </p:nvPr>
        </p:nvSpPr>
        <p:spPr>
          <a:xfrm>
            <a:off x="550863" y="564678"/>
            <a:ext cx="9000000" cy="561391"/>
          </a:xfrm>
          <a:prstGeom prst="rect">
            <a:avLst/>
          </a:prstGeom>
        </p:spPr>
        <p:txBody>
          <a:bodyPr anchor="ctr">
            <a:normAutofit/>
          </a:bodyPr>
          <a:lstStyle>
            <a:lvl1pPr>
              <a:defRPr sz="1500" b="1" i="0" baseline="0">
                <a:solidFill>
                  <a:srgbClr val="006DB6"/>
                </a:solidFill>
                <a:latin typeface="Adani Regular" panose="02000503000000020004" pitchFamily="2" charset="0"/>
                <a:cs typeface="Arial" panose="020B0604020202020204" pitchFamily="34" charset="0"/>
              </a:defRPr>
            </a:lvl1pPr>
          </a:lstStyle>
          <a:p>
            <a:r>
              <a:rPr lang="en-US" dirty="0"/>
              <a:t>Icon Examples Slide</a:t>
            </a:r>
            <a:endParaRPr lang="en-IN" dirty="0"/>
          </a:p>
        </p:txBody>
      </p:sp>
      <p:pic>
        <p:nvPicPr>
          <p:cNvPr id="18" name="Graphic 17" descr="Lights On with solid fill">
            <a:extLst>
              <a:ext uri="{FF2B5EF4-FFF2-40B4-BE49-F238E27FC236}">
                <a16:creationId xmlns:a16="http://schemas.microsoft.com/office/drawing/2014/main" id="{88325546-6B41-345F-0763-15FFF0F4378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38800" y="2971800"/>
            <a:ext cx="914400" cy="914400"/>
          </a:xfrm>
          <a:prstGeom prst="rect">
            <a:avLst/>
          </a:prstGeom>
        </p:spPr>
      </p:pic>
      <p:pic>
        <p:nvPicPr>
          <p:cNvPr id="20" name="Graphic 19" descr="Good Idea with solid fill">
            <a:extLst>
              <a:ext uri="{FF2B5EF4-FFF2-40B4-BE49-F238E27FC236}">
                <a16:creationId xmlns:a16="http://schemas.microsoft.com/office/drawing/2014/main" id="{04F3672C-E6DA-D99D-27D9-7EEF24EA212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0575" y="2971800"/>
            <a:ext cx="914400" cy="914400"/>
          </a:xfrm>
          <a:prstGeom prst="rect">
            <a:avLst/>
          </a:prstGeom>
        </p:spPr>
      </p:pic>
      <p:pic>
        <p:nvPicPr>
          <p:cNvPr id="22" name="Graphic 21" descr="Group brainstorm outline">
            <a:extLst>
              <a:ext uri="{FF2B5EF4-FFF2-40B4-BE49-F238E27FC236}">
                <a16:creationId xmlns:a16="http://schemas.microsoft.com/office/drawing/2014/main" id="{2DE071CA-39F3-EB9D-1CBB-AE5706D8FA8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69687" y="3019272"/>
            <a:ext cx="914400" cy="914400"/>
          </a:xfrm>
          <a:prstGeom prst="rect">
            <a:avLst/>
          </a:prstGeom>
        </p:spPr>
      </p:pic>
      <p:pic>
        <p:nvPicPr>
          <p:cNvPr id="24" name="Graphic 23" descr="Right Brain with solid fill">
            <a:extLst>
              <a:ext uri="{FF2B5EF4-FFF2-40B4-BE49-F238E27FC236}">
                <a16:creationId xmlns:a16="http://schemas.microsoft.com/office/drawing/2014/main" id="{E94A7687-3463-0FBD-4A21-AE4EB35C690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77025" y="2971800"/>
            <a:ext cx="914400" cy="914400"/>
          </a:xfrm>
          <a:prstGeom prst="rect">
            <a:avLst/>
          </a:prstGeom>
        </p:spPr>
      </p:pic>
      <p:pic>
        <p:nvPicPr>
          <p:cNvPr id="26" name="Graphic 25" descr="Meeting with solid fill">
            <a:extLst>
              <a:ext uri="{FF2B5EF4-FFF2-40B4-BE49-F238E27FC236}">
                <a16:creationId xmlns:a16="http://schemas.microsoft.com/office/drawing/2014/main" id="{522B4FCE-49F7-2FB8-1097-A9F6752A5D3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07913" y="3019272"/>
            <a:ext cx="914400" cy="914400"/>
          </a:xfrm>
          <a:prstGeom prst="rect">
            <a:avLst/>
          </a:prstGeom>
        </p:spPr>
      </p:pic>
      <p:sp>
        <p:nvSpPr>
          <p:cNvPr id="27" name="TextBox 26">
            <a:extLst>
              <a:ext uri="{FF2B5EF4-FFF2-40B4-BE49-F238E27FC236}">
                <a16:creationId xmlns:a16="http://schemas.microsoft.com/office/drawing/2014/main" id="{50446BF0-D54C-843B-2911-E657D3BC2D4D}"/>
              </a:ext>
            </a:extLst>
          </p:cNvPr>
          <p:cNvSpPr txBox="1"/>
          <p:nvPr/>
        </p:nvSpPr>
        <p:spPr>
          <a:xfrm>
            <a:off x="550864" y="128643"/>
            <a:ext cx="5694489" cy="253916"/>
          </a:xfrm>
          <a:prstGeom prst="rect">
            <a:avLst/>
          </a:prstGeom>
          <a:noFill/>
        </p:spPr>
        <p:txBody>
          <a:bodyPr wrap="square" rtlCol="0">
            <a:spAutoFit/>
          </a:bodyPr>
          <a:lstStyle/>
          <a:p>
            <a:r>
              <a:rPr lang="en-US" sz="1050" dirty="0">
                <a:solidFill>
                  <a:srgbClr val="FF0000"/>
                </a:solidFill>
              </a:rPr>
              <a:t>Note:- Do not use this slide. This is for reference only</a:t>
            </a:r>
          </a:p>
        </p:txBody>
      </p:sp>
      <p:sp>
        <p:nvSpPr>
          <p:cNvPr id="2" name="Rectangle 1">
            <a:extLst>
              <a:ext uri="{FF2B5EF4-FFF2-40B4-BE49-F238E27FC236}">
                <a16:creationId xmlns:a16="http://schemas.microsoft.com/office/drawing/2014/main" id="{90187AF8-5A86-6C78-4BFB-DD6D7582AF17}"/>
              </a:ext>
            </a:extLst>
          </p:cNvPr>
          <p:cNvSpPr/>
          <p:nvPr/>
        </p:nvSpPr>
        <p:spPr>
          <a:xfrm>
            <a:off x="550863" y="1126066"/>
            <a:ext cx="1800000" cy="1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336276094"/>
      </p:ext>
    </p:extLst>
  </p:cSld>
  <p:clrMapOvr>
    <a:overrideClrMapping bg1="lt1" tx1="dk1" bg2="lt2" tx2="dk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3505" y="770467"/>
            <a:ext cx="10782300" cy="3352800"/>
          </a:xfrm>
        </p:spPr>
        <p:txBody>
          <a:bodyPr anchor="b">
            <a:noAutofit/>
          </a:bodyPr>
          <a:lstStyle>
            <a:lvl1pPr algn="l">
              <a:lnSpc>
                <a:spcPct val="80000"/>
              </a:lnSpc>
              <a:defRPr sz="80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3" y="4198409"/>
            <a:ext cx="9228201" cy="1645920"/>
          </a:xfrm>
        </p:spPr>
        <p:txBody>
          <a:bodyPr>
            <a:normAutofit/>
          </a:bodyPr>
          <a:lstStyle>
            <a:lvl1pPr marL="0" indent="0" algn="l">
              <a:buNone/>
              <a:defRPr sz="28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75000"/>
                  </a:srgbClr>
                </a:solidFill>
              </a:defRPr>
            </a:lvl1pPr>
          </a:lstStyle>
          <a:p>
            <a:endParaRPr lang="en-US" dirty="0"/>
          </a:p>
        </p:txBody>
      </p:sp>
      <p:sp>
        <p:nvSpPr>
          <p:cNvPr id="8" name="Footer Placeholder 7"/>
          <p:cNvSpPr>
            <a:spLocks noGrp="1"/>
          </p:cNvSpPr>
          <p:nvPr>
            <p:ph type="ftr" sz="quarter" idx="11"/>
          </p:nvPr>
        </p:nvSpPr>
        <p:spPr/>
        <p:txBody>
          <a:bodyPr/>
          <a:lstStyle>
            <a:lvl1pPr>
              <a:defRPr>
                <a:solidFill>
                  <a:srgbClr val="FFFFFF">
                    <a:alpha val="75000"/>
                  </a:srgbClr>
                </a:solidFill>
              </a:defRPr>
            </a:lvl1pPr>
          </a:lstStyle>
          <a:p>
            <a:r>
              <a:rPr lang="en-US"/>
              <a:t>www.adaniuni.ac.in</a:t>
            </a:r>
            <a:endParaRPr lang="en-US" dirty="0"/>
          </a:p>
        </p:txBody>
      </p:sp>
      <p:sp>
        <p:nvSpPr>
          <p:cNvPr id="9" name="Slide Number Placeholder 8"/>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smtClean="0"/>
              <a:pPr/>
              <a:t>‹#›</a:t>
            </a:fld>
            <a:endParaRPr lang="en-US" dirty="0"/>
          </a:p>
        </p:txBody>
      </p:sp>
      <p:pic>
        <p:nvPicPr>
          <p:cNvPr id="10" name="Picture 9" descr="A logo with text and letters&#10;&#10;AI-generated content may be incorrect.">
            <a:extLst>
              <a:ext uri="{FF2B5EF4-FFF2-40B4-BE49-F238E27FC236}">
                <a16:creationId xmlns:a16="http://schemas.microsoft.com/office/drawing/2014/main" id="{32A431A8-E226-BF17-59B3-6B7211B58E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11480" y="228600"/>
            <a:ext cx="2838080" cy="716354"/>
          </a:xfrm>
          <a:prstGeom prst="rect">
            <a:avLst/>
          </a:prstGeom>
        </p:spPr>
      </p:pic>
    </p:spTree>
    <p:extLst>
      <p:ext uri="{BB962C8B-B14F-4D97-AF65-F5344CB8AC3E}">
        <p14:creationId xmlns:p14="http://schemas.microsoft.com/office/powerpoint/2010/main" val="3152390097"/>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5pPr marL="1371600" indent="0">
              <a:buNone/>
              <a:defRPr/>
            </a:lvl5pPr>
          </a:lstStyle>
          <a:p>
            <a:pPr lvl="0"/>
            <a:r>
              <a:rPr lang="en-US"/>
              <a:t>Click to edit Master text styles</a:t>
            </a:r>
          </a:p>
        </p:txBody>
      </p:sp>
      <p:pic>
        <p:nvPicPr>
          <p:cNvPr id="8" name="Picture 7" descr="A logo with text and letters&#10;&#10;AI-generated content may be incorrect.">
            <a:extLst>
              <a:ext uri="{FF2B5EF4-FFF2-40B4-BE49-F238E27FC236}">
                <a16:creationId xmlns:a16="http://schemas.microsoft.com/office/drawing/2014/main" id="{4E71ACBB-47D9-1085-15DE-EDD896C1EA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11480" y="228600"/>
            <a:ext cx="2838080" cy="716354"/>
          </a:xfrm>
          <a:prstGeom prst="rect">
            <a:avLst/>
          </a:prstGeom>
        </p:spPr>
      </p:pic>
      <p:sp>
        <p:nvSpPr>
          <p:cNvPr id="12" name="Title 11">
            <a:extLst>
              <a:ext uri="{FF2B5EF4-FFF2-40B4-BE49-F238E27FC236}">
                <a16:creationId xmlns:a16="http://schemas.microsoft.com/office/drawing/2014/main" id="{0B5C42D7-3AFB-0805-C59E-0BBF542AB548}"/>
              </a:ext>
            </a:extLst>
          </p:cNvPr>
          <p:cNvSpPr>
            <a:spLocks noGrp="1"/>
          </p:cNvSpPr>
          <p:nvPr>
            <p:ph type="title"/>
          </p:nvPr>
        </p:nvSpPr>
        <p:spPr>
          <a:xfrm>
            <a:off x="838200" y="365126"/>
            <a:ext cx="10947400" cy="716354"/>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827239581"/>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8480E-65E8-712F-8BED-7D11F1501C73}"/>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dirty="0"/>
          </a:p>
        </p:txBody>
      </p:sp>
    </p:spTree>
    <p:extLst>
      <p:ext uri="{BB962C8B-B14F-4D97-AF65-F5344CB8AC3E}">
        <p14:creationId xmlns:p14="http://schemas.microsoft.com/office/powerpoint/2010/main" val="37669464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8.xml"/><Relationship Id="rId2" Type="http://schemas.openxmlformats.org/officeDocument/2006/relationships/slideLayout" Target="../slideLayouts/slideLayout37.xml"/><Relationship Id="rId1" Type="http://schemas.openxmlformats.org/officeDocument/2006/relationships/slideLayout" Target="../slideLayouts/slideLayout36.xml"/><Relationship Id="rId5" Type="http://schemas.openxmlformats.org/officeDocument/2006/relationships/theme" Target="../theme/theme2.xml"/><Relationship Id="rId4" Type="http://schemas.openxmlformats.org/officeDocument/2006/relationships/slideLayout" Target="../slideLayouts/slideLayout3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image" Target="../media/image1.png"/><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theme" Target="../theme/theme3.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68.xml"/><Relationship Id="rId18" Type="http://schemas.openxmlformats.org/officeDocument/2006/relationships/slideLayout" Target="../slideLayouts/slideLayout73.xml"/><Relationship Id="rId26" Type="http://schemas.openxmlformats.org/officeDocument/2006/relationships/slideLayout" Target="../slideLayouts/slideLayout81.xml"/><Relationship Id="rId3" Type="http://schemas.openxmlformats.org/officeDocument/2006/relationships/slideLayout" Target="../slideLayouts/slideLayout58.xml"/><Relationship Id="rId21" Type="http://schemas.openxmlformats.org/officeDocument/2006/relationships/slideLayout" Target="../slideLayouts/slideLayout76.xml"/><Relationship Id="rId34" Type="http://schemas.openxmlformats.org/officeDocument/2006/relationships/slideLayout" Target="../slideLayouts/slideLayout89.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5" Type="http://schemas.openxmlformats.org/officeDocument/2006/relationships/slideLayout" Target="../slideLayouts/slideLayout80.xml"/><Relationship Id="rId33" Type="http://schemas.openxmlformats.org/officeDocument/2006/relationships/slideLayout" Target="../slideLayouts/slideLayout88.xml"/><Relationship Id="rId2" Type="http://schemas.openxmlformats.org/officeDocument/2006/relationships/slideLayout" Target="../slideLayouts/slideLayout57.xml"/><Relationship Id="rId16" Type="http://schemas.openxmlformats.org/officeDocument/2006/relationships/slideLayout" Target="../slideLayouts/slideLayout71.xml"/><Relationship Id="rId20" Type="http://schemas.openxmlformats.org/officeDocument/2006/relationships/slideLayout" Target="../slideLayouts/slideLayout75.xml"/><Relationship Id="rId29" Type="http://schemas.openxmlformats.org/officeDocument/2006/relationships/slideLayout" Target="../slideLayouts/slideLayout84.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24" Type="http://schemas.openxmlformats.org/officeDocument/2006/relationships/slideLayout" Target="../slideLayouts/slideLayout79.xml"/><Relationship Id="rId32" Type="http://schemas.openxmlformats.org/officeDocument/2006/relationships/slideLayout" Target="../slideLayouts/slideLayout87.xml"/><Relationship Id="rId5" Type="http://schemas.openxmlformats.org/officeDocument/2006/relationships/slideLayout" Target="../slideLayouts/slideLayout60.xml"/><Relationship Id="rId15" Type="http://schemas.openxmlformats.org/officeDocument/2006/relationships/slideLayout" Target="../slideLayouts/slideLayout70.xml"/><Relationship Id="rId23" Type="http://schemas.openxmlformats.org/officeDocument/2006/relationships/slideLayout" Target="../slideLayouts/slideLayout78.xml"/><Relationship Id="rId28" Type="http://schemas.openxmlformats.org/officeDocument/2006/relationships/slideLayout" Target="../slideLayouts/slideLayout83.xml"/><Relationship Id="rId10" Type="http://schemas.openxmlformats.org/officeDocument/2006/relationships/slideLayout" Target="../slideLayouts/slideLayout65.xml"/><Relationship Id="rId19" Type="http://schemas.openxmlformats.org/officeDocument/2006/relationships/slideLayout" Target="../slideLayouts/slideLayout74.xml"/><Relationship Id="rId31" Type="http://schemas.openxmlformats.org/officeDocument/2006/relationships/slideLayout" Target="../slideLayouts/slideLayout86.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 Id="rId22" Type="http://schemas.openxmlformats.org/officeDocument/2006/relationships/slideLayout" Target="../slideLayouts/slideLayout77.xml"/><Relationship Id="rId27" Type="http://schemas.openxmlformats.org/officeDocument/2006/relationships/slideLayout" Target="../slideLayouts/slideLayout82.xml"/><Relationship Id="rId30" Type="http://schemas.openxmlformats.org/officeDocument/2006/relationships/slideLayout" Target="../slideLayouts/slideLayout85.xml"/><Relationship Id="rId35" Type="http://schemas.openxmlformats.org/officeDocument/2006/relationships/theme" Target="../theme/theme4.xml"/><Relationship Id="rId8" Type="http://schemas.openxmlformats.org/officeDocument/2006/relationships/slideLayout" Target="../slideLayouts/slideLayout63.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92.xml"/><Relationship Id="rId2" Type="http://schemas.openxmlformats.org/officeDocument/2006/relationships/slideLayout" Target="../slideLayouts/slideLayout91.xml"/><Relationship Id="rId1" Type="http://schemas.openxmlformats.org/officeDocument/2006/relationships/slideLayout" Target="../slideLayouts/slideLayout90.xml"/><Relationship Id="rId5" Type="http://schemas.openxmlformats.org/officeDocument/2006/relationships/theme" Target="../theme/theme5.xml"/><Relationship Id="rId4" Type="http://schemas.openxmlformats.org/officeDocument/2006/relationships/slideLayout" Target="../slideLayouts/slideLayout9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1.xml"/><Relationship Id="rId13" Type="http://schemas.openxmlformats.org/officeDocument/2006/relationships/slideLayout" Target="../slideLayouts/slideLayout106.xml"/><Relationship Id="rId18" Type="http://schemas.openxmlformats.org/officeDocument/2006/relationships/theme" Target="../theme/theme6.xml"/><Relationship Id="rId3" Type="http://schemas.openxmlformats.org/officeDocument/2006/relationships/slideLayout" Target="../slideLayouts/slideLayout96.xml"/><Relationship Id="rId7" Type="http://schemas.openxmlformats.org/officeDocument/2006/relationships/slideLayout" Target="../slideLayouts/slideLayout100.xml"/><Relationship Id="rId12" Type="http://schemas.openxmlformats.org/officeDocument/2006/relationships/slideLayout" Target="../slideLayouts/slideLayout105.xml"/><Relationship Id="rId17" Type="http://schemas.openxmlformats.org/officeDocument/2006/relationships/slideLayout" Target="../slideLayouts/slideLayout110.xml"/><Relationship Id="rId2" Type="http://schemas.openxmlformats.org/officeDocument/2006/relationships/slideLayout" Target="../slideLayouts/slideLayout95.xml"/><Relationship Id="rId16" Type="http://schemas.openxmlformats.org/officeDocument/2006/relationships/slideLayout" Target="../slideLayouts/slideLayout109.xml"/><Relationship Id="rId1" Type="http://schemas.openxmlformats.org/officeDocument/2006/relationships/slideLayout" Target="../slideLayouts/slideLayout94.xml"/><Relationship Id="rId6" Type="http://schemas.openxmlformats.org/officeDocument/2006/relationships/slideLayout" Target="../slideLayouts/slideLayout99.xml"/><Relationship Id="rId11" Type="http://schemas.openxmlformats.org/officeDocument/2006/relationships/slideLayout" Target="../slideLayouts/slideLayout104.xml"/><Relationship Id="rId5" Type="http://schemas.openxmlformats.org/officeDocument/2006/relationships/slideLayout" Target="../slideLayouts/slideLayout98.xml"/><Relationship Id="rId15" Type="http://schemas.openxmlformats.org/officeDocument/2006/relationships/slideLayout" Target="../slideLayouts/slideLayout108.xml"/><Relationship Id="rId10" Type="http://schemas.openxmlformats.org/officeDocument/2006/relationships/slideLayout" Target="../slideLayouts/slideLayout103.xml"/><Relationship Id="rId19" Type="http://schemas.openxmlformats.org/officeDocument/2006/relationships/image" Target="../media/image1.png"/><Relationship Id="rId4" Type="http://schemas.openxmlformats.org/officeDocument/2006/relationships/slideLayout" Target="../slideLayouts/slideLayout97.xml"/><Relationship Id="rId9" Type="http://schemas.openxmlformats.org/officeDocument/2006/relationships/slideLayout" Target="../slideLayouts/slideLayout102.xml"/><Relationship Id="rId14" Type="http://schemas.openxmlformats.org/officeDocument/2006/relationships/slideLayout" Target="../slideLayouts/slideLayout107.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123.xml"/><Relationship Id="rId18" Type="http://schemas.openxmlformats.org/officeDocument/2006/relationships/slideLayout" Target="../slideLayouts/slideLayout128.xml"/><Relationship Id="rId26" Type="http://schemas.openxmlformats.org/officeDocument/2006/relationships/slideLayout" Target="../slideLayouts/slideLayout136.xml"/><Relationship Id="rId3" Type="http://schemas.openxmlformats.org/officeDocument/2006/relationships/slideLayout" Target="../slideLayouts/slideLayout113.xml"/><Relationship Id="rId21" Type="http://schemas.openxmlformats.org/officeDocument/2006/relationships/slideLayout" Target="../slideLayouts/slideLayout131.xml"/><Relationship Id="rId34" Type="http://schemas.openxmlformats.org/officeDocument/2006/relationships/slideLayout" Target="../slideLayouts/slideLayout144.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17" Type="http://schemas.openxmlformats.org/officeDocument/2006/relationships/slideLayout" Target="../slideLayouts/slideLayout127.xml"/><Relationship Id="rId25" Type="http://schemas.openxmlformats.org/officeDocument/2006/relationships/slideLayout" Target="../slideLayouts/slideLayout135.xml"/><Relationship Id="rId33" Type="http://schemas.openxmlformats.org/officeDocument/2006/relationships/slideLayout" Target="../slideLayouts/slideLayout143.xml"/><Relationship Id="rId2" Type="http://schemas.openxmlformats.org/officeDocument/2006/relationships/slideLayout" Target="../slideLayouts/slideLayout112.xml"/><Relationship Id="rId16" Type="http://schemas.openxmlformats.org/officeDocument/2006/relationships/slideLayout" Target="../slideLayouts/slideLayout126.xml"/><Relationship Id="rId20" Type="http://schemas.openxmlformats.org/officeDocument/2006/relationships/slideLayout" Target="../slideLayouts/slideLayout130.xml"/><Relationship Id="rId29" Type="http://schemas.openxmlformats.org/officeDocument/2006/relationships/slideLayout" Target="../slideLayouts/slideLayout139.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24" Type="http://schemas.openxmlformats.org/officeDocument/2006/relationships/slideLayout" Target="../slideLayouts/slideLayout134.xml"/><Relationship Id="rId32" Type="http://schemas.openxmlformats.org/officeDocument/2006/relationships/slideLayout" Target="../slideLayouts/slideLayout142.xml"/><Relationship Id="rId5" Type="http://schemas.openxmlformats.org/officeDocument/2006/relationships/slideLayout" Target="../slideLayouts/slideLayout115.xml"/><Relationship Id="rId15" Type="http://schemas.openxmlformats.org/officeDocument/2006/relationships/slideLayout" Target="../slideLayouts/slideLayout125.xml"/><Relationship Id="rId23" Type="http://schemas.openxmlformats.org/officeDocument/2006/relationships/slideLayout" Target="../slideLayouts/slideLayout133.xml"/><Relationship Id="rId28" Type="http://schemas.openxmlformats.org/officeDocument/2006/relationships/slideLayout" Target="../slideLayouts/slideLayout138.xml"/><Relationship Id="rId10" Type="http://schemas.openxmlformats.org/officeDocument/2006/relationships/slideLayout" Target="../slideLayouts/slideLayout120.xml"/><Relationship Id="rId19" Type="http://schemas.openxmlformats.org/officeDocument/2006/relationships/slideLayout" Target="../slideLayouts/slideLayout129.xml"/><Relationship Id="rId31" Type="http://schemas.openxmlformats.org/officeDocument/2006/relationships/slideLayout" Target="../slideLayouts/slideLayout141.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slideLayout" Target="../slideLayouts/slideLayout124.xml"/><Relationship Id="rId22" Type="http://schemas.openxmlformats.org/officeDocument/2006/relationships/slideLayout" Target="../slideLayouts/slideLayout132.xml"/><Relationship Id="rId27" Type="http://schemas.openxmlformats.org/officeDocument/2006/relationships/slideLayout" Target="../slideLayouts/slideLayout137.xml"/><Relationship Id="rId30" Type="http://schemas.openxmlformats.org/officeDocument/2006/relationships/slideLayout" Target="../slideLayouts/slideLayout140.xml"/><Relationship Id="rId35" Type="http://schemas.openxmlformats.org/officeDocument/2006/relationships/theme" Target="../theme/theme7.xml"/><Relationship Id="rId8" Type="http://schemas.openxmlformats.org/officeDocument/2006/relationships/slideLayout" Target="../slideLayouts/slideLayout118.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147.xml"/><Relationship Id="rId2" Type="http://schemas.openxmlformats.org/officeDocument/2006/relationships/slideLayout" Target="../slideLayouts/slideLayout146.xml"/><Relationship Id="rId1" Type="http://schemas.openxmlformats.org/officeDocument/2006/relationships/slideLayout" Target="../slideLayouts/slideLayout145.xml"/><Relationship Id="rId5" Type="http://schemas.openxmlformats.org/officeDocument/2006/relationships/theme" Target="../theme/theme8.xml"/><Relationship Id="rId4" Type="http://schemas.openxmlformats.org/officeDocument/2006/relationships/slideLayout" Target="../slideLayouts/slideLayout14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56.xml"/><Relationship Id="rId13" Type="http://schemas.openxmlformats.org/officeDocument/2006/relationships/slideLayout" Target="../slideLayouts/slideLayout161.xml"/><Relationship Id="rId18" Type="http://schemas.openxmlformats.org/officeDocument/2006/relationships/image" Target="../media/image1.png"/><Relationship Id="rId3" Type="http://schemas.openxmlformats.org/officeDocument/2006/relationships/slideLayout" Target="../slideLayouts/slideLayout151.xml"/><Relationship Id="rId7" Type="http://schemas.openxmlformats.org/officeDocument/2006/relationships/slideLayout" Target="../slideLayouts/slideLayout155.xml"/><Relationship Id="rId12" Type="http://schemas.openxmlformats.org/officeDocument/2006/relationships/slideLayout" Target="../slideLayouts/slideLayout160.xml"/><Relationship Id="rId17" Type="http://schemas.openxmlformats.org/officeDocument/2006/relationships/theme" Target="../theme/theme9.xml"/><Relationship Id="rId2" Type="http://schemas.openxmlformats.org/officeDocument/2006/relationships/slideLayout" Target="../slideLayouts/slideLayout150.xml"/><Relationship Id="rId16" Type="http://schemas.openxmlformats.org/officeDocument/2006/relationships/slideLayout" Target="../slideLayouts/slideLayout164.xml"/><Relationship Id="rId1" Type="http://schemas.openxmlformats.org/officeDocument/2006/relationships/slideLayout" Target="../slideLayouts/slideLayout149.xml"/><Relationship Id="rId6" Type="http://schemas.openxmlformats.org/officeDocument/2006/relationships/slideLayout" Target="../slideLayouts/slideLayout154.xml"/><Relationship Id="rId11" Type="http://schemas.openxmlformats.org/officeDocument/2006/relationships/slideLayout" Target="../slideLayouts/slideLayout159.xml"/><Relationship Id="rId5" Type="http://schemas.openxmlformats.org/officeDocument/2006/relationships/slideLayout" Target="../slideLayouts/slideLayout153.xml"/><Relationship Id="rId15" Type="http://schemas.openxmlformats.org/officeDocument/2006/relationships/slideLayout" Target="../slideLayouts/slideLayout163.xml"/><Relationship Id="rId10" Type="http://schemas.openxmlformats.org/officeDocument/2006/relationships/slideLayout" Target="../slideLayouts/slideLayout158.xml"/><Relationship Id="rId4" Type="http://schemas.openxmlformats.org/officeDocument/2006/relationships/slideLayout" Target="../slideLayouts/slideLayout152.xml"/><Relationship Id="rId9" Type="http://schemas.openxmlformats.org/officeDocument/2006/relationships/slideLayout" Target="../slideLayouts/slideLayout157.xml"/><Relationship Id="rId14" Type="http://schemas.openxmlformats.org/officeDocument/2006/relationships/slideLayout" Target="../slideLayouts/slideLayout162.xml"/></Relationships>
</file>

<file path=ppt/slideMasters/_rels/slideMaster10.xml.rels><?xml version="1.0" encoding="UTF-8" standalone="yes"?>
<Relationships xmlns="http://schemas.openxmlformats.org/package/2006/relationships"><Relationship Id="rId13" Type="http://schemas.openxmlformats.org/officeDocument/2006/relationships/slideLayout" Target="../slideLayouts/slideLayout177.xml"/><Relationship Id="rId18" Type="http://schemas.openxmlformats.org/officeDocument/2006/relationships/slideLayout" Target="../slideLayouts/slideLayout182.xml"/><Relationship Id="rId26" Type="http://schemas.openxmlformats.org/officeDocument/2006/relationships/slideLayout" Target="../slideLayouts/slideLayout190.xml"/><Relationship Id="rId3" Type="http://schemas.openxmlformats.org/officeDocument/2006/relationships/slideLayout" Target="../slideLayouts/slideLayout167.xml"/><Relationship Id="rId21" Type="http://schemas.openxmlformats.org/officeDocument/2006/relationships/slideLayout" Target="../slideLayouts/slideLayout185.xml"/><Relationship Id="rId34" Type="http://schemas.openxmlformats.org/officeDocument/2006/relationships/slideLayout" Target="../slideLayouts/slideLayout198.xml"/><Relationship Id="rId7" Type="http://schemas.openxmlformats.org/officeDocument/2006/relationships/slideLayout" Target="../slideLayouts/slideLayout171.xml"/><Relationship Id="rId12" Type="http://schemas.openxmlformats.org/officeDocument/2006/relationships/slideLayout" Target="../slideLayouts/slideLayout176.xml"/><Relationship Id="rId17" Type="http://schemas.openxmlformats.org/officeDocument/2006/relationships/slideLayout" Target="../slideLayouts/slideLayout181.xml"/><Relationship Id="rId25" Type="http://schemas.openxmlformats.org/officeDocument/2006/relationships/slideLayout" Target="../slideLayouts/slideLayout189.xml"/><Relationship Id="rId33" Type="http://schemas.openxmlformats.org/officeDocument/2006/relationships/slideLayout" Target="../slideLayouts/slideLayout197.xml"/><Relationship Id="rId2" Type="http://schemas.openxmlformats.org/officeDocument/2006/relationships/slideLayout" Target="../slideLayouts/slideLayout166.xml"/><Relationship Id="rId16" Type="http://schemas.openxmlformats.org/officeDocument/2006/relationships/slideLayout" Target="../slideLayouts/slideLayout180.xml"/><Relationship Id="rId20" Type="http://schemas.openxmlformats.org/officeDocument/2006/relationships/slideLayout" Target="../slideLayouts/slideLayout184.xml"/><Relationship Id="rId29" Type="http://schemas.openxmlformats.org/officeDocument/2006/relationships/slideLayout" Target="../slideLayouts/slideLayout193.xml"/><Relationship Id="rId1" Type="http://schemas.openxmlformats.org/officeDocument/2006/relationships/slideLayout" Target="../slideLayouts/slideLayout165.xml"/><Relationship Id="rId6" Type="http://schemas.openxmlformats.org/officeDocument/2006/relationships/slideLayout" Target="../slideLayouts/slideLayout170.xml"/><Relationship Id="rId11" Type="http://schemas.openxmlformats.org/officeDocument/2006/relationships/slideLayout" Target="../slideLayouts/slideLayout175.xml"/><Relationship Id="rId24" Type="http://schemas.openxmlformats.org/officeDocument/2006/relationships/slideLayout" Target="../slideLayouts/slideLayout188.xml"/><Relationship Id="rId32" Type="http://schemas.openxmlformats.org/officeDocument/2006/relationships/slideLayout" Target="../slideLayouts/slideLayout196.xml"/><Relationship Id="rId5" Type="http://schemas.openxmlformats.org/officeDocument/2006/relationships/slideLayout" Target="../slideLayouts/slideLayout169.xml"/><Relationship Id="rId15" Type="http://schemas.openxmlformats.org/officeDocument/2006/relationships/slideLayout" Target="../slideLayouts/slideLayout179.xml"/><Relationship Id="rId23" Type="http://schemas.openxmlformats.org/officeDocument/2006/relationships/slideLayout" Target="../slideLayouts/slideLayout187.xml"/><Relationship Id="rId28" Type="http://schemas.openxmlformats.org/officeDocument/2006/relationships/slideLayout" Target="../slideLayouts/slideLayout192.xml"/><Relationship Id="rId36" Type="http://schemas.openxmlformats.org/officeDocument/2006/relationships/theme" Target="../theme/theme10.xml"/><Relationship Id="rId10" Type="http://schemas.openxmlformats.org/officeDocument/2006/relationships/slideLayout" Target="../slideLayouts/slideLayout174.xml"/><Relationship Id="rId19" Type="http://schemas.openxmlformats.org/officeDocument/2006/relationships/slideLayout" Target="../slideLayouts/slideLayout183.xml"/><Relationship Id="rId31" Type="http://schemas.openxmlformats.org/officeDocument/2006/relationships/slideLayout" Target="../slideLayouts/slideLayout195.xml"/><Relationship Id="rId4" Type="http://schemas.openxmlformats.org/officeDocument/2006/relationships/slideLayout" Target="../slideLayouts/slideLayout168.xml"/><Relationship Id="rId9" Type="http://schemas.openxmlformats.org/officeDocument/2006/relationships/slideLayout" Target="../slideLayouts/slideLayout173.xml"/><Relationship Id="rId14" Type="http://schemas.openxmlformats.org/officeDocument/2006/relationships/slideLayout" Target="../slideLayouts/slideLayout178.xml"/><Relationship Id="rId22" Type="http://schemas.openxmlformats.org/officeDocument/2006/relationships/slideLayout" Target="../slideLayouts/slideLayout186.xml"/><Relationship Id="rId27" Type="http://schemas.openxmlformats.org/officeDocument/2006/relationships/slideLayout" Target="../slideLayouts/slideLayout191.xml"/><Relationship Id="rId30" Type="http://schemas.openxmlformats.org/officeDocument/2006/relationships/slideLayout" Target="../slideLayouts/slideLayout194.xml"/><Relationship Id="rId35" Type="http://schemas.openxmlformats.org/officeDocument/2006/relationships/slideLayout" Target="../slideLayouts/slideLayout199.xml"/><Relationship Id="rId8" Type="http://schemas.openxmlformats.org/officeDocument/2006/relationships/slideLayout" Target="../slideLayouts/slideLayout172.xml"/></Relationships>
</file>

<file path=ppt/slideMasters/_rels/slideMaster11.xml.rels><?xml version="1.0" encoding="UTF-8" standalone="yes"?>
<Relationships xmlns="http://schemas.openxmlformats.org/package/2006/relationships"><Relationship Id="rId3" Type="http://schemas.openxmlformats.org/officeDocument/2006/relationships/slideLayout" Target="../slideLayouts/slideLayout202.xml"/><Relationship Id="rId2" Type="http://schemas.openxmlformats.org/officeDocument/2006/relationships/slideLayout" Target="../slideLayouts/slideLayout201.xml"/><Relationship Id="rId1" Type="http://schemas.openxmlformats.org/officeDocument/2006/relationships/slideLayout" Target="../slideLayouts/slideLayout200.xml"/><Relationship Id="rId5" Type="http://schemas.openxmlformats.org/officeDocument/2006/relationships/theme" Target="../theme/theme11.xml"/><Relationship Id="rId4" Type="http://schemas.openxmlformats.org/officeDocument/2006/relationships/slideLayout" Target="../slideLayouts/slideLayout203.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11.xml"/><Relationship Id="rId13" Type="http://schemas.openxmlformats.org/officeDocument/2006/relationships/slideLayout" Target="../slideLayouts/slideLayout216.xml"/><Relationship Id="rId18" Type="http://schemas.openxmlformats.org/officeDocument/2006/relationships/image" Target="../media/image1.png"/><Relationship Id="rId3" Type="http://schemas.openxmlformats.org/officeDocument/2006/relationships/slideLayout" Target="../slideLayouts/slideLayout206.xml"/><Relationship Id="rId7" Type="http://schemas.openxmlformats.org/officeDocument/2006/relationships/slideLayout" Target="../slideLayouts/slideLayout210.xml"/><Relationship Id="rId12" Type="http://schemas.openxmlformats.org/officeDocument/2006/relationships/slideLayout" Target="../slideLayouts/slideLayout215.xml"/><Relationship Id="rId17" Type="http://schemas.openxmlformats.org/officeDocument/2006/relationships/theme" Target="../theme/theme12.xml"/><Relationship Id="rId2" Type="http://schemas.openxmlformats.org/officeDocument/2006/relationships/slideLayout" Target="../slideLayouts/slideLayout205.xml"/><Relationship Id="rId16" Type="http://schemas.openxmlformats.org/officeDocument/2006/relationships/slideLayout" Target="../slideLayouts/slideLayout219.xml"/><Relationship Id="rId1" Type="http://schemas.openxmlformats.org/officeDocument/2006/relationships/slideLayout" Target="../slideLayouts/slideLayout204.xml"/><Relationship Id="rId6" Type="http://schemas.openxmlformats.org/officeDocument/2006/relationships/slideLayout" Target="../slideLayouts/slideLayout209.xml"/><Relationship Id="rId11" Type="http://schemas.openxmlformats.org/officeDocument/2006/relationships/slideLayout" Target="../slideLayouts/slideLayout214.xml"/><Relationship Id="rId5" Type="http://schemas.openxmlformats.org/officeDocument/2006/relationships/slideLayout" Target="../slideLayouts/slideLayout208.xml"/><Relationship Id="rId15" Type="http://schemas.openxmlformats.org/officeDocument/2006/relationships/slideLayout" Target="../slideLayouts/slideLayout218.xml"/><Relationship Id="rId10" Type="http://schemas.openxmlformats.org/officeDocument/2006/relationships/slideLayout" Target="../slideLayouts/slideLayout213.xml"/><Relationship Id="rId4" Type="http://schemas.openxmlformats.org/officeDocument/2006/relationships/slideLayout" Target="../slideLayouts/slideLayout207.xml"/><Relationship Id="rId9" Type="http://schemas.openxmlformats.org/officeDocument/2006/relationships/slideLayout" Target="../slideLayouts/slideLayout212.xml"/><Relationship Id="rId14" Type="http://schemas.openxmlformats.org/officeDocument/2006/relationships/slideLayout" Target="../slideLayouts/slideLayout2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11700" y="500161"/>
            <a:ext cx="10168400" cy="7636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1pPr>
            <a:lvl2pPr lvl="1"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2pPr>
            <a:lvl3pPr lvl="2"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3pPr>
            <a:lvl4pPr lvl="3"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4pPr>
            <a:lvl5pPr lvl="4"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5pPr>
            <a:lvl6pPr lvl="5"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6pPr>
            <a:lvl7pPr lvl="6"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7pPr>
            <a:lvl8pPr lvl="7"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8pPr>
            <a:lvl9pPr lvl="8"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9pPr>
          </a:lstStyle>
          <a:p>
            <a:endParaRPr/>
          </a:p>
        </p:txBody>
      </p:sp>
      <p:sp>
        <p:nvSpPr>
          <p:cNvPr id="7" name="Google Shape;7;p1"/>
          <p:cNvSpPr txBox="1">
            <a:spLocks noGrp="1"/>
          </p:cNvSpPr>
          <p:nvPr>
            <p:ph type="body" idx="1"/>
          </p:nvPr>
        </p:nvSpPr>
        <p:spPr>
          <a:xfrm>
            <a:off x="1011700" y="1912600"/>
            <a:ext cx="10168400" cy="41792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1pPr>
            <a:lvl2pPr marL="914400" lvl="1"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2pPr>
            <a:lvl3pPr marL="1371600" lvl="2"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3pPr>
            <a:lvl4pPr marL="1828800" lvl="3"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4pPr>
            <a:lvl5pPr marL="2286000" lvl="4"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5pPr>
            <a:lvl6pPr marL="2743200" lvl="5"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6pPr>
            <a:lvl7pPr marL="3200400" lvl="6"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7pPr>
            <a:lvl8pPr marL="3657600" lvl="7"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8pPr>
            <a:lvl9pPr marL="4114800" lvl="8"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9pPr>
          </a:lstStyle>
          <a:p>
            <a:endParaRPr/>
          </a:p>
        </p:txBody>
      </p:sp>
    </p:spTree>
    <p:extLst>
      <p:ext uri="{BB962C8B-B14F-4D97-AF65-F5344CB8AC3E}">
        <p14:creationId xmlns:p14="http://schemas.microsoft.com/office/powerpoint/2010/main" val="3052110348"/>
      </p:ext>
    </p:extLst>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477"/>
        <p:cNvGrpSpPr/>
        <p:nvPr/>
      </p:nvGrpSpPr>
      <p:grpSpPr>
        <a:xfrm>
          <a:off x="0" y="0"/>
          <a:ext cx="0" cy="0"/>
          <a:chOff x="0" y="0"/>
          <a:chExt cx="0" cy="0"/>
        </a:xfrm>
      </p:grpSpPr>
      <p:sp>
        <p:nvSpPr>
          <p:cNvPr id="478" name="Google Shape;478;p35"/>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479" name="Google Shape;479;p35"/>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3930357625"/>
      </p:ext>
    </p:extLst>
  </p:cSld>
  <p:clrMap bg1="lt1" tx1="dk1" bg2="dk2"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Lst>
  <p:hf sldNum="0" hd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550864" y="6473001"/>
            <a:ext cx="1114408" cy="230832"/>
          </a:xfrm>
          <a:prstGeom prst="rect">
            <a:avLst/>
          </a:prstGeom>
          <a:noFill/>
        </p:spPr>
        <p:txBody>
          <a:bodyPr wrap="none" rtlCol="0">
            <a:spAutoFit/>
          </a:bodyPr>
          <a:lstStyle/>
          <a:p>
            <a:r>
              <a:rPr lang="en-US" sz="900" b="0" i="0" dirty="0">
                <a:solidFill>
                  <a:schemeClr val="tx1">
                    <a:lumMod val="50000"/>
                    <a:lumOff val="50000"/>
                  </a:schemeClr>
                </a:solidFill>
                <a:latin typeface="Adani Regular" panose="02000503000000020004" pitchFamily="2" charset="0"/>
                <a:cs typeface="Arial" panose="020B0604020202020204" pitchFamily="34" charset="0"/>
              </a:rPr>
              <a:t>www.adaniuni.ac.in</a:t>
            </a:r>
            <a:endParaRPr lang="en-IN" sz="900" b="0" i="0" dirty="0">
              <a:solidFill>
                <a:schemeClr val="tx1">
                  <a:lumMod val="50000"/>
                  <a:lumOff val="50000"/>
                </a:schemeClr>
              </a:solidFill>
              <a:latin typeface="Adani Regular" panose="02000503000000020004" pitchFamily="2" charset="0"/>
              <a:cs typeface="Arial" panose="020B0604020202020204" pitchFamily="34" charset="0"/>
            </a:endParaRPr>
          </a:p>
        </p:txBody>
      </p:sp>
      <p:sp>
        <p:nvSpPr>
          <p:cNvPr id="11" name="TextBox 10"/>
          <p:cNvSpPr txBox="1"/>
          <p:nvPr/>
        </p:nvSpPr>
        <p:spPr>
          <a:xfrm>
            <a:off x="11245755" y="6473000"/>
            <a:ext cx="319318" cy="230832"/>
          </a:xfrm>
          <a:prstGeom prst="rect">
            <a:avLst/>
          </a:prstGeom>
          <a:noFill/>
        </p:spPr>
        <p:txBody>
          <a:bodyPr wrap="none" rtlCol="0">
            <a:spAutoFit/>
          </a:bodyPr>
          <a:lstStyle/>
          <a:p>
            <a:fld id="{2625D9FD-2AFA-4306-9FB9-C8E43859F430}" type="slidenum">
              <a:rPr lang="en-US" sz="900" b="0" i="0" smtClean="0">
                <a:solidFill>
                  <a:schemeClr val="tx1">
                    <a:lumMod val="50000"/>
                    <a:lumOff val="50000"/>
                  </a:schemeClr>
                </a:solidFill>
                <a:latin typeface="Adani Regular" panose="02000503000000020004" pitchFamily="2" charset="0"/>
                <a:cs typeface="Arial" panose="020B0604020202020204" pitchFamily="34" charset="0"/>
              </a:rPr>
              <a:t>‹#›</a:t>
            </a:fld>
            <a:endParaRPr lang="en-IN" sz="900" b="0" i="0" dirty="0">
              <a:solidFill>
                <a:schemeClr val="tx1">
                  <a:lumMod val="50000"/>
                  <a:lumOff val="50000"/>
                </a:schemeClr>
              </a:solidFill>
              <a:latin typeface="Adani Regular" panose="02000503000000020004" pitchFamily="2" charset="0"/>
              <a:cs typeface="Arial" panose="020B0604020202020204" pitchFamily="34" charset="0"/>
            </a:endParaRPr>
          </a:p>
        </p:txBody>
      </p:sp>
      <p:sp>
        <p:nvSpPr>
          <p:cNvPr id="4" name="Rectangle 3">
            <a:extLst>
              <a:ext uri="{FF2B5EF4-FFF2-40B4-BE49-F238E27FC236}">
                <a16:creationId xmlns:a16="http://schemas.microsoft.com/office/drawing/2014/main" id="{C4B99305-3CA5-0B03-3512-E3BCCA2290E9}"/>
              </a:ext>
            </a:extLst>
          </p:cNvPr>
          <p:cNvSpPr/>
          <p:nvPr/>
        </p:nvSpPr>
        <p:spPr>
          <a:xfrm>
            <a:off x="0" y="6750000"/>
            <a:ext cx="12192000" cy="10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pic>
        <p:nvPicPr>
          <p:cNvPr id="5" name="Picture 4" descr="Logo&#10;&#10;Description automatically generated">
            <a:extLst>
              <a:ext uri="{FF2B5EF4-FFF2-40B4-BE49-F238E27FC236}">
                <a16:creationId xmlns:a16="http://schemas.microsoft.com/office/drawing/2014/main" id="{1278EB6A-F0BD-20E0-E921-6D9683E3384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0752000" y="0"/>
            <a:ext cx="1440000" cy="1152000"/>
          </a:xfrm>
          <a:prstGeom prst="rect">
            <a:avLst/>
          </a:prstGeom>
        </p:spPr>
      </p:pic>
    </p:spTree>
    <p:extLst>
      <p:ext uri="{BB962C8B-B14F-4D97-AF65-F5344CB8AC3E}">
        <p14:creationId xmlns:p14="http://schemas.microsoft.com/office/powerpoint/2010/main" val="4232051089"/>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47">
          <p15:clr>
            <a:srgbClr val="F26B43"/>
          </p15:clr>
        </p15:guide>
        <p15:guide id="3" pos="7333">
          <p15:clr>
            <a:srgbClr val="F26B43"/>
          </p15:clr>
        </p15:guide>
        <p15:guide id="4" pos="3840">
          <p15:clr>
            <a:srgbClr val="F26B43"/>
          </p15:clr>
        </p15:guide>
        <p15:guide id="5" orient="horz" pos="346">
          <p15:clr>
            <a:srgbClr val="F26B43"/>
          </p15:clr>
        </p15:guide>
        <p15:guide id="6" orient="horz" pos="3974">
          <p15:clr>
            <a:srgbClr val="F26B43"/>
          </p15:clr>
        </p15:guide>
        <p15:guide id="7" orient="horz" pos="102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11700" y="500161"/>
            <a:ext cx="10168400" cy="7636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1pPr>
            <a:lvl2pPr lvl="1"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2pPr>
            <a:lvl3pPr lvl="2"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3pPr>
            <a:lvl4pPr lvl="3"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4pPr>
            <a:lvl5pPr lvl="4"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5pPr>
            <a:lvl6pPr lvl="5"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6pPr>
            <a:lvl7pPr lvl="6"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7pPr>
            <a:lvl8pPr lvl="7"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8pPr>
            <a:lvl9pPr lvl="8"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9pPr>
          </a:lstStyle>
          <a:p>
            <a:endParaRPr/>
          </a:p>
        </p:txBody>
      </p:sp>
      <p:sp>
        <p:nvSpPr>
          <p:cNvPr id="7" name="Google Shape;7;p1"/>
          <p:cNvSpPr txBox="1">
            <a:spLocks noGrp="1"/>
          </p:cNvSpPr>
          <p:nvPr>
            <p:ph type="body" idx="1"/>
          </p:nvPr>
        </p:nvSpPr>
        <p:spPr>
          <a:xfrm>
            <a:off x="1011700" y="1912600"/>
            <a:ext cx="10168400" cy="41792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1pPr>
            <a:lvl2pPr marL="914400" lvl="1"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2pPr>
            <a:lvl3pPr marL="1371600" lvl="2"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3pPr>
            <a:lvl4pPr marL="1828800" lvl="3"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4pPr>
            <a:lvl5pPr marL="2286000" lvl="4"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5pPr>
            <a:lvl6pPr marL="2743200" lvl="5"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6pPr>
            <a:lvl7pPr marL="3200400" lvl="6"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7pPr>
            <a:lvl8pPr marL="3657600" lvl="7"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8pPr>
            <a:lvl9pPr marL="4114800" lvl="8"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9pPr>
          </a:lstStyle>
          <a:p>
            <a:endParaRPr/>
          </a:p>
        </p:txBody>
      </p:sp>
    </p:spTree>
    <p:extLst>
      <p:ext uri="{BB962C8B-B14F-4D97-AF65-F5344CB8AC3E}">
        <p14:creationId xmlns:p14="http://schemas.microsoft.com/office/powerpoint/2010/main" val="2098577459"/>
      </p:ext>
    </p:extLst>
  </p:cSld>
  <p:clrMap bg1="lt1" tx1="dk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 id="2147483737" r:id="rId29"/>
    <p:sldLayoutId id="2147483738" r:id="rId30"/>
    <p:sldLayoutId id="2147483739" r:id="rId31"/>
    <p:sldLayoutId id="2147483740" r:id="rId32"/>
    <p:sldLayoutId id="2147483741" r:id="rId33"/>
    <p:sldLayoutId id="2147483743" r:id="rId3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477"/>
        <p:cNvGrpSpPr/>
        <p:nvPr/>
      </p:nvGrpSpPr>
      <p:grpSpPr>
        <a:xfrm>
          <a:off x="0" y="0"/>
          <a:ext cx="0" cy="0"/>
          <a:chOff x="0" y="0"/>
          <a:chExt cx="0" cy="0"/>
        </a:xfrm>
      </p:grpSpPr>
      <p:sp>
        <p:nvSpPr>
          <p:cNvPr id="478" name="Google Shape;478;p35"/>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479" name="Google Shape;479;p35"/>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1643314371"/>
      </p:ext>
    </p:extLst>
  </p:cSld>
  <p:clrMap bg1="lt1" tx1="dk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Lst>
  <p:hf sldNum="0" hd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550864" y="6473001"/>
            <a:ext cx="1114408" cy="230832"/>
          </a:xfrm>
          <a:prstGeom prst="rect">
            <a:avLst/>
          </a:prstGeom>
          <a:noFill/>
        </p:spPr>
        <p:txBody>
          <a:bodyPr wrap="none" rtlCol="0">
            <a:spAutoFit/>
          </a:bodyPr>
          <a:lstStyle/>
          <a:p>
            <a:r>
              <a:rPr lang="en-US" sz="900" b="0" i="0" dirty="0">
                <a:solidFill>
                  <a:schemeClr val="tx1">
                    <a:lumMod val="50000"/>
                    <a:lumOff val="50000"/>
                  </a:schemeClr>
                </a:solidFill>
                <a:latin typeface="Adani Regular" panose="02000503000000020004" pitchFamily="2" charset="0"/>
                <a:cs typeface="Arial" panose="020B0604020202020204" pitchFamily="34" charset="0"/>
              </a:rPr>
              <a:t>www.adaniuni.ac.in</a:t>
            </a:r>
            <a:endParaRPr lang="en-IN" sz="900" b="0" i="0" dirty="0">
              <a:solidFill>
                <a:schemeClr val="tx1">
                  <a:lumMod val="50000"/>
                  <a:lumOff val="50000"/>
                </a:schemeClr>
              </a:solidFill>
              <a:latin typeface="Adani Regular" panose="02000503000000020004" pitchFamily="2" charset="0"/>
              <a:cs typeface="Arial" panose="020B0604020202020204" pitchFamily="34" charset="0"/>
            </a:endParaRPr>
          </a:p>
        </p:txBody>
      </p:sp>
      <p:sp>
        <p:nvSpPr>
          <p:cNvPr id="11" name="TextBox 10"/>
          <p:cNvSpPr txBox="1"/>
          <p:nvPr/>
        </p:nvSpPr>
        <p:spPr>
          <a:xfrm>
            <a:off x="11245755" y="6473000"/>
            <a:ext cx="319318" cy="230832"/>
          </a:xfrm>
          <a:prstGeom prst="rect">
            <a:avLst/>
          </a:prstGeom>
          <a:noFill/>
        </p:spPr>
        <p:txBody>
          <a:bodyPr wrap="none" rtlCol="0">
            <a:spAutoFit/>
          </a:bodyPr>
          <a:lstStyle/>
          <a:p>
            <a:fld id="{2625D9FD-2AFA-4306-9FB9-C8E43859F430}" type="slidenum">
              <a:rPr lang="en-US" sz="900" b="0" i="0" smtClean="0">
                <a:solidFill>
                  <a:schemeClr val="tx1">
                    <a:lumMod val="50000"/>
                    <a:lumOff val="50000"/>
                  </a:schemeClr>
                </a:solidFill>
                <a:latin typeface="Adani Regular" panose="02000503000000020004" pitchFamily="2" charset="0"/>
                <a:cs typeface="Arial" panose="020B0604020202020204" pitchFamily="34" charset="0"/>
              </a:rPr>
              <a:t>‹#›</a:t>
            </a:fld>
            <a:endParaRPr lang="en-IN" sz="900" b="0" i="0" dirty="0">
              <a:solidFill>
                <a:schemeClr val="tx1">
                  <a:lumMod val="50000"/>
                  <a:lumOff val="50000"/>
                </a:schemeClr>
              </a:solidFill>
              <a:latin typeface="Adani Regular" panose="02000503000000020004" pitchFamily="2" charset="0"/>
              <a:cs typeface="Arial" panose="020B0604020202020204" pitchFamily="34" charset="0"/>
            </a:endParaRPr>
          </a:p>
        </p:txBody>
      </p:sp>
      <p:sp>
        <p:nvSpPr>
          <p:cNvPr id="4" name="Rectangle 3">
            <a:extLst>
              <a:ext uri="{FF2B5EF4-FFF2-40B4-BE49-F238E27FC236}">
                <a16:creationId xmlns:a16="http://schemas.microsoft.com/office/drawing/2014/main" id="{C4B99305-3CA5-0B03-3512-E3BCCA2290E9}"/>
              </a:ext>
            </a:extLst>
          </p:cNvPr>
          <p:cNvSpPr/>
          <p:nvPr/>
        </p:nvSpPr>
        <p:spPr>
          <a:xfrm>
            <a:off x="0" y="6750000"/>
            <a:ext cx="12192000" cy="10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pic>
        <p:nvPicPr>
          <p:cNvPr id="5" name="Picture 4" descr="Logo&#10;&#10;Description automatically generated">
            <a:extLst>
              <a:ext uri="{FF2B5EF4-FFF2-40B4-BE49-F238E27FC236}">
                <a16:creationId xmlns:a16="http://schemas.microsoft.com/office/drawing/2014/main" id="{1278EB6A-F0BD-20E0-E921-6D9683E33847}"/>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0752000" y="0"/>
            <a:ext cx="1440000" cy="1152000"/>
          </a:xfrm>
          <a:prstGeom prst="rect">
            <a:avLst/>
          </a:prstGeom>
        </p:spPr>
      </p:pic>
    </p:spTree>
    <p:extLst>
      <p:ext uri="{BB962C8B-B14F-4D97-AF65-F5344CB8AC3E}">
        <p14:creationId xmlns:p14="http://schemas.microsoft.com/office/powerpoint/2010/main" val="24929990"/>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883" r:id="rId17"/>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47">
          <p15:clr>
            <a:srgbClr val="F26B43"/>
          </p15:clr>
        </p15:guide>
        <p15:guide id="3" pos="7333">
          <p15:clr>
            <a:srgbClr val="F26B43"/>
          </p15:clr>
        </p15:guide>
        <p15:guide id="4" pos="3840">
          <p15:clr>
            <a:srgbClr val="F26B43"/>
          </p15:clr>
        </p15:guide>
        <p15:guide id="5" orient="horz" pos="346">
          <p15:clr>
            <a:srgbClr val="F26B43"/>
          </p15:clr>
        </p15:guide>
        <p15:guide id="6" orient="horz" pos="3974">
          <p15:clr>
            <a:srgbClr val="F26B43"/>
          </p15:clr>
        </p15:guide>
        <p15:guide id="7" orient="horz" pos="102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11700" y="500161"/>
            <a:ext cx="10168400" cy="7636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1pPr>
            <a:lvl2pPr lvl="1"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2pPr>
            <a:lvl3pPr lvl="2"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3pPr>
            <a:lvl4pPr lvl="3"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4pPr>
            <a:lvl5pPr lvl="4"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5pPr>
            <a:lvl6pPr lvl="5"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6pPr>
            <a:lvl7pPr lvl="6"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7pPr>
            <a:lvl8pPr lvl="7"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8pPr>
            <a:lvl9pPr lvl="8"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9pPr>
          </a:lstStyle>
          <a:p>
            <a:endParaRPr/>
          </a:p>
        </p:txBody>
      </p:sp>
      <p:sp>
        <p:nvSpPr>
          <p:cNvPr id="7" name="Google Shape;7;p1"/>
          <p:cNvSpPr txBox="1">
            <a:spLocks noGrp="1"/>
          </p:cNvSpPr>
          <p:nvPr>
            <p:ph type="body" idx="1"/>
          </p:nvPr>
        </p:nvSpPr>
        <p:spPr>
          <a:xfrm>
            <a:off x="1011700" y="1912600"/>
            <a:ext cx="10168400" cy="41792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1pPr>
            <a:lvl2pPr marL="914400" lvl="1"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2pPr>
            <a:lvl3pPr marL="1371600" lvl="2"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3pPr>
            <a:lvl4pPr marL="1828800" lvl="3"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4pPr>
            <a:lvl5pPr marL="2286000" lvl="4"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5pPr>
            <a:lvl6pPr marL="2743200" lvl="5"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6pPr>
            <a:lvl7pPr marL="3200400" lvl="6"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7pPr>
            <a:lvl8pPr marL="3657600" lvl="7"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8pPr>
            <a:lvl9pPr marL="4114800" lvl="8"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9pPr>
          </a:lstStyle>
          <a:p>
            <a:endParaRPr/>
          </a:p>
        </p:txBody>
      </p:sp>
    </p:spTree>
    <p:extLst>
      <p:ext uri="{BB962C8B-B14F-4D97-AF65-F5344CB8AC3E}">
        <p14:creationId xmlns:p14="http://schemas.microsoft.com/office/powerpoint/2010/main" val="2008640517"/>
      </p:ext>
    </p:extLst>
  </p:cSld>
  <p:clrMap bg1="lt1" tx1="dk1" bg2="dk2" tx2="lt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8" r:id="rId11"/>
    <p:sldLayoutId id="2147483779" r:id="rId12"/>
    <p:sldLayoutId id="2147483780" r:id="rId13"/>
    <p:sldLayoutId id="2147483781" r:id="rId14"/>
    <p:sldLayoutId id="2147483782" r:id="rId15"/>
    <p:sldLayoutId id="2147483783" r:id="rId16"/>
    <p:sldLayoutId id="2147483784" r:id="rId17"/>
    <p:sldLayoutId id="2147483785" r:id="rId18"/>
    <p:sldLayoutId id="2147483786" r:id="rId19"/>
    <p:sldLayoutId id="2147483787" r:id="rId20"/>
    <p:sldLayoutId id="2147483788" r:id="rId21"/>
    <p:sldLayoutId id="2147483789" r:id="rId22"/>
    <p:sldLayoutId id="2147483790" r:id="rId23"/>
    <p:sldLayoutId id="2147483791" r:id="rId24"/>
    <p:sldLayoutId id="2147483792" r:id="rId25"/>
    <p:sldLayoutId id="2147483793" r:id="rId26"/>
    <p:sldLayoutId id="2147483794" r:id="rId27"/>
    <p:sldLayoutId id="2147483795" r:id="rId28"/>
    <p:sldLayoutId id="2147483796" r:id="rId29"/>
    <p:sldLayoutId id="2147483797" r:id="rId30"/>
    <p:sldLayoutId id="2147483798" r:id="rId31"/>
    <p:sldLayoutId id="2147483799" r:id="rId32"/>
    <p:sldLayoutId id="2147483800" r:id="rId33"/>
    <p:sldLayoutId id="2147483801" r:id="rId3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477"/>
        <p:cNvGrpSpPr/>
        <p:nvPr/>
      </p:nvGrpSpPr>
      <p:grpSpPr>
        <a:xfrm>
          <a:off x="0" y="0"/>
          <a:ext cx="0" cy="0"/>
          <a:chOff x="0" y="0"/>
          <a:chExt cx="0" cy="0"/>
        </a:xfrm>
      </p:grpSpPr>
      <p:sp>
        <p:nvSpPr>
          <p:cNvPr id="478" name="Google Shape;478;p35"/>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479" name="Google Shape;479;p35"/>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1574858548"/>
      </p:ext>
    </p:extLst>
  </p:cSld>
  <p:clrMap bg1="lt1" tx1="dk1" bg2="dk2" tx2="lt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Lst>
  <p:hf sldNum="0" hd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550864" y="6473001"/>
            <a:ext cx="1114408" cy="230832"/>
          </a:xfrm>
          <a:prstGeom prst="rect">
            <a:avLst/>
          </a:prstGeom>
          <a:noFill/>
        </p:spPr>
        <p:txBody>
          <a:bodyPr wrap="none" rtlCol="0">
            <a:spAutoFit/>
          </a:bodyPr>
          <a:lstStyle/>
          <a:p>
            <a:r>
              <a:rPr lang="en-US" sz="900" b="0" i="0" dirty="0">
                <a:solidFill>
                  <a:schemeClr val="tx1">
                    <a:lumMod val="50000"/>
                    <a:lumOff val="50000"/>
                  </a:schemeClr>
                </a:solidFill>
                <a:latin typeface="Adani Regular" panose="02000503000000020004" pitchFamily="2" charset="0"/>
                <a:cs typeface="Arial" panose="020B0604020202020204" pitchFamily="34" charset="0"/>
              </a:rPr>
              <a:t>www.adaniuni.ac.in</a:t>
            </a:r>
            <a:endParaRPr lang="en-IN" sz="900" b="0" i="0" dirty="0">
              <a:solidFill>
                <a:schemeClr val="tx1">
                  <a:lumMod val="50000"/>
                  <a:lumOff val="50000"/>
                </a:schemeClr>
              </a:solidFill>
              <a:latin typeface="Adani Regular" panose="02000503000000020004" pitchFamily="2" charset="0"/>
              <a:cs typeface="Arial" panose="020B0604020202020204" pitchFamily="34" charset="0"/>
            </a:endParaRPr>
          </a:p>
        </p:txBody>
      </p:sp>
      <p:sp>
        <p:nvSpPr>
          <p:cNvPr id="11" name="TextBox 10"/>
          <p:cNvSpPr txBox="1"/>
          <p:nvPr/>
        </p:nvSpPr>
        <p:spPr>
          <a:xfrm>
            <a:off x="11245755" y="6473000"/>
            <a:ext cx="319318" cy="230832"/>
          </a:xfrm>
          <a:prstGeom prst="rect">
            <a:avLst/>
          </a:prstGeom>
          <a:noFill/>
        </p:spPr>
        <p:txBody>
          <a:bodyPr wrap="none" rtlCol="0">
            <a:spAutoFit/>
          </a:bodyPr>
          <a:lstStyle/>
          <a:p>
            <a:fld id="{2625D9FD-2AFA-4306-9FB9-C8E43859F430}" type="slidenum">
              <a:rPr lang="en-US" sz="900" b="0" i="0" smtClean="0">
                <a:solidFill>
                  <a:schemeClr val="tx1">
                    <a:lumMod val="50000"/>
                    <a:lumOff val="50000"/>
                  </a:schemeClr>
                </a:solidFill>
                <a:latin typeface="Adani Regular" panose="02000503000000020004" pitchFamily="2" charset="0"/>
                <a:cs typeface="Arial" panose="020B0604020202020204" pitchFamily="34" charset="0"/>
              </a:rPr>
              <a:t>‹#›</a:t>
            </a:fld>
            <a:endParaRPr lang="en-IN" sz="900" b="0" i="0" dirty="0">
              <a:solidFill>
                <a:schemeClr val="tx1">
                  <a:lumMod val="50000"/>
                  <a:lumOff val="50000"/>
                </a:schemeClr>
              </a:solidFill>
              <a:latin typeface="Adani Regular" panose="02000503000000020004" pitchFamily="2" charset="0"/>
              <a:cs typeface="Arial" panose="020B0604020202020204" pitchFamily="34" charset="0"/>
            </a:endParaRPr>
          </a:p>
        </p:txBody>
      </p:sp>
      <p:sp>
        <p:nvSpPr>
          <p:cNvPr id="4" name="Rectangle 3">
            <a:extLst>
              <a:ext uri="{FF2B5EF4-FFF2-40B4-BE49-F238E27FC236}">
                <a16:creationId xmlns:a16="http://schemas.microsoft.com/office/drawing/2014/main" id="{C4B99305-3CA5-0B03-3512-E3BCCA2290E9}"/>
              </a:ext>
            </a:extLst>
          </p:cNvPr>
          <p:cNvSpPr/>
          <p:nvPr/>
        </p:nvSpPr>
        <p:spPr>
          <a:xfrm>
            <a:off x="0" y="6750000"/>
            <a:ext cx="12192000" cy="10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pic>
        <p:nvPicPr>
          <p:cNvPr id="5" name="Picture 4" descr="Logo&#10;&#10;Description automatically generated">
            <a:extLst>
              <a:ext uri="{FF2B5EF4-FFF2-40B4-BE49-F238E27FC236}">
                <a16:creationId xmlns:a16="http://schemas.microsoft.com/office/drawing/2014/main" id="{1278EB6A-F0BD-20E0-E921-6D9683E3384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0752000" y="0"/>
            <a:ext cx="1440000" cy="1152000"/>
          </a:xfrm>
          <a:prstGeom prst="rect">
            <a:avLst/>
          </a:prstGeom>
        </p:spPr>
      </p:pic>
    </p:spTree>
    <p:extLst>
      <p:ext uri="{BB962C8B-B14F-4D97-AF65-F5344CB8AC3E}">
        <p14:creationId xmlns:p14="http://schemas.microsoft.com/office/powerpoint/2010/main" val="2110183197"/>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 id="2147483819" r:id="rId12"/>
    <p:sldLayoutId id="2147483820" r:id="rId13"/>
    <p:sldLayoutId id="2147483821" r:id="rId14"/>
    <p:sldLayoutId id="2147483822" r:id="rId15"/>
    <p:sldLayoutId id="2147483823" r:id="rId16"/>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47">
          <p15:clr>
            <a:srgbClr val="F26B43"/>
          </p15:clr>
        </p15:guide>
        <p15:guide id="3" pos="7333">
          <p15:clr>
            <a:srgbClr val="F26B43"/>
          </p15:clr>
        </p15:guide>
        <p15:guide id="4" pos="3840">
          <p15:clr>
            <a:srgbClr val="F26B43"/>
          </p15:clr>
        </p15:guide>
        <p15:guide id="5" orient="horz" pos="346">
          <p15:clr>
            <a:srgbClr val="F26B43"/>
          </p15:clr>
        </p15:guide>
        <p15:guide id="6" orient="horz" pos="3974">
          <p15:clr>
            <a:srgbClr val="F26B43"/>
          </p15:clr>
        </p15:guide>
        <p15:guide id="7" orient="horz" pos="1026">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11700" y="500161"/>
            <a:ext cx="10168400" cy="7636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1pPr>
            <a:lvl2pPr lvl="1"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2pPr>
            <a:lvl3pPr lvl="2"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3pPr>
            <a:lvl4pPr lvl="3"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4pPr>
            <a:lvl5pPr lvl="4"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5pPr>
            <a:lvl6pPr lvl="5"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6pPr>
            <a:lvl7pPr lvl="6"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7pPr>
            <a:lvl8pPr lvl="7"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8pPr>
            <a:lvl9pPr lvl="8" algn="ctr">
              <a:spcBef>
                <a:spcPts val="0"/>
              </a:spcBef>
              <a:spcAft>
                <a:spcPts val="0"/>
              </a:spcAft>
              <a:buClr>
                <a:schemeClr val="dk1"/>
              </a:buClr>
              <a:buSzPts val="2800"/>
              <a:buFont typeface="Merriweather Black"/>
              <a:buNone/>
              <a:defRPr sz="2800">
                <a:solidFill>
                  <a:schemeClr val="dk1"/>
                </a:solidFill>
                <a:latin typeface="Merriweather Black"/>
                <a:ea typeface="Merriweather Black"/>
                <a:cs typeface="Merriweather Black"/>
                <a:sym typeface="Merriweather Black"/>
              </a:defRPr>
            </a:lvl9pPr>
          </a:lstStyle>
          <a:p>
            <a:endParaRPr/>
          </a:p>
        </p:txBody>
      </p:sp>
      <p:sp>
        <p:nvSpPr>
          <p:cNvPr id="7" name="Google Shape;7;p1"/>
          <p:cNvSpPr txBox="1">
            <a:spLocks noGrp="1"/>
          </p:cNvSpPr>
          <p:nvPr>
            <p:ph type="body" idx="1"/>
          </p:nvPr>
        </p:nvSpPr>
        <p:spPr>
          <a:xfrm>
            <a:off x="1011700" y="1912600"/>
            <a:ext cx="10168400" cy="41792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1pPr>
            <a:lvl2pPr marL="914400" lvl="1"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2pPr>
            <a:lvl3pPr marL="1371600" lvl="2"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3pPr>
            <a:lvl4pPr marL="1828800" lvl="3"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4pPr>
            <a:lvl5pPr marL="2286000" lvl="4"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5pPr>
            <a:lvl6pPr marL="2743200" lvl="5"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6pPr>
            <a:lvl7pPr marL="3200400" lvl="6"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7pPr>
            <a:lvl8pPr marL="3657600" lvl="7"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8pPr>
            <a:lvl9pPr marL="4114800" lvl="8" indent="-317500">
              <a:lnSpc>
                <a:spcPct val="100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9pPr>
          </a:lstStyle>
          <a:p>
            <a:endParaRPr/>
          </a:p>
        </p:txBody>
      </p:sp>
    </p:spTree>
    <p:extLst>
      <p:ext uri="{BB962C8B-B14F-4D97-AF65-F5344CB8AC3E}">
        <p14:creationId xmlns:p14="http://schemas.microsoft.com/office/powerpoint/2010/main" val="545236"/>
      </p:ext>
    </p:extLst>
  </p:cSld>
  <p:clrMap bg1="lt1" tx1="dk1" bg2="dk2" tx2="lt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 id="2147483839" r:id="rId15"/>
    <p:sldLayoutId id="2147483840" r:id="rId16"/>
    <p:sldLayoutId id="2147483841" r:id="rId17"/>
    <p:sldLayoutId id="2147483842" r:id="rId18"/>
    <p:sldLayoutId id="2147483843" r:id="rId19"/>
    <p:sldLayoutId id="2147483844" r:id="rId20"/>
    <p:sldLayoutId id="2147483845" r:id="rId21"/>
    <p:sldLayoutId id="2147483846" r:id="rId22"/>
    <p:sldLayoutId id="2147483847" r:id="rId23"/>
    <p:sldLayoutId id="2147483848" r:id="rId24"/>
    <p:sldLayoutId id="2147483849" r:id="rId25"/>
    <p:sldLayoutId id="2147483850" r:id="rId26"/>
    <p:sldLayoutId id="2147483851" r:id="rId27"/>
    <p:sldLayoutId id="2147483852" r:id="rId28"/>
    <p:sldLayoutId id="2147483853" r:id="rId29"/>
    <p:sldLayoutId id="2147483854" r:id="rId30"/>
    <p:sldLayoutId id="2147483855" r:id="rId31"/>
    <p:sldLayoutId id="2147483856" r:id="rId32"/>
    <p:sldLayoutId id="2147483857" r:id="rId33"/>
    <p:sldLayoutId id="2147483859" r:id="rId34"/>
    <p:sldLayoutId id="2147483882" r:id="rId35"/>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477"/>
        <p:cNvGrpSpPr/>
        <p:nvPr/>
      </p:nvGrpSpPr>
      <p:grpSpPr>
        <a:xfrm>
          <a:off x="0" y="0"/>
          <a:ext cx="0" cy="0"/>
          <a:chOff x="0" y="0"/>
          <a:chExt cx="0" cy="0"/>
        </a:xfrm>
      </p:grpSpPr>
      <p:sp>
        <p:nvSpPr>
          <p:cNvPr id="478" name="Google Shape;478;p35"/>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479" name="Google Shape;479;p35"/>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461367266"/>
      </p:ext>
    </p:extLst>
  </p:cSld>
  <p:clrMap bg1="lt1" tx1="dk1" bg2="dk2" tx2="lt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Lst>
  <p:hf sldNum="0" hd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550864" y="6473001"/>
            <a:ext cx="1114408" cy="230832"/>
          </a:xfrm>
          <a:prstGeom prst="rect">
            <a:avLst/>
          </a:prstGeom>
          <a:noFill/>
        </p:spPr>
        <p:txBody>
          <a:bodyPr wrap="none" rtlCol="0">
            <a:spAutoFit/>
          </a:bodyPr>
          <a:lstStyle/>
          <a:p>
            <a:r>
              <a:rPr lang="en-US" sz="900" b="0" i="0" dirty="0">
                <a:solidFill>
                  <a:schemeClr val="tx1">
                    <a:lumMod val="50000"/>
                    <a:lumOff val="50000"/>
                  </a:schemeClr>
                </a:solidFill>
                <a:latin typeface="Adani Regular" panose="02000503000000020004" pitchFamily="2" charset="0"/>
                <a:cs typeface="Arial" panose="020B0604020202020204" pitchFamily="34" charset="0"/>
              </a:rPr>
              <a:t>www.adaniuni.ac.in</a:t>
            </a:r>
            <a:endParaRPr lang="en-IN" sz="900" b="0" i="0" dirty="0">
              <a:solidFill>
                <a:schemeClr val="tx1">
                  <a:lumMod val="50000"/>
                  <a:lumOff val="50000"/>
                </a:schemeClr>
              </a:solidFill>
              <a:latin typeface="Adani Regular" panose="02000503000000020004" pitchFamily="2" charset="0"/>
              <a:cs typeface="Arial" panose="020B0604020202020204" pitchFamily="34" charset="0"/>
            </a:endParaRPr>
          </a:p>
        </p:txBody>
      </p:sp>
      <p:sp>
        <p:nvSpPr>
          <p:cNvPr id="11" name="TextBox 10"/>
          <p:cNvSpPr txBox="1"/>
          <p:nvPr/>
        </p:nvSpPr>
        <p:spPr>
          <a:xfrm>
            <a:off x="11245755" y="6473000"/>
            <a:ext cx="319318" cy="230832"/>
          </a:xfrm>
          <a:prstGeom prst="rect">
            <a:avLst/>
          </a:prstGeom>
          <a:noFill/>
        </p:spPr>
        <p:txBody>
          <a:bodyPr wrap="none" rtlCol="0">
            <a:spAutoFit/>
          </a:bodyPr>
          <a:lstStyle/>
          <a:p>
            <a:fld id="{2625D9FD-2AFA-4306-9FB9-C8E43859F430}" type="slidenum">
              <a:rPr lang="en-US" sz="900" b="0" i="0" smtClean="0">
                <a:solidFill>
                  <a:schemeClr val="tx1">
                    <a:lumMod val="50000"/>
                    <a:lumOff val="50000"/>
                  </a:schemeClr>
                </a:solidFill>
                <a:latin typeface="Adani Regular" panose="02000503000000020004" pitchFamily="2" charset="0"/>
                <a:cs typeface="Arial" panose="020B0604020202020204" pitchFamily="34" charset="0"/>
              </a:rPr>
              <a:t>‹#›</a:t>
            </a:fld>
            <a:endParaRPr lang="en-IN" sz="900" b="0" i="0" dirty="0">
              <a:solidFill>
                <a:schemeClr val="tx1">
                  <a:lumMod val="50000"/>
                  <a:lumOff val="50000"/>
                </a:schemeClr>
              </a:solidFill>
              <a:latin typeface="Adani Regular" panose="02000503000000020004" pitchFamily="2" charset="0"/>
              <a:cs typeface="Arial" panose="020B0604020202020204" pitchFamily="34" charset="0"/>
            </a:endParaRPr>
          </a:p>
        </p:txBody>
      </p:sp>
      <p:sp>
        <p:nvSpPr>
          <p:cNvPr id="4" name="Rectangle 3">
            <a:extLst>
              <a:ext uri="{FF2B5EF4-FFF2-40B4-BE49-F238E27FC236}">
                <a16:creationId xmlns:a16="http://schemas.microsoft.com/office/drawing/2014/main" id="{C4B99305-3CA5-0B03-3512-E3BCCA2290E9}"/>
              </a:ext>
            </a:extLst>
          </p:cNvPr>
          <p:cNvSpPr/>
          <p:nvPr/>
        </p:nvSpPr>
        <p:spPr>
          <a:xfrm>
            <a:off x="0" y="6750000"/>
            <a:ext cx="12192000" cy="108000"/>
          </a:xfrm>
          <a:prstGeom prst="rect">
            <a:avLst/>
          </a:prstGeom>
          <a:gradFill flip="none" rotWithShape="0">
            <a:gsLst>
              <a:gs pos="0">
                <a:srgbClr val="0080A7"/>
              </a:gs>
              <a:gs pos="35000">
                <a:srgbClr val="5E57A6"/>
              </a:gs>
              <a:gs pos="65000">
                <a:srgbClr val="813B97"/>
              </a:gs>
              <a:gs pos="100000">
                <a:srgbClr val="C1395F"/>
              </a:gs>
            </a:gsLst>
            <a:lin ang="0" scaled="0"/>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050"/>
          </a:p>
        </p:txBody>
      </p:sp>
      <p:pic>
        <p:nvPicPr>
          <p:cNvPr id="5" name="Picture 4" descr="Logo&#10;&#10;Description automatically generated">
            <a:extLst>
              <a:ext uri="{FF2B5EF4-FFF2-40B4-BE49-F238E27FC236}">
                <a16:creationId xmlns:a16="http://schemas.microsoft.com/office/drawing/2014/main" id="{1278EB6A-F0BD-20E0-E921-6D9683E3384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0752000" y="0"/>
            <a:ext cx="1440000" cy="1152000"/>
          </a:xfrm>
          <a:prstGeom prst="rect">
            <a:avLst/>
          </a:prstGeom>
        </p:spPr>
      </p:pic>
    </p:spTree>
    <p:extLst>
      <p:ext uri="{BB962C8B-B14F-4D97-AF65-F5344CB8AC3E}">
        <p14:creationId xmlns:p14="http://schemas.microsoft.com/office/powerpoint/2010/main" val="3712768232"/>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77" r:id="rId12"/>
    <p:sldLayoutId id="2147483878" r:id="rId13"/>
    <p:sldLayoutId id="2147483879" r:id="rId14"/>
    <p:sldLayoutId id="2147483880" r:id="rId15"/>
    <p:sldLayoutId id="2147483881" r:id="rId16"/>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47">
          <p15:clr>
            <a:srgbClr val="F26B43"/>
          </p15:clr>
        </p15:guide>
        <p15:guide id="3" pos="7333">
          <p15:clr>
            <a:srgbClr val="F26B43"/>
          </p15:clr>
        </p15:guide>
        <p15:guide id="4" pos="3840">
          <p15:clr>
            <a:srgbClr val="F26B43"/>
          </p15:clr>
        </p15:guide>
        <p15:guide id="5" orient="horz" pos="346">
          <p15:clr>
            <a:srgbClr val="F26B43"/>
          </p15:clr>
        </p15:guide>
        <p15:guide id="6" orient="horz" pos="3974">
          <p15:clr>
            <a:srgbClr val="F26B43"/>
          </p15:clr>
        </p15:guide>
        <p15:guide id="7" orient="horz" pos="102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10.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10.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10.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10.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10.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10.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10.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10.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10.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110.xml"/><Relationship Id="rId5" Type="http://schemas.openxmlformats.org/officeDocument/2006/relationships/image" Target="../media/image11.png"/><Relationship Id="rId4" Type="http://schemas.openxmlformats.org/officeDocument/2006/relationships/image" Target="../media/image13.jp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10.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10.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10.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10.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10.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10.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10.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10.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10.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10.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7815"/>
            <a:ext cx="12188952" cy="6858000"/>
          </a:xfrm>
          <a:prstGeom prst="rect">
            <a:avLst/>
          </a:prstGeom>
          <a:solidFill>
            <a:srgbClr val="FFFFFF"/>
          </a:solidFill>
          <a:ln/>
        </p:spPr>
      </p:sp>
      <p:sp>
        <p:nvSpPr>
          <p:cNvPr id="5" name="Text 3"/>
          <p:cNvSpPr/>
          <p:nvPr/>
        </p:nvSpPr>
        <p:spPr>
          <a:xfrm>
            <a:off x="7734278" y="3509889"/>
            <a:ext cx="5486400" cy="365760"/>
          </a:xfrm>
          <a:prstGeom prst="rect">
            <a:avLst/>
          </a:prstGeom>
          <a:noFill/>
          <a:ln/>
        </p:spPr>
        <p:txBody>
          <a:bodyPr wrap="square" rtlCol="0" anchor="ctr"/>
          <a:lstStyle/>
          <a:p>
            <a:pPr marL="0" indent="0">
              <a:buNone/>
            </a:pPr>
            <a:endParaRPr lang="en-US" sz="1300" dirty="0"/>
          </a:p>
        </p:txBody>
      </p:sp>
      <p:sp>
        <p:nvSpPr>
          <p:cNvPr id="6" name="Text 4"/>
          <p:cNvSpPr/>
          <p:nvPr/>
        </p:nvSpPr>
        <p:spPr>
          <a:xfrm>
            <a:off x="4389120" y="3794760"/>
            <a:ext cx="5486400" cy="365760"/>
          </a:xfrm>
          <a:prstGeom prst="rect">
            <a:avLst/>
          </a:prstGeom>
          <a:noFill/>
          <a:ln/>
        </p:spPr>
        <p:txBody>
          <a:bodyPr wrap="square" rtlCol="0" anchor="ctr"/>
          <a:lstStyle/>
          <a:p>
            <a:pPr marL="0" indent="0">
              <a:buNone/>
            </a:pPr>
            <a:r>
              <a:rPr lang="en-US" sz="1200" dirty="0">
                <a:solidFill>
                  <a:srgbClr val="5D739A"/>
                </a:solidFill>
                <a:latin typeface="Calibri" pitchFamily="34" charset="0"/>
                <a:ea typeface="Calibri" pitchFamily="34" charset="-122"/>
                <a:cs typeface="Calibri" pitchFamily="34" charset="-120"/>
              </a:rPr>
              <a:t>Artificial Intelligence Internship</a:t>
            </a:r>
            <a:endParaRPr lang="en-US" sz="1200" dirty="0"/>
          </a:p>
        </p:txBody>
      </p:sp>
      <p:sp>
        <p:nvSpPr>
          <p:cNvPr id="7" name="Text 5"/>
          <p:cNvSpPr/>
          <p:nvPr/>
        </p:nvSpPr>
        <p:spPr>
          <a:xfrm>
            <a:off x="731520" y="2468880"/>
            <a:ext cx="9601200" cy="1097280"/>
          </a:xfrm>
          <a:prstGeom prst="rect">
            <a:avLst/>
          </a:prstGeom>
          <a:noFill/>
          <a:ln/>
        </p:spPr>
        <p:txBody>
          <a:bodyPr wrap="square" rtlCol="0" anchor="ctr"/>
          <a:lstStyle/>
          <a:p>
            <a:pPr marL="0" indent="0" algn="ctr">
              <a:buNone/>
            </a:pPr>
            <a:r>
              <a:rPr lang="en-US" sz="5400" b="1" dirty="0">
                <a:solidFill>
                  <a:srgbClr val="000000"/>
                </a:solidFill>
                <a:latin typeface="Calibri" pitchFamily="34" charset="0"/>
                <a:ea typeface="Calibri" pitchFamily="34" charset="-122"/>
                <a:cs typeface="Calibri" pitchFamily="34" charset="-120"/>
              </a:rPr>
              <a:t>VisionTrack AI</a:t>
            </a:r>
            <a:endParaRPr lang="en-US" sz="5400" dirty="0"/>
          </a:p>
        </p:txBody>
      </p:sp>
      <p:sp>
        <p:nvSpPr>
          <p:cNvPr id="8" name="Text 6"/>
          <p:cNvSpPr/>
          <p:nvPr/>
        </p:nvSpPr>
        <p:spPr>
          <a:xfrm>
            <a:off x="960120" y="3367219"/>
            <a:ext cx="9144000" cy="548640"/>
          </a:xfrm>
          <a:prstGeom prst="rect">
            <a:avLst/>
          </a:prstGeom>
          <a:noFill/>
          <a:ln/>
        </p:spPr>
        <p:txBody>
          <a:bodyPr wrap="square" rtlCol="0" anchor="ctr"/>
          <a:lstStyle/>
          <a:p>
            <a:pPr algn="ctr"/>
            <a:r>
              <a:rPr lang="en-US" sz="2000" dirty="0">
                <a:solidFill>
                  <a:srgbClr val="AD84C6"/>
                </a:solidFill>
                <a:latin typeface="Calibri" pitchFamily="34" charset="0"/>
                <a:ea typeface="Calibri" pitchFamily="34" charset="-122"/>
                <a:cs typeface="Calibri" pitchFamily="34" charset="-120"/>
              </a:rPr>
              <a:t>Intelligent Real-Time Video Analytics System-</a:t>
            </a:r>
            <a:r>
              <a:rPr lang="en-US" sz="1600" b="1" spc="200" dirty="0">
                <a:solidFill>
                  <a:srgbClr val="AD84C6"/>
                </a:solidFill>
                <a:latin typeface="Calibri" pitchFamily="34" charset="0"/>
                <a:ea typeface="Calibri" pitchFamily="34" charset="-122"/>
                <a:cs typeface="Calibri" pitchFamily="34" charset="-120"/>
              </a:rPr>
              <a:t>CODEC TECHNOLOGIES</a:t>
            </a:r>
            <a:endParaRPr lang="en-US" sz="1600" dirty="0"/>
          </a:p>
          <a:p>
            <a:pPr marL="0" indent="0" algn="ctr">
              <a:buNone/>
            </a:pPr>
            <a:endParaRPr lang="en-US" sz="2000" dirty="0"/>
          </a:p>
        </p:txBody>
      </p:sp>
      <p:sp>
        <p:nvSpPr>
          <p:cNvPr id="9" name="Shape 7"/>
          <p:cNvSpPr/>
          <p:nvPr/>
        </p:nvSpPr>
        <p:spPr>
          <a:xfrm flipV="1">
            <a:off x="731519" y="4087446"/>
            <a:ext cx="11207453" cy="73074"/>
          </a:xfrm>
          <a:prstGeom prst="line">
            <a:avLst/>
          </a:prstGeom>
          <a:noFill/>
          <a:ln w="25400">
            <a:solidFill>
              <a:srgbClr val="AD84C6"/>
            </a:solidFill>
            <a:prstDash val="solid"/>
          </a:ln>
        </p:spPr>
      </p:sp>
      <p:sp>
        <p:nvSpPr>
          <p:cNvPr id="10" name="Text 8"/>
          <p:cNvSpPr/>
          <p:nvPr/>
        </p:nvSpPr>
        <p:spPr>
          <a:xfrm>
            <a:off x="5303520" y="4313741"/>
            <a:ext cx="6400800" cy="1737360"/>
          </a:xfrm>
          <a:prstGeom prst="rect">
            <a:avLst/>
          </a:prstGeom>
          <a:noFill/>
          <a:ln/>
        </p:spPr>
        <p:txBody>
          <a:bodyPr wrap="square" rtlCol="0" anchor="ctr"/>
          <a:lstStyle/>
          <a:p>
            <a:pPr marL="0" indent="0" algn="r">
              <a:lnSpc>
                <a:spcPts val="2200"/>
              </a:lnSpc>
              <a:buNone/>
            </a:pPr>
            <a:r>
              <a:rPr lang="en-US" sz="1300" dirty="0">
                <a:solidFill>
                  <a:srgbClr val="5D739A"/>
                </a:solidFill>
                <a:latin typeface="Calibri" pitchFamily="34" charset="0"/>
                <a:ea typeface="Calibri" pitchFamily="34" charset="-122"/>
                <a:cs typeface="Calibri" pitchFamily="34" charset="-120"/>
              </a:rPr>
              <a:t>Under the Guidance of
</a:t>
            </a:r>
            <a:r>
              <a:rPr lang="en-US" sz="1300" b="1" dirty="0" err="1">
                <a:solidFill>
                  <a:schemeClr val="tx1"/>
                </a:solidFill>
                <a:latin typeface="Calibri" pitchFamily="34" charset="0"/>
                <a:ea typeface="Calibri" pitchFamily="34" charset="-122"/>
                <a:cs typeface="Calibri" pitchFamily="34" charset="-120"/>
              </a:rPr>
              <a:t>Dr</a:t>
            </a:r>
            <a:r>
              <a:rPr lang="en-US" sz="1300" dirty="0" err="1">
                <a:solidFill>
                  <a:srgbClr val="5D739A"/>
                </a:solidFill>
                <a:latin typeface="Calibri" pitchFamily="34" charset="0"/>
                <a:ea typeface="Calibri" pitchFamily="34" charset="-122"/>
                <a:cs typeface="Calibri" pitchFamily="34" charset="-120"/>
              </a:rPr>
              <a:t>.</a:t>
            </a:r>
            <a:r>
              <a:rPr lang="en-US" sz="1500" b="1" dirty="0" err="1">
                <a:latin typeface="Calibri" pitchFamily="34" charset="0"/>
                <a:ea typeface="Calibri" pitchFamily="34" charset="-122"/>
                <a:cs typeface="Calibri" pitchFamily="34" charset="-120"/>
              </a:rPr>
              <a:t>Anubhava</a:t>
            </a:r>
            <a:r>
              <a:rPr lang="en-US" sz="1500" b="1" dirty="0">
                <a:latin typeface="Calibri" pitchFamily="34" charset="0"/>
                <a:ea typeface="Calibri" pitchFamily="34" charset="-122"/>
                <a:cs typeface="Calibri" pitchFamily="34" charset="-120"/>
              </a:rPr>
              <a:t> Shrivastava</a:t>
            </a:r>
            <a:r>
              <a:rPr lang="en-US" sz="1500" b="1" dirty="0">
                <a:solidFill>
                  <a:srgbClr val="000000"/>
                </a:solidFill>
                <a:latin typeface="Calibri" pitchFamily="34" charset="0"/>
                <a:ea typeface="Calibri" pitchFamily="34" charset="-122"/>
                <a:cs typeface="Calibri" pitchFamily="34" charset="-120"/>
              </a:rPr>
              <a:t>
</a:t>
            </a:r>
            <a:r>
              <a:rPr lang="en-US" sz="1300" dirty="0">
                <a:solidFill>
                  <a:srgbClr val="5D739A"/>
                </a:solidFill>
                <a:latin typeface="Calibri" pitchFamily="34" charset="0"/>
                <a:ea typeface="Calibri" pitchFamily="34" charset="-122"/>
                <a:cs typeface="Calibri" pitchFamily="34" charset="-120"/>
              </a:rPr>
              <a:t>By
</a:t>
            </a:r>
            <a:r>
              <a:rPr lang="en-US" sz="1800" b="1" dirty="0">
                <a:solidFill>
                  <a:srgbClr val="000000"/>
                </a:solidFill>
                <a:latin typeface="Calibri" pitchFamily="34" charset="0"/>
                <a:ea typeface="Calibri" pitchFamily="34" charset="-122"/>
                <a:cs typeface="Calibri" pitchFamily="34" charset="-120"/>
              </a:rPr>
              <a:t>Dhruv </a:t>
            </a:r>
            <a:r>
              <a:rPr lang="en-US" sz="1800" b="1" dirty="0" err="1">
                <a:solidFill>
                  <a:srgbClr val="000000"/>
                </a:solidFill>
                <a:latin typeface="Calibri" pitchFamily="34" charset="0"/>
                <a:ea typeface="Calibri" pitchFamily="34" charset="-122"/>
                <a:cs typeface="Calibri" pitchFamily="34" charset="-120"/>
              </a:rPr>
              <a:t>Hiteshbhai</a:t>
            </a:r>
            <a:r>
              <a:rPr lang="en-US" sz="1800" b="1" dirty="0">
                <a:solidFill>
                  <a:srgbClr val="000000"/>
                </a:solidFill>
                <a:latin typeface="Calibri" pitchFamily="34" charset="0"/>
                <a:ea typeface="Calibri" pitchFamily="34" charset="-122"/>
                <a:cs typeface="Calibri" pitchFamily="34" charset="-120"/>
              </a:rPr>
              <a:t> Trivedi</a:t>
            </a:r>
          </a:p>
          <a:p>
            <a:pPr algn="r">
              <a:lnSpc>
                <a:spcPts val="2200"/>
              </a:lnSpc>
            </a:pPr>
            <a:r>
              <a:rPr lang="en-IN" dirty="0">
                <a:solidFill>
                  <a:schemeClr val="tx1"/>
                </a:solidFill>
              </a:rPr>
              <a:t>Department of Computer Science and Engineering, Adani University</a:t>
            </a:r>
          </a:p>
          <a:p>
            <a:pPr marL="0" indent="0" algn="r">
              <a:lnSpc>
                <a:spcPts val="2200"/>
              </a:lnSpc>
              <a:buNone/>
            </a:pPr>
            <a:endParaRPr lang="en-US" sz="1300" dirty="0"/>
          </a:p>
        </p:txBody>
      </p:sp>
      <p:sp>
        <p:nvSpPr>
          <p:cNvPr id="12" name="Text 10"/>
          <p:cNvSpPr/>
          <p:nvPr/>
        </p:nvSpPr>
        <p:spPr>
          <a:xfrm>
            <a:off x="11521440" y="6565392"/>
            <a:ext cx="548640" cy="274320"/>
          </a:xfrm>
          <a:prstGeom prst="rect">
            <a:avLst/>
          </a:prstGeom>
          <a:noFill/>
          <a:ln/>
        </p:spPr>
        <p:txBody>
          <a:bodyPr wrap="square" rtlCol="0" anchor="ctr"/>
          <a:lstStyle/>
          <a:p>
            <a:pPr marL="0" indent="0" algn="r">
              <a:buNone/>
            </a:pPr>
            <a:r>
              <a:rPr lang="en-US" sz="900" dirty="0">
                <a:solidFill>
                  <a:srgbClr val="5D739A"/>
                </a:solidFill>
                <a:latin typeface="Calibri" pitchFamily="34" charset="0"/>
                <a:ea typeface="Calibri" pitchFamily="34" charset="-122"/>
                <a:cs typeface="Calibri" pitchFamily="34" charset="-120"/>
              </a:rPr>
              <a:t>1</a:t>
            </a:r>
            <a:endParaRPr lang="en-US" sz="900" dirty="0"/>
          </a:p>
        </p:txBody>
      </p:sp>
      <p:pic>
        <p:nvPicPr>
          <p:cNvPr id="4" name="Picture 3">
            <a:extLst>
              <a:ext uri="{FF2B5EF4-FFF2-40B4-BE49-F238E27FC236}">
                <a16:creationId xmlns:a16="http://schemas.microsoft.com/office/drawing/2014/main" id="{2E94ACC8-4013-66FA-AAB3-D69B1A247D04}"/>
              </a:ext>
            </a:extLst>
          </p:cNvPr>
          <p:cNvPicPr>
            <a:picLocks noChangeAspect="1"/>
          </p:cNvPicPr>
          <p:nvPr/>
        </p:nvPicPr>
        <p:blipFill>
          <a:blip r:embed="rId3"/>
          <a:stretch>
            <a:fillRect/>
          </a:stretch>
        </p:blipFill>
        <p:spPr>
          <a:xfrm>
            <a:off x="9816123" y="148492"/>
            <a:ext cx="2122850" cy="8942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066801"/>
            <a:ext cx="8382000" cy="5410917"/>
          </a:xfrm>
        </p:spPr>
        <p:txBody>
          <a:bodyPr/>
          <a:lstStyle/>
          <a:p>
            <a:pPr lvl="0"/>
            <a:r>
              <a:rPr lang="en-US" sz="2000" dirty="0">
                <a:latin typeface="Adani Regular" panose="02000503000000020004" pitchFamily="2" charset="0"/>
              </a:rPr>
              <a:t>Title and Problem Statement</a:t>
            </a:r>
          </a:p>
          <a:p>
            <a:pPr lvl="0"/>
            <a:r>
              <a:rPr lang="en-US" sz="2000" dirty="0">
                <a:latin typeface="Adani Regular" panose="02000503000000020004" pitchFamily="2" charset="0"/>
              </a:rPr>
              <a:t>Organization / Company Overview . </a:t>
            </a:r>
          </a:p>
          <a:p>
            <a:pPr lvl="0"/>
            <a:r>
              <a:rPr lang="en-US" sz="2000" dirty="0">
                <a:latin typeface="Adani Regular" panose="02000503000000020004" pitchFamily="2" charset="0"/>
              </a:rPr>
              <a:t>Proposed System Overview</a:t>
            </a:r>
          </a:p>
          <a:p>
            <a:pPr lvl="0"/>
            <a:r>
              <a:rPr lang="en-US" sz="2000" dirty="0">
                <a:latin typeface="Adani Regular" panose="02000503000000020004" pitchFamily="2" charset="0"/>
              </a:rPr>
              <a:t>Implementation Details </a:t>
            </a:r>
          </a:p>
          <a:p>
            <a:pPr lvl="0"/>
            <a:r>
              <a:rPr lang="en-US" sz="2000" dirty="0">
                <a:latin typeface="Adani Regular" panose="02000503000000020004" pitchFamily="2" charset="0"/>
              </a:rPr>
              <a:t>Working Demonstration (Mandatory)</a:t>
            </a:r>
            <a:br>
              <a:rPr lang="en-US" sz="2000" dirty="0">
                <a:latin typeface="Adani Regular" panose="02000503000000020004" pitchFamily="2" charset="0"/>
              </a:rPr>
            </a:br>
            <a:r>
              <a:rPr lang="en-US" sz="2000" dirty="0">
                <a:latin typeface="Adani Regular" panose="02000503000000020004" pitchFamily="2" charset="0"/>
              </a:rPr>
              <a:t>Testing and Validation </a:t>
            </a:r>
          </a:p>
          <a:p>
            <a:pPr lvl="0"/>
            <a:r>
              <a:rPr lang="en-US" sz="2000" dirty="0">
                <a:latin typeface="Adani Regular" panose="02000503000000020004" pitchFamily="2" charset="0"/>
              </a:rPr>
              <a:t>Methodology / Algorithms Used</a:t>
            </a:r>
            <a:br>
              <a:rPr lang="en-US" sz="2000" dirty="0">
                <a:latin typeface="Adani Regular" panose="02000503000000020004" pitchFamily="2" charset="0"/>
              </a:rPr>
            </a:br>
            <a:r>
              <a:rPr lang="en-US" sz="2000" dirty="0">
                <a:latin typeface="Adani Regular" panose="02000503000000020004" pitchFamily="2" charset="0"/>
              </a:rPr>
              <a:t>Tools and Technologies</a:t>
            </a:r>
          </a:p>
          <a:p>
            <a:pPr lvl="0"/>
            <a:r>
              <a:rPr lang="en-US" sz="2000" dirty="0">
                <a:latin typeface="Adani Regular" panose="02000503000000020004" pitchFamily="2" charset="0"/>
              </a:rPr>
              <a:t>Results and Outcomes</a:t>
            </a:r>
          </a:p>
          <a:p>
            <a:pPr lvl="0"/>
            <a:r>
              <a:rPr lang="en-US" sz="2000" dirty="0">
                <a:latin typeface="Adani Regular" panose="02000503000000020004" pitchFamily="2" charset="0"/>
              </a:rPr>
              <a:t>Challenges Faced &amp; Solutions</a:t>
            </a:r>
          </a:p>
          <a:p>
            <a:pPr lvl="0"/>
            <a:r>
              <a:rPr lang="en-US" sz="2000" dirty="0">
                <a:latin typeface="Adani Regular" panose="02000503000000020004" pitchFamily="2" charset="0"/>
              </a:rPr>
              <a:t>Future Scope / Enhancements</a:t>
            </a:r>
          </a:p>
          <a:p>
            <a:pPr lvl="0"/>
            <a:r>
              <a:rPr lang="en-US" sz="2000" dirty="0">
                <a:latin typeface="Adani Regular" panose="02000503000000020004" pitchFamily="2" charset="0"/>
              </a:rPr>
              <a:t>Conclusion</a:t>
            </a:r>
          </a:p>
          <a:p>
            <a:pPr lvl="0"/>
            <a:r>
              <a:rPr lang="en-US" sz="2000" dirty="0">
                <a:latin typeface="Adani Regular" panose="02000503000000020004" pitchFamily="2" charset="0"/>
              </a:rPr>
              <a:t>Certificate</a:t>
            </a:r>
          </a:p>
          <a:p>
            <a:endParaRPr lang="en-IN" sz="2000" dirty="0">
              <a:latin typeface="Adani Regular" panose="02000503000000020004" pitchFamily="2" charset="0"/>
            </a:endParaRPr>
          </a:p>
        </p:txBody>
      </p:sp>
      <p:sp>
        <p:nvSpPr>
          <p:cNvPr id="2" name="Title 1"/>
          <p:cNvSpPr>
            <a:spLocks noGrp="1"/>
          </p:cNvSpPr>
          <p:nvPr>
            <p:ph type="title"/>
          </p:nvPr>
        </p:nvSpPr>
        <p:spPr>
          <a:xfrm>
            <a:off x="1949824" y="152400"/>
            <a:ext cx="8229600" cy="1066800"/>
          </a:xfrm>
          <a:prstGeom prst="rect">
            <a:avLst/>
          </a:prstGeom>
        </p:spPr>
        <p:txBody>
          <a:bodyPr/>
          <a:lstStyle/>
          <a:p>
            <a:r>
              <a:rPr lang="en-IN" sz="3600" b="1" dirty="0">
                <a:solidFill>
                  <a:srgbClr val="000000"/>
                </a:solidFill>
              </a:rPr>
              <a:t>Content</a:t>
            </a:r>
          </a:p>
        </p:txBody>
      </p:sp>
    </p:spTree>
    <p:extLst>
      <p:ext uri="{BB962C8B-B14F-4D97-AF65-F5344CB8AC3E}">
        <p14:creationId xmlns:p14="http://schemas.microsoft.com/office/powerpoint/2010/main" val="2027128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Title &amp; Problem Statement</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VisionTrack AI — Intelligent Real-Time Video Analytics</a:t>
            </a:r>
            <a:endParaRPr lang="en-US" sz="1400" dirty="0"/>
          </a:p>
        </p:txBody>
      </p:sp>
      <p:sp>
        <p:nvSpPr>
          <p:cNvPr id="4" name="Shape 2"/>
          <p:cNvSpPr/>
          <p:nvPr/>
        </p:nvSpPr>
        <p:spPr>
          <a:xfrm>
            <a:off x="548640" y="1554480"/>
            <a:ext cx="6949440" cy="2331720"/>
          </a:xfrm>
          <a:prstGeom prst="roundRect">
            <a:avLst>
              <a:gd name="adj" fmla="val 313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822960" y="1737360"/>
            <a:ext cx="64008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THE PROBLEM</a:t>
            </a:r>
            <a:endParaRPr lang="en-US" sz="1300" dirty="0"/>
          </a:p>
        </p:txBody>
      </p:sp>
      <p:sp>
        <p:nvSpPr>
          <p:cNvPr id="6" name="Text 4"/>
          <p:cNvSpPr/>
          <p:nvPr/>
        </p:nvSpPr>
        <p:spPr>
          <a:xfrm>
            <a:off x="822960" y="2057400"/>
            <a:ext cx="6400800" cy="1737360"/>
          </a:xfrm>
          <a:prstGeom prst="rect">
            <a:avLst/>
          </a:prstGeom>
          <a:noFill/>
          <a:ln/>
        </p:spPr>
        <p:txBody>
          <a:bodyPr wrap="square" rtlCol="0" anchor="ctr"/>
          <a:lstStyle/>
          <a:p>
            <a:pPr marL="0" indent="0">
              <a:lnSpc>
                <a:spcPts val="1800"/>
              </a:lnSpc>
              <a:buNone/>
            </a:pPr>
            <a:r>
              <a:rPr lang="en-US" sz="1250" dirty="0">
                <a:solidFill>
                  <a:srgbClr val="000000"/>
                </a:solidFill>
                <a:latin typeface="Calibri" pitchFamily="34" charset="0"/>
                <a:ea typeface="Calibri" pitchFamily="34" charset="-122"/>
                <a:cs typeface="Calibri" pitchFamily="34" charset="-120"/>
              </a:rPr>
              <a:t>Manually reviewing camera footage to count people, judge crowd flow, or spot how objects move through a space is slow and error-prone. Standard CCTV setups record video but give no structured, queryable insight into what actually happened in the frame — no counts, no speeds, no direction trends — without a person watching the whole clip.</a:t>
            </a:r>
            <a:endParaRPr lang="en-US" sz="1250" dirty="0"/>
          </a:p>
        </p:txBody>
      </p:sp>
      <p:sp>
        <p:nvSpPr>
          <p:cNvPr id="7" name="Shape 5"/>
          <p:cNvSpPr/>
          <p:nvPr/>
        </p:nvSpPr>
        <p:spPr>
          <a:xfrm>
            <a:off x="548640" y="4023360"/>
            <a:ext cx="6949440" cy="1920240"/>
          </a:xfrm>
          <a:prstGeom prst="roundRect">
            <a:avLst>
              <a:gd name="adj" fmla="val 3810"/>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822960" y="4206240"/>
            <a:ext cx="64008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PROJECT OBJECTIVE</a:t>
            </a:r>
            <a:endParaRPr lang="en-US" sz="1300" dirty="0"/>
          </a:p>
        </p:txBody>
      </p:sp>
      <p:sp>
        <p:nvSpPr>
          <p:cNvPr id="9" name="Text 7"/>
          <p:cNvSpPr/>
          <p:nvPr/>
        </p:nvSpPr>
        <p:spPr>
          <a:xfrm>
            <a:off x="822960" y="4526280"/>
            <a:ext cx="6400800" cy="1280160"/>
          </a:xfrm>
          <a:prstGeom prst="rect">
            <a:avLst/>
          </a:prstGeom>
          <a:noFill/>
          <a:ln/>
        </p:spPr>
        <p:txBody>
          <a:bodyPr wrap="square" rtlCol="0" anchor="ctr"/>
          <a:lstStyle/>
          <a:p>
            <a:pPr marL="0" indent="0">
              <a:lnSpc>
                <a:spcPts val="1800"/>
              </a:lnSpc>
              <a:buNone/>
            </a:pPr>
            <a:r>
              <a:rPr lang="en-US" sz="1250" dirty="0">
                <a:solidFill>
                  <a:srgbClr val="000000"/>
                </a:solidFill>
                <a:latin typeface="Calibri" pitchFamily="34" charset="0"/>
                <a:ea typeface="Calibri" pitchFamily="34" charset="-122"/>
                <a:cs typeface="Calibri" pitchFamily="34" charset="-120"/>
              </a:rPr>
              <a:t>Build a real-time computer-vision pipeline that detects and tracks objects from a live camera feed, automatically derives analytics — counts, direction, speed, line-crossing events — and surfaces them through session reports and an interactive dashboard.</a:t>
            </a:r>
            <a:endParaRPr lang="en-US" sz="1250" dirty="0"/>
          </a:p>
        </p:txBody>
      </p:sp>
      <p:sp>
        <p:nvSpPr>
          <p:cNvPr id="10" name="Shape 8"/>
          <p:cNvSpPr/>
          <p:nvPr/>
        </p:nvSpPr>
        <p:spPr>
          <a:xfrm>
            <a:off x="7772400" y="1554480"/>
            <a:ext cx="3886200" cy="1133856"/>
          </a:xfrm>
          <a:prstGeom prst="roundRect">
            <a:avLst>
              <a:gd name="adj" fmla="val 6452"/>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1" name="Text 9"/>
          <p:cNvSpPr/>
          <p:nvPr/>
        </p:nvSpPr>
        <p:spPr>
          <a:xfrm>
            <a:off x="8001000" y="1645920"/>
            <a:ext cx="3474720" cy="320040"/>
          </a:xfrm>
          <a:prstGeom prst="rect">
            <a:avLst/>
          </a:prstGeom>
          <a:noFill/>
          <a:ln/>
        </p:spPr>
        <p:txBody>
          <a:bodyPr wrap="square" rtlCol="0" anchor="ctr"/>
          <a:lstStyle/>
          <a:p>
            <a:pPr marL="0" indent="0">
              <a:buNone/>
            </a:pPr>
            <a:r>
              <a:rPr lang="en-US" sz="1400" b="1" dirty="0">
                <a:solidFill>
                  <a:srgbClr val="6997AF"/>
                </a:solidFill>
                <a:latin typeface="Calibri" pitchFamily="34" charset="0"/>
                <a:ea typeface="Calibri" pitchFamily="34" charset="-122"/>
                <a:cs typeface="Calibri" pitchFamily="34" charset="-120"/>
              </a:rPr>
              <a:t>YOLOv8</a:t>
            </a:r>
            <a:endParaRPr lang="en-US" sz="1400" dirty="0"/>
          </a:p>
        </p:txBody>
      </p:sp>
      <p:sp>
        <p:nvSpPr>
          <p:cNvPr id="12" name="Text 10"/>
          <p:cNvSpPr/>
          <p:nvPr/>
        </p:nvSpPr>
        <p:spPr>
          <a:xfrm>
            <a:off x="8001000" y="1993392"/>
            <a:ext cx="3474720" cy="594360"/>
          </a:xfrm>
          <a:prstGeom prst="rect">
            <a:avLst/>
          </a:prstGeom>
          <a:noFill/>
          <a:ln/>
        </p:spPr>
        <p:txBody>
          <a:bodyPr wrap="square" rtlCol="0" anchor="ctr"/>
          <a:lstStyle/>
          <a:p>
            <a:pPr marL="0" indent="0">
              <a:lnSpc>
                <a:spcPts val="1400"/>
              </a:lnSpc>
              <a:buNone/>
            </a:pPr>
            <a:r>
              <a:rPr lang="en-US" sz="1100" dirty="0">
                <a:solidFill>
                  <a:srgbClr val="5D739A"/>
                </a:solidFill>
                <a:latin typeface="Calibri" pitchFamily="34" charset="0"/>
                <a:ea typeface="Calibri" pitchFamily="34" charset="-122"/>
                <a:cs typeface="Calibri" pitchFamily="34" charset="-120"/>
              </a:rPr>
              <a:t>Real-time object detection on every frame</a:t>
            </a:r>
            <a:endParaRPr lang="en-US" sz="1100" dirty="0"/>
          </a:p>
        </p:txBody>
      </p:sp>
      <p:sp>
        <p:nvSpPr>
          <p:cNvPr id="13" name="Shape 11"/>
          <p:cNvSpPr/>
          <p:nvPr/>
        </p:nvSpPr>
        <p:spPr>
          <a:xfrm>
            <a:off x="7772400" y="2798064"/>
            <a:ext cx="3886200" cy="1133856"/>
          </a:xfrm>
          <a:prstGeom prst="roundRect">
            <a:avLst>
              <a:gd name="adj" fmla="val 6452"/>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4" name="Text 12"/>
          <p:cNvSpPr/>
          <p:nvPr/>
        </p:nvSpPr>
        <p:spPr>
          <a:xfrm>
            <a:off x="8001000" y="2889504"/>
            <a:ext cx="3474720" cy="320040"/>
          </a:xfrm>
          <a:prstGeom prst="rect">
            <a:avLst/>
          </a:prstGeom>
          <a:noFill/>
          <a:ln/>
        </p:spPr>
        <p:txBody>
          <a:bodyPr wrap="square" rtlCol="0" anchor="ctr"/>
          <a:lstStyle/>
          <a:p>
            <a:pPr marL="0" indent="0">
              <a:buNone/>
            </a:pPr>
            <a:r>
              <a:rPr lang="en-US" sz="1400" b="1" dirty="0">
                <a:solidFill>
                  <a:srgbClr val="6997AF"/>
                </a:solidFill>
                <a:latin typeface="Calibri" pitchFamily="34" charset="0"/>
                <a:ea typeface="Calibri" pitchFamily="34" charset="-122"/>
                <a:cs typeface="Calibri" pitchFamily="34" charset="-120"/>
              </a:rPr>
              <a:t>ByteTrack</a:t>
            </a:r>
            <a:endParaRPr lang="en-US" sz="1400" dirty="0"/>
          </a:p>
        </p:txBody>
      </p:sp>
      <p:sp>
        <p:nvSpPr>
          <p:cNvPr id="15" name="Text 13"/>
          <p:cNvSpPr/>
          <p:nvPr/>
        </p:nvSpPr>
        <p:spPr>
          <a:xfrm>
            <a:off x="8001000" y="3236976"/>
            <a:ext cx="3474720" cy="594360"/>
          </a:xfrm>
          <a:prstGeom prst="rect">
            <a:avLst/>
          </a:prstGeom>
          <a:noFill/>
          <a:ln/>
        </p:spPr>
        <p:txBody>
          <a:bodyPr wrap="square" rtlCol="0" anchor="ctr"/>
          <a:lstStyle/>
          <a:p>
            <a:pPr marL="0" indent="0">
              <a:lnSpc>
                <a:spcPts val="1400"/>
              </a:lnSpc>
              <a:buNone/>
            </a:pPr>
            <a:r>
              <a:rPr lang="en-US" sz="1100" dirty="0">
                <a:solidFill>
                  <a:srgbClr val="5D739A"/>
                </a:solidFill>
                <a:latin typeface="Calibri" pitchFamily="34" charset="0"/>
                <a:ea typeface="Calibri" pitchFamily="34" charset="-122"/>
                <a:cs typeface="Calibri" pitchFamily="34" charset="-120"/>
              </a:rPr>
              <a:t>Persistent multi-object ID tracking</a:t>
            </a:r>
            <a:endParaRPr lang="en-US" sz="1100" dirty="0"/>
          </a:p>
        </p:txBody>
      </p:sp>
      <p:sp>
        <p:nvSpPr>
          <p:cNvPr id="16" name="Shape 14"/>
          <p:cNvSpPr/>
          <p:nvPr/>
        </p:nvSpPr>
        <p:spPr>
          <a:xfrm>
            <a:off x="7772400" y="4041648"/>
            <a:ext cx="3886200" cy="1133856"/>
          </a:xfrm>
          <a:prstGeom prst="roundRect">
            <a:avLst>
              <a:gd name="adj" fmla="val 6452"/>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7" name="Text 15"/>
          <p:cNvSpPr/>
          <p:nvPr/>
        </p:nvSpPr>
        <p:spPr>
          <a:xfrm>
            <a:off x="8001000" y="4133088"/>
            <a:ext cx="3474720" cy="320040"/>
          </a:xfrm>
          <a:prstGeom prst="rect">
            <a:avLst/>
          </a:prstGeom>
          <a:noFill/>
          <a:ln/>
        </p:spPr>
        <p:txBody>
          <a:bodyPr wrap="square" rtlCol="0" anchor="ctr"/>
          <a:lstStyle/>
          <a:p>
            <a:pPr marL="0" indent="0">
              <a:buNone/>
            </a:pPr>
            <a:r>
              <a:rPr lang="en-US" sz="1400" b="1" dirty="0">
                <a:solidFill>
                  <a:srgbClr val="6997AF"/>
                </a:solidFill>
                <a:latin typeface="Calibri" pitchFamily="34" charset="0"/>
                <a:ea typeface="Calibri" pitchFamily="34" charset="-122"/>
                <a:cs typeface="Calibri" pitchFamily="34" charset="-120"/>
              </a:rPr>
              <a:t>Live Analytics</a:t>
            </a:r>
            <a:endParaRPr lang="en-US" sz="1400" dirty="0"/>
          </a:p>
        </p:txBody>
      </p:sp>
      <p:sp>
        <p:nvSpPr>
          <p:cNvPr id="18" name="Text 16"/>
          <p:cNvSpPr/>
          <p:nvPr/>
        </p:nvSpPr>
        <p:spPr>
          <a:xfrm>
            <a:off x="8001000" y="4480560"/>
            <a:ext cx="3474720" cy="594360"/>
          </a:xfrm>
          <a:prstGeom prst="rect">
            <a:avLst/>
          </a:prstGeom>
          <a:noFill/>
          <a:ln/>
        </p:spPr>
        <p:txBody>
          <a:bodyPr wrap="square" rtlCol="0" anchor="ctr"/>
          <a:lstStyle/>
          <a:p>
            <a:pPr marL="0" indent="0">
              <a:lnSpc>
                <a:spcPts val="1400"/>
              </a:lnSpc>
              <a:buNone/>
            </a:pPr>
            <a:r>
              <a:rPr lang="en-US" sz="1100" dirty="0">
                <a:solidFill>
                  <a:srgbClr val="5D739A"/>
                </a:solidFill>
                <a:latin typeface="Calibri" pitchFamily="34" charset="0"/>
                <a:ea typeface="Calibri" pitchFamily="34" charset="-122"/>
                <a:cs typeface="Calibri" pitchFamily="34" charset="-120"/>
              </a:rPr>
              <a:t>Speed, direction &amp; line-crossing counts</a:t>
            </a:r>
            <a:endParaRPr lang="en-US" sz="1100" dirty="0"/>
          </a:p>
        </p:txBody>
      </p:sp>
      <p:sp>
        <p:nvSpPr>
          <p:cNvPr id="19" name="Shape 17"/>
          <p:cNvSpPr/>
          <p:nvPr/>
        </p:nvSpPr>
        <p:spPr>
          <a:xfrm>
            <a:off x="7772400" y="5285232"/>
            <a:ext cx="3886200" cy="1133856"/>
          </a:xfrm>
          <a:prstGeom prst="roundRect">
            <a:avLst>
              <a:gd name="adj" fmla="val 6452"/>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20" name="Text 18"/>
          <p:cNvSpPr/>
          <p:nvPr/>
        </p:nvSpPr>
        <p:spPr>
          <a:xfrm>
            <a:off x="8001000" y="5376672"/>
            <a:ext cx="3474720" cy="320040"/>
          </a:xfrm>
          <a:prstGeom prst="rect">
            <a:avLst/>
          </a:prstGeom>
          <a:noFill/>
          <a:ln/>
        </p:spPr>
        <p:txBody>
          <a:bodyPr wrap="square" rtlCol="0" anchor="ctr"/>
          <a:lstStyle/>
          <a:p>
            <a:pPr marL="0" indent="0">
              <a:buNone/>
            </a:pPr>
            <a:r>
              <a:rPr lang="en-US" sz="1400" b="1" dirty="0">
                <a:solidFill>
                  <a:srgbClr val="6997AF"/>
                </a:solidFill>
                <a:latin typeface="Calibri" pitchFamily="34" charset="0"/>
                <a:ea typeface="Calibri" pitchFamily="34" charset="-122"/>
                <a:cs typeface="Calibri" pitchFamily="34" charset="-120"/>
              </a:rPr>
              <a:t>Session Reports</a:t>
            </a:r>
            <a:endParaRPr lang="en-US" sz="1400" dirty="0"/>
          </a:p>
        </p:txBody>
      </p:sp>
      <p:sp>
        <p:nvSpPr>
          <p:cNvPr id="21" name="Text 19"/>
          <p:cNvSpPr/>
          <p:nvPr/>
        </p:nvSpPr>
        <p:spPr>
          <a:xfrm>
            <a:off x="8001000" y="5724144"/>
            <a:ext cx="3474720" cy="594360"/>
          </a:xfrm>
          <a:prstGeom prst="rect">
            <a:avLst/>
          </a:prstGeom>
          <a:noFill/>
          <a:ln/>
        </p:spPr>
        <p:txBody>
          <a:bodyPr wrap="square" rtlCol="0" anchor="ctr"/>
          <a:lstStyle/>
          <a:p>
            <a:pPr marL="0" indent="0">
              <a:lnSpc>
                <a:spcPts val="1400"/>
              </a:lnSpc>
              <a:buNone/>
            </a:pPr>
            <a:r>
              <a:rPr lang="en-US" sz="1100" dirty="0">
                <a:solidFill>
                  <a:srgbClr val="5D739A"/>
                </a:solidFill>
                <a:latin typeface="Calibri" pitchFamily="34" charset="0"/>
                <a:ea typeface="Calibri" pitchFamily="34" charset="-122"/>
                <a:cs typeface="Calibri" pitchFamily="34" charset="-120"/>
              </a:rPr>
              <a:t>Auto-exported CSV + dashboard view</a:t>
            </a:r>
            <a:endParaRPr lang="en-US" sz="1100" dirty="0"/>
          </a:p>
        </p:txBody>
      </p:sp>
      <p:pic>
        <p:nvPicPr>
          <p:cNvPr id="24" name="Picture 23">
            <a:extLst>
              <a:ext uri="{FF2B5EF4-FFF2-40B4-BE49-F238E27FC236}">
                <a16:creationId xmlns:a16="http://schemas.microsoft.com/office/drawing/2014/main" id="{E0498E3A-5E46-D9A6-64CF-77ACE800CED8}"/>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Organization / Company Overview</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ABOUT CODEC TECHNOLOGIES</a:t>
            </a:r>
            <a:endParaRPr lang="en-US" sz="1400" dirty="0"/>
          </a:p>
        </p:txBody>
      </p:sp>
      <p:sp>
        <p:nvSpPr>
          <p:cNvPr id="4" name="Shape 2"/>
          <p:cNvSpPr/>
          <p:nvPr/>
        </p:nvSpPr>
        <p:spPr>
          <a:xfrm>
            <a:off x="548640" y="1554480"/>
            <a:ext cx="7040880" cy="4791612"/>
          </a:xfrm>
          <a:prstGeom prst="roundRect">
            <a:avLst>
              <a:gd name="adj" fmla="val 1649"/>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822960" y="1737360"/>
            <a:ext cx="64008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MY INTERNSHIP</a:t>
            </a:r>
            <a:endParaRPr lang="en-US" sz="1300" dirty="0"/>
          </a:p>
        </p:txBody>
      </p:sp>
      <p:sp>
        <p:nvSpPr>
          <p:cNvPr id="6" name="Text 4"/>
          <p:cNvSpPr/>
          <p:nvPr/>
        </p:nvSpPr>
        <p:spPr>
          <a:xfrm>
            <a:off x="822960" y="2057400"/>
            <a:ext cx="6492240" cy="1371600"/>
          </a:xfrm>
          <a:prstGeom prst="rect">
            <a:avLst/>
          </a:prstGeom>
          <a:noFill/>
          <a:ln/>
        </p:spPr>
        <p:txBody>
          <a:bodyPr wrap="square" rtlCol="0" anchor="ctr"/>
          <a:lstStyle/>
          <a:p>
            <a:pPr marL="0" indent="0">
              <a:lnSpc>
                <a:spcPts val="1600"/>
              </a:lnSpc>
              <a:buNone/>
            </a:pPr>
            <a:r>
              <a:rPr lang="en-US" sz="1150" dirty="0">
                <a:solidFill>
                  <a:srgbClr val="000000"/>
                </a:solidFill>
                <a:latin typeface="Calibri" pitchFamily="34" charset="0"/>
                <a:ea typeface="Calibri" pitchFamily="34" charset="-122"/>
                <a:cs typeface="Calibri" pitchFamily="34" charset="-120"/>
              </a:rPr>
              <a:t>Codec Technologies India is a Maharashtra-based technology company, established in 2020, providing Enterprise Hosting, IT Consultancy and Educational Support Services. It positions itself as one of India's leading enterprise server providers, alongside web, app and game development, cloud hosting and penetration-testing services for startups, SMEs and educational institutions.</a:t>
            </a:r>
            <a:endParaRPr lang="en-US" sz="1150" dirty="0"/>
          </a:p>
        </p:txBody>
      </p:sp>
      <p:sp>
        <p:nvSpPr>
          <p:cNvPr id="7" name="Text 5"/>
          <p:cNvSpPr/>
          <p:nvPr/>
        </p:nvSpPr>
        <p:spPr>
          <a:xfrm>
            <a:off x="822960" y="3429000"/>
            <a:ext cx="6492240" cy="1188720"/>
          </a:xfrm>
          <a:prstGeom prst="rect">
            <a:avLst/>
          </a:prstGeom>
          <a:noFill/>
          <a:ln/>
        </p:spPr>
        <p:txBody>
          <a:bodyPr wrap="square" rtlCol="0" anchor="ctr"/>
          <a:lstStyle/>
          <a:p>
            <a:pPr marL="0" indent="0">
              <a:lnSpc>
                <a:spcPts val="1600"/>
              </a:lnSpc>
              <a:buNone/>
            </a:pPr>
            <a:r>
              <a:rPr lang="en-US" sz="1150" dirty="0">
                <a:solidFill>
                  <a:srgbClr val="000000"/>
                </a:solidFill>
                <a:latin typeface="Calibri" pitchFamily="34" charset="0"/>
                <a:ea typeface="Calibri" pitchFamily="34" charset="-122"/>
                <a:cs typeface="Calibri" pitchFamily="34" charset="-120"/>
              </a:rPr>
              <a:t>Beyond its core services, Codec Technologies runs AICTE &amp; ISO-certified Corporate Training and Internship programs across domains such as Artificial Intelligence, Python, Cloud Computing, MERN Stack and Data Analytics — combining structured weekly curricula with a hands-on capstone project.</a:t>
            </a:r>
            <a:endParaRPr lang="en-US" sz="1150" dirty="0"/>
          </a:p>
        </p:txBody>
      </p:sp>
      <p:sp>
        <p:nvSpPr>
          <p:cNvPr id="8" name="Text 6"/>
          <p:cNvSpPr/>
          <p:nvPr/>
        </p:nvSpPr>
        <p:spPr>
          <a:xfrm>
            <a:off x="822960" y="4663440"/>
            <a:ext cx="1737360" cy="310896"/>
          </a:xfrm>
          <a:prstGeom prst="rect">
            <a:avLst/>
          </a:prstGeom>
          <a:noFill/>
          <a:ln/>
        </p:spPr>
        <p:txBody>
          <a:bodyPr wrap="square" rtlCol="0" anchor="ctr"/>
          <a:lstStyle/>
          <a:p>
            <a:pPr marL="0" indent="0">
              <a:buNone/>
            </a:pPr>
            <a:r>
              <a:rPr lang="en-US" sz="1150" b="1" dirty="0">
                <a:solidFill>
                  <a:srgbClr val="AD84C6"/>
                </a:solidFill>
                <a:latin typeface="Calibri" pitchFamily="34" charset="0"/>
                <a:ea typeface="Calibri" pitchFamily="34" charset="-122"/>
                <a:cs typeface="Calibri" pitchFamily="34" charset="-120"/>
              </a:rPr>
              <a:t>Program</a:t>
            </a:r>
            <a:endParaRPr lang="en-US" sz="1150" dirty="0"/>
          </a:p>
        </p:txBody>
      </p:sp>
      <p:sp>
        <p:nvSpPr>
          <p:cNvPr id="9" name="Text 7"/>
          <p:cNvSpPr/>
          <p:nvPr/>
        </p:nvSpPr>
        <p:spPr>
          <a:xfrm>
            <a:off x="2560320" y="4663440"/>
            <a:ext cx="4754880" cy="310896"/>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2-Month Artificial Intelligence Internship</a:t>
            </a:r>
            <a:endParaRPr lang="en-US" sz="1150" dirty="0"/>
          </a:p>
        </p:txBody>
      </p:sp>
      <p:sp>
        <p:nvSpPr>
          <p:cNvPr id="10" name="Text 8"/>
          <p:cNvSpPr/>
          <p:nvPr/>
        </p:nvSpPr>
        <p:spPr>
          <a:xfrm>
            <a:off x="822960" y="4992624"/>
            <a:ext cx="1737360" cy="310896"/>
          </a:xfrm>
          <a:prstGeom prst="rect">
            <a:avLst/>
          </a:prstGeom>
          <a:noFill/>
          <a:ln/>
        </p:spPr>
        <p:txBody>
          <a:bodyPr wrap="square" rtlCol="0" anchor="ctr"/>
          <a:lstStyle/>
          <a:p>
            <a:pPr marL="0" indent="0">
              <a:buNone/>
            </a:pPr>
            <a:r>
              <a:rPr lang="en-US" sz="1150" b="1" dirty="0">
                <a:solidFill>
                  <a:srgbClr val="AD84C6"/>
                </a:solidFill>
                <a:latin typeface="Calibri" pitchFamily="34" charset="0"/>
                <a:ea typeface="Calibri" pitchFamily="34" charset="-122"/>
                <a:cs typeface="Calibri" pitchFamily="34" charset="-120"/>
              </a:rPr>
              <a:t>Role</a:t>
            </a:r>
            <a:endParaRPr lang="en-US" sz="1150" dirty="0"/>
          </a:p>
        </p:txBody>
      </p:sp>
      <p:sp>
        <p:nvSpPr>
          <p:cNvPr id="11" name="Text 9"/>
          <p:cNvSpPr/>
          <p:nvPr/>
        </p:nvSpPr>
        <p:spPr>
          <a:xfrm>
            <a:off x="2560320" y="4992624"/>
            <a:ext cx="4754880" cy="310896"/>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Artificial Intelligence Intern</a:t>
            </a:r>
            <a:endParaRPr lang="en-US" sz="1150" dirty="0"/>
          </a:p>
        </p:txBody>
      </p:sp>
      <p:sp>
        <p:nvSpPr>
          <p:cNvPr id="12" name="Text 10"/>
          <p:cNvSpPr/>
          <p:nvPr/>
        </p:nvSpPr>
        <p:spPr>
          <a:xfrm>
            <a:off x="822960" y="5321808"/>
            <a:ext cx="1737360" cy="310896"/>
          </a:xfrm>
          <a:prstGeom prst="rect">
            <a:avLst/>
          </a:prstGeom>
          <a:noFill/>
          <a:ln/>
        </p:spPr>
        <p:txBody>
          <a:bodyPr wrap="square" rtlCol="0" anchor="ctr"/>
          <a:lstStyle/>
          <a:p>
            <a:pPr marL="0" indent="0">
              <a:buNone/>
            </a:pPr>
            <a:r>
              <a:rPr lang="en-US" sz="1150" b="1" dirty="0">
                <a:solidFill>
                  <a:srgbClr val="AD84C6"/>
                </a:solidFill>
                <a:latin typeface="Calibri" pitchFamily="34" charset="0"/>
                <a:ea typeface="Calibri" pitchFamily="34" charset="-122"/>
                <a:cs typeface="Calibri" pitchFamily="34" charset="-120"/>
              </a:rPr>
              <a:t>Mode</a:t>
            </a:r>
            <a:endParaRPr lang="en-US" sz="1150" dirty="0"/>
          </a:p>
        </p:txBody>
      </p:sp>
      <p:sp>
        <p:nvSpPr>
          <p:cNvPr id="13" name="Text 11"/>
          <p:cNvSpPr/>
          <p:nvPr/>
        </p:nvSpPr>
        <p:spPr>
          <a:xfrm>
            <a:off x="2560320" y="5321808"/>
            <a:ext cx="4754880" cy="310896"/>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Remote · Flexible timing</a:t>
            </a:r>
            <a:endParaRPr lang="en-US" sz="1150" dirty="0"/>
          </a:p>
        </p:txBody>
      </p:sp>
      <p:sp>
        <p:nvSpPr>
          <p:cNvPr id="14" name="Text 12"/>
          <p:cNvSpPr/>
          <p:nvPr/>
        </p:nvSpPr>
        <p:spPr>
          <a:xfrm>
            <a:off x="822960" y="5650992"/>
            <a:ext cx="1737360" cy="310896"/>
          </a:xfrm>
          <a:prstGeom prst="rect">
            <a:avLst/>
          </a:prstGeom>
          <a:noFill/>
          <a:ln/>
        </p:spPr>
        <p:txBody>
          <a:bodyPr wrap="square" rtlCol="0" anchor="ctr"/>
          <a:lstStyle/>
          <a:p>
            <a:pPr marL="0" indent="0">
              <a:buNone/>
            </a:pPr>
            <a:r>
              <a:rPr lang="en-US" sz="1150" b="1" dirty="0">
                <a:solidFill>
                  <a:srgbClr val="AD84C6"/>
                </a:solidFill>
                <a:latin typeface="Calibri" pitchFamily="34" charset="0"/>
                <a:ea typeface="Calibri" pitchFamily="34" charset="-122"/>
                <a:cs typeface="Calibri" pitchFamily="34" charset="-120"/>
              </a:rPr>
              <a:t>Duration</a:t>
            </a:r>
            <a:endParaRPr lang="en-US" sz="1150" dirty="0"/>
          </a:p>
        </p:txBody>
      </p:sp>
      <p:sp>
        <p:nvSpPr>
          <p:cNvPr id="15" name="Text 13"/>
          <p:cNvSpPr/>
          <p:nvPr/>
        </p:nvSpPr>
        <p:spPr>
          <a:xfrm>
            <a:off x="2560320" y="5650992"/>
            <a:ext cx="4754880" cy="310896"/>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2 Months</a:t>
            </a:r>
            <a:endParaRPr lang="en-US" sz="1150" dirty="0"/>
          </a:p>
        </p:txBody>
      </p:sp>
      <p:sp>
        <p:nvSpPr>
          <p:cNvPr id="16" name="Text 14"/>
          <p:cNvSpPr/>
          <p:nvPr/>
        </p:nvSpPr>
        <p:spPr>
          <a:xfrm>
            <a:off x="822960" y="5980176"/>
            <a:ext cx="1737360" cy="310896"/>
          </a:xfrm>
          <a:prstGeom prst="rect">
            <a:avLst/>
          </a:prstGeom>
          <a:noFill/>
          <a:ln/>
        </p:spPr>
        <p:txBody>
          <a:bodyPr wrap="square" rtlCol="0" anchor="ctr"/>
          <a:lstStyle/>
          <a:p>
            <a:pPr marL="0" indent="0">
              <a:buNone/>
            </a:pPr>
            <a:r>
              <a:rPr lang="en-US" sz="1150" b="1" dirty="0">
                <a:solidFill>
                  <a:srgbClr val="AD84C6"/>
                </a:solidFill>
                <a:latin typeface="Calibri" pitchFamily="34" charset="0"/>
                <a:ea typeface="Calibri" pitchFamily="34" charset="-122"/>
                <a:cs typeface="Calibri" pitchFamily="34" charset="-120"/>
              </a:rPr>
              <a:t>Certification</a:t>
            </a:r>
            <a:endParaRPr lang="en-US" sz="1150" dirty="0"/>
          </a:p>
        </p:txBody>
      </p:sp>
      <p:sp>
        <p:nvSpPr>
          <p:cNvPr id="17" name="Text 15"/>
          <p:cNvSpPr/>
          <p:nvPr/>
        </p:nvSpPr>
        <p:spPr>
          <a:xfrm>
            <a:off x="2560320" y="5980176"/>
            <a:ext cx="4754880" cy="310896"/>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AICTE &amp; ISO-recognised, verifiable</a:t>
            </a:r>
            <a:endParaRPr lang="en-US" sz="1150" dirty="0"/>
          </a:p>
        </p:txBody>
      </p:sp>
      <p:sp>
        <p:nvSpPr>
          <p:cNvPr id="18" name="Shape 16"/>
          <p:cNvSpPr/>
          <p:nvPr/>
        </p:nvSpPr>
        <p:spPr>
          <a:xfrm>
            <a:off x="7818120" y="1554480"/>
            <a:ext cx="3840480" cy="4434840"/>
          </a:xfrm>
          <a:prstGeom prst="roundRect">
            <a:avLst>
              <a:gd name="adj" fmla="val 1905"/>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9" name="Text 17"/>
          <p:cNvSpPr/>
          <p:nvPr/>
        </p:nvSpPr>
        <p:spPr>
          <a:xfrm>
            <a:off x="8046720" y="1737360"/>
            <a:ext cx="3383280" cy="32004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2-MONTH AI CURRICULUM</a:t>
            </a:r>
            <a:endParaRPr lang="en-US" sz="1250" dirty="0"/>
          </a:p>
        </p:txBody>
      </p:sp>
      <p:sp>
        <p:nvSpPr>
          <p:cNvPr id="20" name="Text 18"/>
          <p:cNvSpPr/>
          <p:nvPr/>
        </p:nvSpPr>
        <p:spPr>
          <a:xfrm>
            <a:off x="8046720" y="2148840"/>
            <a:ext cx="3383280" cy="256032"/>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Week 1</a:t>
            </a:r>
            <a:endParaRPr lang="en-US" sz="1150" dirty="0"/>
          </a:p>
        </p:txBody>
      </p:sp>
      <p:sp>
        <p:nvSpPr>
          <p:cNvPr id="21" name="Text 19"/>
          <p:cNvSpPr/>
          <p:nvPr/>
        </p:nvSpPr>
        <p:spPr>
          <a:xfrm>
            <a:off x="8046720" y="2404872"/>
            <a:ext cx="338328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AI foundations &amp; Python for data handling (NumPy, Pandas)</a:t>
            </a:r>
            <a:endParaRPr lang="en-US" sz="1050" dirty="0"/>
          </a:p>
        </p:txBody>
      </p:sp>
      <p:sp>
        <p:nvSpPr>
          <p:cNvPr id="22" name="Text 20"/>
          <p:cNvSpPr/>
          <p:nvPr/>
        </p:nvSpPr>
        <p:spPr>
          <a:xfrm>
            <a:off x="8046720" y="2935224"/>
            <a:ext cx="3383280" cy="256032"/>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Week 2</a:t>
            </a:r>
            <a:endParaRPr lang="en-US" sz="1150" dirty="0"/>
          </a:p>
        </p:txBody>
      </p:sp>
      <p:sp>
        <p:nvSpPr>
          <p:cNvPr id="23" name="Text 21"/>
          <p:cNvSpPr/>
          <p:nvPr/>
        </p:nvSpPr>
        <p:spPr>
          <a:xfrm>
            <a:off x="8046720" y="3191256"/>
            <a:ext cx="338328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Machine learning basics — regression, evaluation &amp; tuning</a:t>
            </a:r>
            <a:endParaRPr lang="en-US" sz="1050" dirty="0"/>
          </a:p>
        </p:txBody>
      </p:sp>
      <p:sp>
        <p:nvSpPr>
          <p:cNvPr id="24" name="Text 22"/>
          <p:cNvSpPr/>
          <p:nvPr/>
        </p:nvSpPr>
        <p:spPr>
          <a:xfrm>
            <a:off x="8046720" y="3721608"/>
            <a:ext cx="3383280" cy="256032"/>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Week 3</a:t>
            </a:r>
            <a:endParaRPr lang="en-US" sz="1150" dirty="0"/>
          </a:p>
        </p:txBody>
      </p:sp>
      <p:sp>
        <p:nvSpPr>
          <p:cNvPr id="25" name="Text 23"/>
          <p:cNvSpPr/>
          <p:nvPr/>
        </p:nvSpPr>
        <p:spPr>
          <a:xfrm>
            <a:off x="8046720" y="3977640"/>
            <a:ext cx="338328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Neural networks &amp; CNNs with TensorFlow / Keras</a:t>
            </a:r>
            <a:endParaRPr lang="en-US" sz="1050" dirty="0"/>
          </a:p>
        </p:txBody>
      </p:sp>
      <p:sp>
        <p:nvSpPr>
          <p:cNvPr id="26" name="Text 24"/>
          <p:cNvSpPr/>
          <p:nvPr/>
        </p:nvSpPr>
        <p:spPr>
          <a:xfrm>
            <a:off x="8046720" y="4507992"/>
            <a:ext cx="3383280" cy="256032"/>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Week 4</a:t>
            </a:r>
            <a:endParaRPr lang="en-US" sz="1150" dirty="0"/>
          </a:p>
        </p:txBody>
      </p:sp>
      <p:sp>
        <p:nvSpPr>
          <p:cNvPr id="27" name="Text 25"/>
          <p:cNvSpPr/>
          <p:nvPr/>
        </p:nvSpPr>
        <p:spPr>
          <a:xfrm>
            <a:off x="8046720" y="4764024"/>
            <a:ext cx="338328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NLP, reinforcement learning &amp; capstone project</a:t>
            </a:r>
            <a:endParaRPr lang="en-US" sz="1050" dirty="0"/>
          </a:p>
        </p:txBody>
      </p:sp>
      <p:sp>
        <p:nvSpPr>
          <p:cNvPr id="28" name="Text 26"/>
          <p:cNvSpPr/>
          <p:nvPr/>
        </p:nvSpPr>
        <p:spPr>
          <a:xfrm>
            <a:off x="8046720" y="5294376"/>
            <a:ext cx="3383280" cy="256032"/>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Month 2</a:t>
            </a:r>
            <a:endParaRPr lang="en-US" sz="1150" dirty="0"/>
          </a:p>
        </p:txBody>
      </p:sp>
      <p:sp>
        <p:nvSpPr>
          <p:cNvPr id="29" name="Text 27"/>
          <p:cNvSpPr/>
          <p:nvPr/>
        </p:nvSpPr>
        <p:spPr>
          <a:xfrm>
            <a:off x="8046720" y="5550408"/>
            <a:ext cx="338328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End-to-end capstone project &amp; documentation</a:t>
            </a:r>
            <a:endParaRPr lang="en-US" sz="1050" dirty="0"/>
          </a:p>
        </p:txBody>
      </p:sp>
      <p:pic>
        <p:nvPicPr>
          <p:cNvPr id="32" name="Picture 31">
            <a:extLst>
              <a:ext uri="{FF2B5EF4-FFF2-40B4-BE49-F238E27FC236}">
                <a16:creationId xmlns:a16="http://schemas.microsoft.com/office/drawing/2014/main" id="{BC5072D7-7263-1803-525E-C4853DA12909}"/>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Proposed System Overview</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Vision: a lightweight, camera-to-dashboard pipeline that turns raw video into structured, actionable analytics.</a:t>
            </a:r>
            <a:endParaRPr lang="en-US" sz="1400" dirty="0"/>
          </a:p>
        </p:txBody>
      </p:sp>
      <p:sp>
        <p:nvSpPr>
          <p:cNvPr id="4" name="Shape 2"/>
          <p:cNvSpPr/>
          <p:nvPr/>
        </p:nvSpPr>
        <p:spPr>
          <a:xfrm>
            <a:off x="548640"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548640" y="1737360"/>
            <a:ext cx="1828800" cy="457200"/>
          </a:xfrm>
          <a:prstGeom prst="rect">
            <a:avLst/>
          </a:prstGeom>
          <a:noFill/>
          <a:ln/>
        </p:spPr>
        <p:txBody>
          <a:bodyPr wrap="square" rtlCol="0" anchor="ctr"/>
          <a:lstStyle/>
          <a:p>
            <a:pPr marL="0" indent="0" algn="ctr">
              <a:buNone/>
            </a:pPr>
            <a:r>
              <a:rPr lang="en-US" sz="2000" b="1" dirty="0">
                <a:solidFill>
                  <a:srgbClr val="AD84C6"/>
                </a:solidFill>
                <a:latin typeface="Calibri" pitchFamily="34" charset="0"/>
                <a:ea typeface="Calibri" pitchFamily="34" charset="-122"/>
                <a:cs typeface="Calibri" pitchFamily="34" charset="-120"/>
              </a:rPr>
              <a:t>YOLOv8n</a:t>
            </a:r>
            <a:endParaRPr lang="en-US" sz="2000" dirty="0"/>
          </a:p>
        </p:txBody>
      </p:sp>
      <p:sp>
        <p:nvSpPr>
          <p:cNvPr id="6" name="Text 4"/>
          <p:cNvSpPr/>
          <p:nvPr/>
        </p:nvSpPr>
        <p:spPr>
          <a:xfrm>
            <a:off x="548640" y="2221992"/>
            <a:ext cx="1828800" cy="548640"/>
          </a:xfrm>
          <a:prstGeom prst="rect">
            <a:avLst/>
          </a:prstGeom>
          <a:noFill/>
          <a:ln/>
        </p:spPr>
        <p:txBody>
          <a:bodyPr wrap="square" rtlCol="0" anchor="ctr"/>
          <a:lstStyle/>
          <a:p>
            <a:pPr marL="0" indent="0" algn="ctr">
              <a:lnSpc>
                <a:spcPts val="1200"/>
              </a:lnSpc>
              <a:buNone/>
            </a:pPr>
            <a:r>
              <a:rPr lang="en-US" sz="1050" dirty="0">
                <a:solidFill>
                  <a:srgbClr val="5D739A"/>
                </a:solidFill>
                <a:latin typeface="Calibri" pitchFamily="34" charset="0"/>
                <a:ea typeface="Calibri" pitchFamily="34" charset="-122"/>
                <a:cs typeface="Calibri" pitchFamily="34" charset="-120"/>
              </a:rPr>
              <a:t>Detector</a:t>
            </a:r>
            <a:endParaRPr lang="en-US" sz="1050" dirty="0"/>
          </a:p>
        </p:txBody>
      </p:sp>
      <p:sp>
        <p:nvSpPr>
          <p:cNvPr id="7" name="Shape 5"/>
          <p:cNvSpPr/>
          <p:nvPr/>
        </p:nvSpPr>
        <p:spPr>
          <a:xfrm>
            <a:off x="2505456"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2505456" y="1737360"/>
            <a:ext cx="1828800" cy="457200"/>
          </a:xfrm>
          <a:prstGeom prst="rect">
            <a:avLst/>
          </a:prstGeom>
          <a:noFill/>
          <a:ln/>
        </p:spPr>
        <p:txBody>
          <a:bodyPr wrap="square" rtlCol="0" anchor="ctr"/>
          <a:lstStyle/>
          <a:p>
            <a:pPr marL="0" indent="0" algn="ctr">
              <a:buNone/>
            </a:pPr>
            <a:r>
              <a:rPr lang="en-US" sz="2000" b="1" dirty="0">
                <a:solidFill>
                  <a:srgbClr val="AD84C6"/>
                </a:solidFill>
                <a:latin typeface="Calibri" pitchFamily="34" charset="0"/>
                <a:ea typeface="Calibri" pitchFamily="34" charset="-122"/>
                <a:cs typeface="Calibri" pitchFamily="34" charset="-120"/>
              </a:rPr>
              <a:t>ByteTrack</a:t>
            </a:r>
            <a:endParaRPr lang="en-US" sz="2000" dirty="0"/>
          </a:p>
        </p:txBody>
      </p:sp>
      <p:sp>
        <p:nvSpPr>
          <p:cNvPr id="9" name="Text 7"/>
          <p:cNvSpPr/>
          <p:nvPr/>
        </p:nvSpPr>
        <p:spPr>
          <a:xfrm>
            <a:off x="2505456" y="2221992"/>
            <a:ext cx="1828800" cy="548640"/>
          </a:xfrm>
          <a:prstGeom prst="rect">
            <a:avLst/>
          </a:prstGeom>
          <a:noFill/>
          <a:ln/>
        </p:spPr>
        <p:txBody>
          <a:bodyPr wrap="square" rtlCol="0" anchor="ctr"/>
          <a:lstStyle/>
          <a:p>
            <a:pPr marL="0" indent="0" algn="ctr">
              <a:lnSpc>
                <a:spcPts val="1200"/>
              </a:lnSpc>
              <a:buNone/>
            </a:pPr>
            <a:r>
              <a:rPr lang="en-US" sz="1050" dirty="0">
                <a:solidFill>
                  <a:srgbClr val="5D739A"/>
                </a:solidFill>
                <a:latin typeface="Calibri" pitchFamily="34" charset="0"/>
                <a:ea typeface="Calibri" pitchFamily="34" charset="-122"/>
                <a:cs typeface="Calibri" pitchFamily="34" charset="-120"/>
              </a:rPr>
              <a:t>Tracker</a:t>
            </a:r>
            <a:endParaRPr lang="en-US" sz="1050" dirty="0"/>
          </a:p>
        </p:txBody>
      </p:sp>
      <p:sp>
        <p:nvSpPr>
          <p:cNvPr id="10" name="Shape 8"/>
          <p:cNvSpPr/>
          <p:nvPr/>
        </p:nvSpPr>
        <p:spPr>
          <a:xfrm>
            <a:off x="4462272"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1" name="Text 9"/>
          <p:cNvSpPr/>
          <p:nvPr/>
        </p:nvSpPr>
        <p:spPr>
          <a:xfrm>
            <a:off x="4462272" y="1737360"/>
            <a:ext cx="1828800" cy="457200"/>
          </a:xfrm>
          <a:prstGeom prst="rect">
            <a:avLst/>
          </a:prstGeom>
          <a:noFill/>
          <a:ln/>
        </p:spPr>
        <p:txBody>
          <a:bodyPr wrap="square" rtlCol="0" anchor="ctr"/>
          <a:lstStyle/>
          <a:p>
            <a:pPr marL="0" indent="0" algn="ctr">
              <a:buNone/>
            </a:pPr>
            <a:r>
              <a:rPr lang="en-US" sz="2000" b="1" dirty="0">
                <a:solidFill>
                  <a:srgbClr val="AD84C6"/>
                </a:solidFill>
                <a:latin typeface="Calibri" pitchFamily="34" charset="0"/>
                <a:ea typeface="Calibri" pitchFamily="34" charset="-122"/>
                <a:cs typeface="Calibri" pitchFamily="34" charset="-120"/>
              </a:rPr>
              <a:t>4</a:t>
            </a:r>
            <a:endParaRPr lang="en-US" sz="2000" dirty="0"/>
          </a:p>
        </p:txBody>
      </p:sp>
      <p:sp>
        <p:nvSpPr>
          <p:cNvPr id="12" name="Text 10"/>
          <p:cNvSpPr/>
          <p:nvPr/>
        </p:nvSpPr>
        <p:spPr>
          <a:xfrm>
            <a:off x="4462272" y="2221992"/>
            <a:ext cx="1828800" cy="548640"/>
          </a:xfrm>
          <a:prstGeom prst="rect">
            <a:avLst/>
          </a:prstGeom>
          <a:noFill/>
          <a:ln/>
        </p:spPr>
        <p:txBody>
          <a:bodyPr wrap="square" rtlCol="0" anchor="ctr"/>
          <a:lstStyle/>
          <a:p>
            <a:pPr marL="0" indent="0" algn="ctr">
              <a:lnSpc>
                <a:spcPts val="1200"/>
              </a:lnSpc>
              <a:buNone/>
            </a:pPr>
            <a:r>
              <a:rPr lang="en-US" sz="1050" dirty="0">
                <a:solidFill>
                  <a:srgbClr val="5D739A"/>
                </a:solidFill>
                <a:latin typeface="Calibri" pitchFamily="34" charset="0"/>
                <a:ea typeface="Calibri" pitchFamily="34" charset="-122"/>
                <a:cs typeface="Calibri" pitchFamily="34" charset="-120"/>
              </a:rPr>
              <a:t>Analytics</a:t>
            </a:r>
            <a:endParaRPr lang="en-US" sz="1050" dirty="0"/>
          </a:p>
          <a:p>
            <a:pPr marL="0" indent="0" algn="ctr">
              <a:lnSpc>
                <a:spcPts val="1200"/>
              </a:lnSpc>
              <a:buNone/>
            </a:pPr>
            <a:r>
              <a:rPr lang="en-US" sz="1050" dirty="0">
                <a:solidFill>
                  <a:srgbClr val="5D739A"/>
                </a:solidFill>
                <a:latin typeface="Calibri" pitchFamily="34" charset="0"/>
                <a:ea typeface="Calibri" pitchFamily="34" charset="-122"/>
                <a:cs typeface="Calibri" pitchFamily="34" charset="-120"/>
              </a:rPr>
              <a:t>Modules</a:t>
            </a:r>
            <a:endParaRPr lang="en-US" sz="1050" dirty="0"/>
          </a:p>
        </p:txBody>
      </p:sp>
      <p:sp>
        <p:nvSpPr>
          <p:cNvPr id="13" name="Shape 11"/>
          <p:cNvSpPr/>
          <p:nvPr/>
        </p:nvSpPr>
        <p:spPr>
          <a:xfrm>
            <a:off x="6419088"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4" name="Text 12"/>
          <p:cNvSpPr/>
          <p:nvPr/>
        </p:nvSpPr>
        <p:spPr>
          <a:xfrm>
            <a:off x="6419088" y="1737360"/>
            <a:ext cx="1828800" cy="457200"/>
          </a:xfrm>
          <a:prstGeom prst="rect">
            <a:avLst/>
          </a:prstGeom>
          <a:noFill/>
          <a:ln/>
        </p:spPr>
        <p:txBody>
          <a:bodyPr wrap="square" rtlCol="0" anchor="ctr"/>
          <a:lstStyle/>
          <a:p>
            <a:pPr marL="0" indent="0" algn="ctr">
              <a:buNone/>
            </a:pPr>
            <a:r>
              <a:rPr lang="en-US" sz="2000" b="1" dirty="0">
                <a:solidFill>
                  <a:srgbClr val="AD84C6"/>
                </a:solidFill>
                <a:latin typeface="Calibri" pitchFamily="34" charset="0"/>
                <a:ea typeface="Calibri" pitchFamily="34" charset="-122"/>
                <a:cs typeface="Calibri" pitchFamily="34" charset="-120"/>
              </a:rPr>
              <a:t>1280×720</a:t>
            </a:r>
            <a:endParaRPr lang="en-US" sz="2000" dirty="0"/>
          </a:p>
        </p:txBody>
      </p:sp>
      <p:sp>
        <p:nvSpPr>
          <p:cNvPr id="15" name="Text 13"/>
          <p:cNvSpPr/>
          <p:nvPr/>
        </p:nvSpPr>
        <p:spPr>
          <a:xfrm>
            <a:off x="6419088" y="2221992"/>
            <a:ext cx="1828800" cy="548640"/>
          </a:xfrm>
          <a:prstGeom prst="rect">
            <a:avLst/>
          </a:prstGeom>
          <a:noFill/>
          <a:ln/>
        </p:spPr>
        <p:txBody>
          <a:bodyPr wrap="square" rtlCol="0" anchor="ctr"/>
          <a:lstStyle/>
          <a:p>
            <a:pPr marL="0" indent="0" algn="ctr">
              <a:lnSpc>
                <a:spcPts val="1200"/>
              </a:lnSpc>
              <a:buNone/>
            </a:pPr>
            <a:r>
              <a:rPr lang="en-US" sz="1050" dirty="0">
                <a:solidFill>
                  <a:srgbClr val="5D739A"/>
                </a:solidFill>
                <a:latin typeface="Calibri" pitchFamily="34" charset="0"/>
                <a:ea typeface="Calibri" pitchFamily="34" charset="-122"/>
                <a:cs typeface="Calibri" pitchFamily="34" charset="-120"/>
              </a:rPr>
              <a:t>Frame Res.</a:t>
            </a:r>
            <a:endParaRPr lang="en-US" sz="1050" dirty="0"/>
          </a:p>
        </p:txBody>
      </p:sp>
      <p:sp>
        <p:nvSpPr>
          <p:cNvPr id="16" name="Shape 14"/>
          <p:cNvSpPr/>
          <p:nvPr/>
        </p:nvSpPr>
        <p:spPr>
          <a:xfrm>
            <a:off x="8375904"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7" name="Text 15"/>
          <p:cNvSpPr/>
          <p:nvPr/>
        </p:nvSpPr>
        <p:spPr>
          <a:xfrm>
            <a:off x="8375904" y="1737360"/>
            <a:ext cx="1828800" cy="457200"/>
          </a:xfrm>
          <a:prstGeom prst="rect">
            <a:avLst/>
          </a:prstGeom>
          <a:noFill/>
          <a:ln/>
        </p:spPr>
        <p:txBody>
          <a:bodyPr wrap="square" rtlCol="0" anchor="ctr"/>
          <a:lstStyle/>
          <a:p>
            <a:pPr marL="0" indent="0" algn="ctr">
              <a:buNone/>
            </a:pPr>
            <a:r>
              <a:rPr lang="en-US" sz="2000" b="1" dirty="0">
                <a:solidFill>
                  <a:srgbClr val="AD84C6"/>
                </a:solidFill>
                <a:latin typeface="Calibri" pitchFamily="34" charset="0"/>
                <a:ea typeface="Calibri" pitchFamily="34" charset="-122"/>
                <a:cs typeface="Calibri" pitchFamily="34" charset="-120"/>
              </a:rPr>
              <a:t>30</a:t>
            </a:r>
            <a:endParaRPr lang="en-US" sz="2000" dirty="0"/>
          </a:p>
        </p:txBody>
      </p:sp>
      <p:sp>
        <p:nvSpPr>
          <p:cNvPr id="18" name="Text 16"/>
          <p:cNvSpPr/>
          <p:nvPr/>
        </p:nvSpPr>
        <p:spPr>
          <a:xfrm>
            <a:off x="8375904" y="2221992"/>
            <a:ext cx="1828800" cy="548640"/>
          </a:xfrm>
          <a:prstGeom prst="rect">
            <a:avLst/>
          </a:prstGeom>
          <a:noFill/>
          <a:ln/>
        </p:spPr>
        <p:txBody>
          <a:bodyPr wrap="square" rtlCol="0" anchor="ctr"/>
          <a:lstStyle/>
          <a:p>
            <a:pPr marL="0" indent="0" algn="ctr">
              <a:lnSpc>
                <a:spcPts val="1200"/>
              </a:lnSpc>
              <a:buNone/>
            </a:pPr>
            <a:r>
              <a:rPr lang="en-US" sz="1050" dirty="0">
                <a:solidFill>
                  <a:srgbClr val="5D739A"/>
                </a:solidFill>
                <a:latin typeface="Calibri" pitchFamily="34" charset="0"/>
                <a:ea typeface="Calibri" pitchFamily="34" charset="-122"/>
                <a:cs typeface="Calibri" pitchFamily="34" charset="-120"/>
              </a:rPr>
              <a:t>Trajectory</a:t>
            </a:r>
            <a:endParaRPr lang="en-US" sz="1050" dirty="0"/>
          </a:p>
          <a:p>
            <a:pPr marL="0" indent="0" algn="ctr">
              <a:lnSpc>
                <a:spcPts val="1200"/>
              </a:lnSpc>
              <a:buNone/>
            </a:pPr>
            <a:r>
              <a:rPr lang="en-US" sz="1050" dirty="0">
                <a:solidFill>
                  <a:srgbClr val="5D739A"/>
                </a:solidFill>
                <a:latin typeface="Calibri" pitchFamily="34" charset="0"/>
                <a:ea typeface="Calibri" pitchFamily="34" charset="-122"/>
                <a:cs typeface="Calibri" pitchFamily="34" charset="-120"/>
              </a:rPr>
              <a:t>History</a:t>
            </a:r>
            <a:endParaRPr lang="en-US" sz="1050" dirty="0"/>
          </a:p>
        </p:txBody>
      </p:sp>
      <p:sp>
        <p:nvSpPr>
          <p:cNvPr id="19" name="Shape 17"/>
          <p:cNvSpPr/>
          <p:nvPr/>
        </p:nvSpPr>
        <p:spPr>
          <a:xfrm>
            <a:off x="10332720" y="1600200"/>
            <a:ext cx="1702972"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20" name="Text 18"/>
          <p:cNvSpPr/>
          <p:nvPr/>
        </p:nvSpPr>
        <p:spPr>
          <a:xfrm>
            <a:off x="10332720" y="1737360"/>
            <a:ext cx="1828800" cy="457200"/>
          </a:xfrm>
          <a:prstGeom prst="rect">
            <a:avLst/>
          </a:prstGeom>
          <a:noFill/>
          <a:ln/>
        </p:spPr>
        <p:txBody>
          <a:bodyPr wrap="square" rtlCol="0" anchor="ctr"/>
          <a:lstStyle/>
          <a:p>
            <a:pPr marL="0" indent="0" algn="ctr">
              <a:buNone/>
            </a:pPr>
            <a:r>
              <a:rPr lang="en-US" sz="2000" b="1" dirty="0">
                <a:solidFill>
                  <a:srgbClr val="AD84C6"/>
                </a:solidFill>
                <a:latin typeface="Calibri" pitchFamily="34" charset="0"/>
                <a:ea typeface="Calibri" pitchFamily="34" charset="-122"/>
                <a:cs typeface="Calibri" pitchFamily="34" charset="-120"/>
              </a:rPr>
              <a:t>CSV</a:t>
            </a:r>
            <a:endParaRPr lang="en-US" sz="2000" dirty="0"/>
          </a:p>
        </p:txBody>
      </p:sp>
      <p:sp>
        <p:nvSpPr>
          <p:cNvPr id="21" name="Text 19"/>
          <p:cNvSpPr/>
          <p:nvPr/>
        </p:nvSpPr>
        <p:spPr>
          <a:xfrm>
            <a:off x="10332720" y="2221992"/>
            <a:ext cx="1828800" cy="548640"/>
          </a:xfrm>
          <a:prstGeom prst="rect">
            <a:avLst/>
          </a:prstGeom>
          <a:noFill/>
          <a:ln/>
        </p:spPr>
        <p:txBody>
          <a:bodyPr wrap="square" rtlCol="0" anchor="ctr"/>
          <a:lstStyle/>
          <a:p>
            <a:pPr marL="0" indent="0" algn="ctr">
              <a:lnSpc>
                <a:spcPts val="1200"/>
              </a:lnSpc>
              <a:buNone/>
            </a:pPr>
            <a:r>
              <a:rPr lang="en-US" sz="1050" dirty="0">
                <a:solidFill>
                  <a:srgbClr val="5D739A"/>
                </a:solidFill>
                <a:latin typeface="Calibri" pitchFamily="34" charset="0"/>
                <a:ea typeface="Calibri" pitchFamily="34" charset="-122"/>
                <a:cs typeface="Calibri" pitchFamily="34" charset="-120"/>
              </a:rPr>
              <a:t>Auto Export</a:t>
            </a:r>
            <a:endParaRPr lang="en-US" sz="1050" dirty="0"/>
          </a:p>
        </p:txBody>
      </p:sp>
      <p:sp>
        <p:nvSpPr>
          <p:cNvPr id="22" name="Text 20"/>
          <p:cNvSpPr/>
          <p:nvPr/>
        </p:nvSpPr>
        <p:spPr>
          <a:xfrm>
            <a:off x="548640" y="3200400"/>
            <a:ext cx="73152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PRIMARY CAPABILITIES DELIVERED</a:t>
            </a:r>
            <a:endParaRPr lang="en-US" sz="1300" dirty="0"/>
          </a:p>
        </p:txBody>
      </p:sp>
      <p:sp>
        <p:nvSpPr>
          <p:cNvPr id="23" name="Shape 21"/>
          <p:cNvSpPr/>
          <p:nvPr/>
        </p:nvSpPr>
        <p:spPr>
          <a:xfrm>
            <a:off x="548640" y="3611880"/>
            <a:ext cx="3657600" cy="1097280"/>
          </a:xfrm>
          <a:prstGeom prst="roundRect">
            <a:avLst>
              <a:gd name="adj" fmla="val 666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24" name="Text 22"/>
          <p:cNvSpPr/>
          <p:nvPr/>
        </p:nvSpPr>
        <p:spPr>
          <a:xfrm>
            <a:off x="731520" y="3721608"/>
            <a:ext cx="329184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Real-Time Detection</a:t>
            </a:r>
            <a:endParaRPr lang="en-US" sz="1250" dirty="0"/>
          </a:p>
        </p:txBody>
      </p:sp>
      <p:sp>
        <p:nvSpPr>
          <p:cNvPr id="25" name="Text 23"/>
          <p:cNvSpPr/>
          <p:nvPr/>
        </p:nvSpPr>
        <p:spPr>
          <a:xfrm>
            <a:off x="731520" y="4014216"/>
            <a:ext cx="3291840" cy="640080"/>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YOLOv8n identifies objects in every webcam frame at live frame rates.</a:t>
            </a:r>
            <a:endParaRPr lang="en-US" sz="1000" dirty="0"/>
          </a:p>
        </p:txBody>
      </p:sp>
      <p:sp>
        <p:nvSpPr>
          <p:cNvPr id="26" name="Shape 24"/>
          <p:cNvSpPr/>
          <p:nvPr/>
        </p:nvSpPr>
        <p:spPr>
          <a:xfrm>
            <a:off x="4370832" y="3611880"/>
            <a:ext cx="3657600" cy="1097280"/>
          </a:xfrm>
          <a:prstGeom prst="roundRect">
            <a:avLst>
              <a:gd name="adj" fmla="val 666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27" name="Text 25"/>
          <p:cNvSpPr/>
          <p:nvPr/>
        </p:nvSpPr>
        <p:spPr>
          <a:xfrm>
            <a:off x="4553712" y="3721608"/>
            <a:ext cx="329184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Persistent Tracking</a:t>
            </a:r>
            <a:endParaRPr lang="en-US" sz="1250" dirty="0"/>
          </a:p>
        </p:txBody>
      </p:sp>
      <p:sp>
        <p:nvSpPr>
          <p:cNvPr id="28" name="Text 26"/>
          <p:cNvSpPr/>
          <p:nvPr/>
        </p:nvSpPr>
        <p:spPr>
          <a:xfrm>
            <a:off x="4553712" y="4014216"/>
            <a:ext cx="3291840" cy="640080"/>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ByteTrack assigns and holds a stable ID per object across frames.</a:t>
            </a:r>
            <a:endParaRPr lang="en-US" sz="1000" dirty="0"/>
          </a:p>
        </p:txBody>
      </p:sp>
      <p:sp>
        <p:nvSpPr>
          <p:cNvPr id="29" name="Shape 27"/>
          <p:cNvSpPr/>
          <p:nvPr/>
        </p:nvSpPr>
        <p:spPr>
          <a:xfrm>
            <a:off x="8193024" y="3611880"/>
            <a:ext cx="3657600" cy="1097280"/>
          </a:xfrm>
          <a:prstGeom prst="roundRect">
            <a:avLst>
              <a:gd name="adj" fmla="val 666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30" name="Text 28"/>
          <p:cNvSpPr/>
          <p:nvPr/>
        </p:nvSpPr>
        <p:spPr>
          <a:xfrm>
            <a:off x="8375904" y="3721608"/>
            <a:ext cx="329184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Motion Analytics</a:t>
            </a:r>
            <a:endParaRPr lang="en-US" sz="1250" dirty="0"/>
          </a:p>
        </p:txBody>
      </p:sp>
      <p:sp>
        <p:nvSpPr>
          <p:cNvPr id="31" name="Text 29"/>
          <p:cNvSpPr/>
          <p:nvPr/>
        </p:nvSpPr>
        <p:spPr>
          <a:xfrm>
            <a:off x="8375904" y="4014216"/>
            <a:ext cx="3291840" cy="640080"/>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Trajectory history, direction (N/S/E/W) and calibrated speed per object.</a:t>
            </a:r>
            <a:endParaRPr lang="en-US" sz="1000" dirty="0"/>
          </a:p>
        </p:txBody>
      </p:sp>
      <p:sp>
        <p:nvSpPr>
          <p:cNvPr id="32" name="Shape 30"/>
          <p:cNvSpPr/>
          <p:nvPr/>
        </p:nvSpPr>
        <p:spPr>
          <a:xfrm>
            <a:off x="548640" y="4846320"/>
            <a:ext cx="3657600" cy="1097280"/>
          </a:xfrm>
          <a:prstGeom prst="roundRect">
            <a:avLst>
              <a:gd name="adj" fmla="val 666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33" name="Text 31"/>
          <p:cNvSpPr/>
          <p:nvPr/>
        </p:nvSpPr>
        <p:spPr>
          <a:xfrm>
            <a:off x="731520" y="4956048"/>
            <a:ext cx="329184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Line-Crossing Counter</a:t>
            </a:r>
            <a:endParaRPr lang="en-US" sz="1250" dirty="0"/>
          </a:p>
        </p:txBody>
      </p:sp>
      <p:sp>
        <p:nvSpPr>
          <p:cNvPr id="34" name="Text 32"/>
          <p:cNvSpPr/>
          <p:nvPr/>
        </p:nvSpPr>
        <p:spPr>
          <a:xfrm>
            <a:off x="731520" y="5248656"/>
            <a:ext cx="3291840" cy="640080"/>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Configurable virtual line with enter/exit tallies and a tolerance zone.</a:t>
            </a:r>
            <a:endParaRPr lang="en-US" sz="1000" dirty="0"/>
          </a:p>
        </p:txBody>
      </p:sp>
      <p:sp>
        <p:nvSpPr>
          <p:cNvPr id="35" name="Shape 33"/>
          <p:cNvSpPr/>
          <p:nvPr/>
        </p:nvSpPr>
        <p:spPr>
          <a:xfrm>
            <a:off x="4370832" y="4846320"/>
            <a:ext cx="3657600" cy="1097280"/>
          </a:xfrm>
          <a:prstGeom prst="roundRect">
            <a:avLst>
              <a:gd name="adj" fmla="val 666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36" name="Text 34"/>
          <p:cNvSpPr/>
          <p:nvPr/>
        </p:nvSpPr>
        <p:spPr>
          <a:xfrm>
            <a:off x="4553712" y="4956048"/>
            <a:ext cx="329184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Session Reporting</a:t>
            </a:r>
            <a:endParaRPr lang="en-US" sz="1250" dirty="0"/>
          </a:p>
        </p:txBody>
      </p:sp>
      <p:sp>
        <p:nvSpPr>
          <p:cNvPr id="37" name="Text 35"/>
          <p:cNvSpPr/>
          <p:nvPr/>
        </p:nvSpPr>
        <p:spPr>
          <a:xfrm>
            <a:off x="4553712" y="5248656"/>
            <a:ext cx="3291840" cy="640080"/>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Live on-screen dashboard overlay plus an auto-exported CSV summary.</a:t>
            </a:r>
            <a:endParaRPr lang="en-US" sz="1000" dirty="0"/>
          </a:p>
        </p:txBody>
      </p:sp>
      <p:sp>
        <p:nvSpPr>
          <p:cNvPr id="38" name="Shape 36"/>
          <p:cNvSpPr/>
          <p:nvPr/>
        </p:nvSpPr>
        <p:spPr>
          <a:xfrm>
            <a:off x="8193024" y="4846320"/>
            <a:ext cx="3657600" cy="1097280"/>
          </a:xfrm>
          <a:prstGeom prst="roundRect">
            <a:avLst>
              <a:gd name="adj" fmla="val 666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39" name="Text 37"/>
          <p:cNvSpPr/>
          <p:nvPr/>
        </p:nvSpPr>
        <p:spPr>
          <a:xfrm>
            <a:off x="8375904" y="4956048"/>
            <a:ext cx="329184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Extensible Layers</a:t>
            </a:r>
            <a:endParaRPr lang="en-US" sz="1250" dirty="0"/>
          </a:p>
        </p:txBody>
      </p:sp>
      <p:sp>
        <p:nvSpPr>
          <p:cNvPr id="40" name="Text 38"/>
          <p:cNvSpPr/>
          <p:nvPr/>
        </p:nvSpPr>
        <p:spPr>
          <a:xfrm>
            <a:off x="8375904" y="5248656"/>
            <a:ext cx="3291840" cy="640080"/>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Database, REST API and dashboard scaffolds ready for future growth.</a:t>
            </a:r>
            <a:endParaRPr lang="en-US" sz="1000" dirty="0"/>
          </a:p>
        </p:txBody>
      </p:sp>
      <p:pic>
        <p:nvPicPr>
          <p:cNvPr id="43" name="Picture 42">
            <a:extLst>
              <a:ext uri="{FF2B5EF4-FFF2-40B4-BE49-F238E27FC236}">
                <a16:creationId xmlns:a16="http://schemas.microsoft.com/office/drawing/2014/main" id="{0D6530B6-4DF1-6C1E-C32D-1ABF91C6A28E}"/>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System Architecture</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A layered pipeline — from live camera input to an analyst-facing dashboard</a:t>
            </a:r>
            <a:endParaRPr lang="en-US" sz="1400" dirty="0"/>
          </a:p>
        </p:txBody>
      </p:sp>
      <p:sp>
        <p:nvSpPr>
          <p:cNvPr id="4" name="Shape 2"/>
          <p:cNvSpPr/>
          <p:nvPr/>
        </p:nvSpPr>
        <p:spPr>
          <a:xfrm>
            <a:off x="548640" y="1600200"/>
            <a:ext cx="11064240" cy="667512"/>
          </a:xfrm>
          <a:prstGeom prst="roundRect">
            <a:avLst>
              <a:gd name="adj" fmla="val 10959"/>
            </a:avLst>
          </a:prstGeom>
          <a:solidFill>
            <a:srgbClr val="F3F1F7"/>
          </a:solidFill>
          <a:ln w="12700">
            <a:solidFill>
              <a:srgbClr val="5D739A"/>
            </a:solidFill>
            <a:prstDash val="solid"/>
          </a:ln>
        </p:spPr>
      </p:sp>
      <p:sp>
        <p:nvSpPr>
          <p:cNvPr id="5" name="Shape 3"/>
          <p:cNvSpPr/>
          <p:nvPr/>
        </p:nvSpPr>
        <p:spPr>
          <a:xfrm>
            <a:off x="777240" y="1709928"/>
            <a:ext cx="457200" cy="457200"/>
          </a:xfrm>
          <a:prstGeom prst="ellipse">
            <a:avLst/>
          </a:prstGeom>
          <a:solidFill>
            <a:srgbClr val="AD84C6"/>
          </a:solidFill>
          <a:ln/>
        </p:spPr>
      </p:sp>
      <p:sp>
        <p:nvSpPr>
          <p:cNvPr id="6" name="Text 4"/>
          <p:cNvSpPr/>
          <p:nvPr/>
        </p:nvSpPr>
        <p:spPr>
          <a:xfrm>
            <a:off x="777240" y="1709928"/>
            <a:ext cx="457200" cy="45720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L1</a:t>
            </a:r>
            <a:endParaRPr lang="en-US" sz="1300" dirty="0"/>
          </a:p>
        </p:txBody>
      </p:sp>
      <p:sp>
        <p:nvSpPr>
          <p:cNvPr id="7" name="Text 5"/>
          <p:cNvSpPr/>
          <p:nvPr/>
        </p:nvSpPr>
        <p:spPr>
          <a:xfrm>
            <a:off x="1463040" y="1655064"/>
            <a:ext cx="2377440" cy="54864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Camera Input</a:t>
            </a:r>
            <a:endParaRPr lang="en-US" sz="1300" dirty="0"/>
          </a:p>
        </p:txBody>
      </p:sp>
      <p:sp>
        <p:nvSpPr>
          <p:cNvPr id="8" name="Text 6"/>
          <p:cNvSpPr/>
          <p:nvPr/>
        </p:nvSpPr>
        <p:spPr>
          <a:xfrm>
            <a:off x="3931920" y="1655064"/>
            <a:ext cx="2743200" cy="548640"/>
          </a:xfrm>
          <a:prstGeom prst="rect">
            <a:avLst/>
          </a:prstGeom>
          <a:noFill/>
          <a:ln/>
        </p:spPr>
        <p:txBody>
          <a:bodyPr wrap="square" rtlCol="0" anchor="ctr"/>
          <a:lstStyle/>
          <a:p>
            <a:pPr marL="0" indent="0">
              <a:buNone/>
            </a:pPr>
            <a:r>
              <a:rPr lang="en-US" sz="1000" i="1" dirty="0">
                <a:solidFill>
                  <a:srgbClr val="6997AF"/>
                </a:solidFill>
                <a:latin typeface="Calibri" pitchFamily="34" charset="0"/>
                <a:ea typeface="Calibri" pitchFamily="34" charset="-122"/>
                <a:cs typeface="Calibri" pitchFamily="34" charset="-120"/>
              </a:rPr>
              <a:t>opencv-python</a:t>
            </a:r>
            <a:endParaRPr lang="en-US" sz="1000" dirty="0"/>
          </a:p>
        </p:txBody>
      </p:sp>
      <p:sp>
        <p:nvSpPr>
          <p:cNvPr id="9" name="Text 7"/>
          <p:cNvSpPr/>
          <p:nvPr/>
        </p:nvSpPr>
        <p:spPr>
          <a:xfrm>
            <a:off x="6766560" y="1655064"/>
            <a:ext cx="466344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Webcam capture, resized to 1280×720 @ configurable FPS</a:t>
            </a:r>
            <a:endParaRPr lang="en-US" sz="1050" dirty="0"/>
          </a:p>
        </p:txBody>
      </p:sp>
      <p:sp>
        <p:nvSpPr>
          <p:cNvPr id="10" name="Shape 8"/>
          <p:cNvSpPr/>
          <p:nvPr/>
        </p:nvSpPr>
        <p:spPr>
          <a:xfrm>
            <a:off x="548640" y="2377440"/>
            <a:ext cx="11064240" cy="667512"/>
          </a:xfrm>
          <a:prstGeom prst="roundRect">
            <a:avLst>
              <a:gd name="adj" fmla="val 10959"/>
            </a:avLst>
          </a:prstGeom>
          <a:solidFill>
            <a:srgbClr val="F3F1F7"/>
          </a:solidFill>
          <a:ln w="12700">
            <a:solidFill>
              <a:srgbClr val="5D739A"/>
            </a:solidFill>
            <a:prstDash val="solid"/>
          </a:ln>
        </p:spPr>
      </p:sp>
      <p:sp>
        <p:nvSpPr>
          <p:cNvPr id="11" name="Shape 9"/>
          <p:cNvSpPr/>
          <p:nvPr/>
        </p:nvSpPr>
        <p:spPr>
          <a:xfrm>
            <a:off x="777240" y="2487168"/>
            <a:ext cx="457200" cy="457200"/>
          </a:xfrm>
          <a:prstGeom prst="ellipse">
            <a:avLst/>
          </a:prstGeom>
          <a:solidFill>
            <a:srgbClr val="AD84C6"/>
          </a:solidFill>
          <a:ln/>
        </p:spPr>
      </p:sp>
      <p:sp>
        <p:nvSpPr>
          <p:cNvPr id="12" name="Text 10"/>
          <p:cNvSpPr/>
          <p:nvPr/>
        </p:nvSpPr>
        <p:spPr>
          <a:xfrm>
            <a:off x="777240" y="2487168"/>
            <a:ext cx="457200" cy="45720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L2</a:t>
            </a:r>
            <a:endParaRPr lang="en-US" sz="1300" dirty="0"/>
          </a:p>
        </p:txBody>
      </p:sp>
      <p:sp>
        <p:nvSpPr>
          <p:cNvPr id="13" name="Text 11"/>
          <p:cNvSpPr/>
          <p:nvPr/>
        </p:nvSpPr>
        <p:spPr>
          <a:xfrm>
            <a:off x="1463040" y="2432304"/>
            <a:ext cx="2377440" cy="54864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Detection</a:t>
            </a:r>
            <a:endParaRPr lang="en-US" sz="1300" dirty="0"/>
          </a:p>
        </p:txBody>
      </p:sp>
      <p:sp>
        <p:nvSpPr>
          <p:cNvPr id="14" name="Text 12"/>
          <p:cNvSpPr/>
          <p:nvPr/>
        </p:nvSpPr>
        <p:spPr>
          <a:xfrm>
            <a:off x="3931920" y="2432304"/>
            <a:ext cx="2743200" cy="548640"/>
          </a:xfrm>
          <a:prstGeom prst="rect">
            <a:avLst/>
          </a:prstGeom>
          <a:noFill/>
          <a:ln/>
        </p:spPr>
        <p:txBody>
          <a:bodyPr wrap="square" rtlCol="0" anchor="ctr"/>
          <a:lstStyle/>
          <a:p>
            <a:pPr marL="0" indent="0">
              <a:buNone/>
            </a:pPr>
            <a:r>
              <a:rPr lang="en-US" sz="1000" i="1" dirty="0">
                <a:solidFill>
                  <a:srgbClr val="6997AF"/>
                </a:solidFill>
                <a:latin typeface="Calibri" pitchFamily="34" charset="0"/>
                <a:ea typeface="Calibri" pitchFamily="34" charset="-122"/>
                <a:cs typeface="Calibri" pitchFamily="34" charset="-120"/>
              </a:rPr>
              <a:t>ultralytics YOLOv8n</a:t>
            </a:r>
            <a:endParaRPr lang="en-US" sz="1000" dirty="0"/>
          </a:p>
        </p:txBody>
      </p:sp>
      <p:sp>
        <p:nvSpPr>
          <p:cNvPr id="15" name="Text 13"/>
          <p:cNvSpPr/>
          <p:nvPr/>
        </p:nvSpPr>
        <p:spPr>
          <a:xfrm>
            <a:off x="6766560" y="2432304"/>
            <a:ext cx="466344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Per-frame object detection with confidence threshold 0.50</a:t>
            </a:r>
            <a:endParaRPr lang="en-US" sz="1050" dirty="0"/>
          </a:p>
        </p:txBody>
      </p:sp>
      <p:sp>
        <p:nvSpPr>
          <p:cNvPr id="16" name="Shape 14"/>
          <p:cNvSpPr/>
          <p:nvPr/>
        </p:nvSpPr>
        <p:spPr>
          <a:xfrm>
            <a:off x="548640" y="3154680"/>
            <a:ext cx="11064240" cy="667512"/>
          </a:xfrm>
          <a:prstGeom prst="roundRect">
            <a:avLst>
              <a:gd name="adj" fmla="val 10959"/>
            </a:avLst>
          </a:prstGeom>
          <a:solidFill>
            <a:srgbClr val="F3F1F7"/>
          </a:solidFill>
          <a:ln w="12700">
            <a:solidFill>
              <a:srgbClr val="5D739A"/>
            </a:solidFill>
            <a:prstDash val="solid"/>
          </a:ln>
        </p:spPr>
      </p:sp>
      <p:sp>
        <p:nvSpPr>
          <p:cNvPr id="17" name="Shape 15"/>
          <p:cNvSpPr/>
          <p:nvPr/>
        </p:nvSpPr>
        <p:spPr>
          <a:xfrm>
            <a:off x="777240" y="3264408"/>
            <a:ext cx="457200" cy="457200"/>
          </a:xfrm>
          <a:prstGeom prst="ellipse">
            <a:avLst/>
          </a:prstGeom>
          <a:solidFill>
            <a:srgbClr val="AD84C6"/>
          </a:solidFill>
          <a:ln/>
        </p:spPr>
      </p:sp>
      <p:sp>
        <p:nvSpPr>
          <p:cNvPr id="18" name="Text 16"/>
          <p:cNvSpPr/>
          <p:nvPr/>
        </p:nvSpPr>
        <p:spPr>
          <a:xfrm>
            <a:off x="777240" y="3264408"/>
            <a:ext cx="457200" cy="45720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L3</a:t>
            </a:r>
            <a:endParaRPr lang="en-US" sz="1300" dirty="0"/>
          </a:p>
        </p:txBody>
      </p:sp>
      <p:sp>
        <p:nvSpPr>
          <p:cNvPr id="19" name="Text 17"/>
          <p:cNvSpPr/>
          <p:nvPr/>
        </p:nvSpPr>
        <p:spPr>
          <a:xfrm>
            <a:off x="1463040" y="3209544"/>
            <a:ext cx="2377440" cy="54864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Tracking</a:t>
            </a:r>
            <a:endParaRPr lang="en-US" sz="1300" dirty="0"/>
          </a:p>
        </p:txBody>
      </p:sp>
      <p:sp>
        <p:nvSpPr>
          <p:cNvPr id="20" name="Text 18"/>
          <p:cNvSpPr/>
          <p:nvPr/>
        </p:nvSpPr>
        <p:spPr>
          <a:xfrm>
            <a:off x="3931920" y="3209544"/>
            <a:ext cx="2743200" cy="548640"/>
          </a:xfrm>
          <a:prstGeom prst="rect">
            <a:avLst/>
          </a:prstGeom>
          <a:noFill/>
          <a:ln/>
        </p:spPr>
        <p:txBody>
          <a:bodyPr wrap="square" rtlCol="0" anchor="ctr"/>
          <a:lstStyle/>
          <a:p>
            <a:pPr marL="0" indent="0">
              <a:buNone/>
            </a:pPr>
            <a:r>
              <a:rPr lang="en-US" sz="1000" i="1" dirty="0">
                <a:solidFill>
                  <a:srgbClr val="6997AF"/>
                </a:solidFill>
                <a:latin typeface="Calibri" pitchFamily="34" charset="0"/>
                <a:ea typeface="Calibri" pitchFamily="34" charset="-122"/>
                <a:cs typeface="Calibri" pitchFamily="34" charset="-120"/>
              </a:rPr>
              <a:t>ByteTrack (via ultralytics)</a:t>
            </a:r>
            <a:endParaRPr lang="en-US" sz="1000" dirty="0"/>
          </a:p>
        </p:txBody>
      </p:sp>
      <p:sp>
        <p:nvSpPr>
          <p:cNvPr id="21" name="Text 19"/>
          <p:cNvSpPr/>
          <p:nvPr/>
        </p:nvSpPr>
        <p:spPr>
          <a:xfrm>
            <a:off x="6766560" y="3209544"/>
            <a:ext cx="466344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Persistent ID assignment across frames (track(persist=True))</a:t>
            </a:r>
            <a:endParaRPr lang="en-US" sz="1050" dirty="0"/>
          </a:p>
        </p:txBody>
      </p:sp>
      <p:sp>
        <p:nvSpPr>
          <p:cNvPr id="22" name="Shape 20"/>
          <p:cNvSpPr/>
          <p:nvPr/>
        </p:nvSpPr>
        <p:spPr>
          <a:xfrm>
            <a:off x="548640" y="3931920"/>
            <a:ext cx="11064240" cy="667512"/>
          </a:xfrm>
          <a:prstGeom prst="roundRect">
            <a:avLst>
              <a:gd name="adj" fmla="val 10959"/>
            </a:avLst>
          </a:prstGeom>
          <a:solidFill>
            <a:srgbClr val="F3F1F7"/>
          </a:solidFill>
          <a:ln w="12700">
            <a:solidFill>
              <a:srgbClr val="5D739A"/>
            </a:solidFill>
            <a:prstDash val="solid"/>
          </a:ln>
        </p:spPr>
      </p:sp>
      <p:sp>
        <p:nvSpPr>
          <p:cNvPr id="23" name="Shape 21"/>
          <p:cNvSpPr/>
          <p:nvPr/>
        </p:nvSpPr>
        <p:spPr>
          <a:xfrm>
            <a:off x="777240" y="4041648"/>
            <a:ext cx="457200" cy="457200"/>
          </a:xfrm>
          <a:prstGeom prst="ellipse">
            <a:avLst/>
          </a:prstGeom>
          <a:solidFill>
            <a:srgbClr val="AD84C6"/>
          </a:solidFill>
          <a:ln/>
        </p:spPr>
      </p:sp>
      <p:sp>
        <p:nvSpPr>
          <p:cNvPr id="24" name="Text 22"/>
          <p:cNvSpPr/>
          <p:nvPr/>
        </p:nvSpPr>
        <p:spPr>
          <a:xfrm>
            <a:off x="777240" y="4041648"/>
            <a:ext cx="457200" cy="45720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L4</a:t>
            </a:r>
            <a:endParaRPr lang="en-US" sz="1300" dirty="0"/>
          </a:p>
        </p:txBody>
      </p:sp>
      <p:sp>
        <p:nvSpPr>
          <p:cNvPr id="25" name="Text 23"/>
          <p:cNvSpPr/>
          <p:nvPr/>
        </p:nvSpPr>
        <p:spPr>
          <a:xfrm>
            <a:off x="1463040" y="3986784"/>
            <a:ext cx="2377440" cy="54864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Motion Analytics</a:t>
            </a:r>
            <a:endParaRPr lang="en-US" sz="1300" dirty="0"/>
          </a:p>
        </p:txBody>
      </p:sp>
      <p:sp>
        <p:nvSpPr>
          <p:cNvPr id="26" name="Text 24"/>
          <p:cNvSpPr/>
          <p:nvPr/>
        </p:nvSpPr>
        <p:spPr>
          <a:xfrm>
            <a:off x="3931920" y="3986784"/>
            <a:ext cx="2743200" cy="548640"/>
          </a:xfrm>
          <a:prstGeom prst="rect">
            <a:avLst/>
          </a:prstGeom>
          <a:noFill/>
          <a:ln/>
        </p:spPr>
        <p:txBody>
          <a:bodyPr wrap="square" rtlCol="0" anchor="ctr"/>
          <a:lstStyle/>
          <a:p>
            <a:pPr marL="0" indent="0">
              <a:buNone/>
            </a:pPr>
            <a:r>
              <a:rPr lang="en-US" sz="1000" i="1" dirty="0">
                <a:solidFill>
                  <a:srgbClr val="6997AF"/>
                </a:solidFill>
                <a:latin typeface="Calibri" pitchFamily="34" charset="0"/>
                <a:ea typeface="Calibri" pitchFamily="34" charset="-122"/>
                <a:cs typeface="Calibri" pitchFamily="34" charset="-120"/>
              </a:rPr>
              <a:t>custom trajectory/direction/speed</a:t>
            </a:r>
            <a:endParaRPr lang="en-US" sz="1000" dirty="0"/>
          </a:p>
        </p:txBody>
      </p:sp>
      <p:sp>
        <p:nvSpPr>
          <p:cNvPr id="27" name="Text 25"/>
          <p:cNvSpPr/>
          <p:nvPr/>
        </p:nvSpPr>
        <p:spPr>
          <a:xfrm>
            <a:off x="6766560" y="3986784"/>
            <a:ext cx="466344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Trajectory history, EMA smoothing, direction &amp; calibrated speed</a:t>
            </a:r>
            <a:endParaRPr lang="en-US" sz="1050" dirty="0"/>
          </a:p>
        </p:txBody>
      </p:sp>
      <p:sp>
        <p:nvSpPr>
          <p:cNvPr id="28" name="Shape 26"/>
          <p:cNvSpPr/>
          <p:nvPr/>
        </p:nvSpPr>
        <p:spPr>
          <a:xfrm>
            <a:off x="548640" y="4709160"/>
            <a:ext cx="11064240" cy="667512"/>
          </a:xfrm>
          <a:prstGeom prst="roundRect">
            <a:avLst>
              <a:gd name="adj" fmla="val 10959"/>
            </a:avLst>
          </a:prstGeom>
          <a:solidFill>
            <a:srgbClr val="F3F1F7"/>
          </a:solidFill>
          <a:ln w="12700">
            <a:solidFill>
              <a:srgbClr val="5D739A"/>
            </a:solidFill>
            <a:prstDash val="solid"/>
          </a:ln>
        </p:spPr>
      </p:sp>
      <p:sp>
        <p:nvSpPr>
          <p:cNvPr id="29" name="Shape 27"/>
          <p:cNvSpPr/>
          <p:nvPr/>
        </p:nvSpPr>
        <p:spPr>
          <a:xfrm>
            <a:off x="777240" y="4818888"/>
            <a:ext cx="457200" cy="457200"/>
          </a:xfrm>
          <a:prstGeom prst="ellipse">
            <a:avLst/>
          </a:prstGeom>
          <a:solidFill>
            <a:srgbClr val="AD84C6"/>
          </a:solidFill>
          <a:ln/>
        </p:spPr>
      </p:sp>
      <p:sp>
        <p:nvSpPr>
          <p:cNvPr id="30" name="Text 28"/>
          <p:cNvSpPr/>
          <p:nvPr/>
        </p:nvSpPr>
        <p:spPr>
          <a:xfrm>
            <a:off x="777240" y="4818888"/>
            <a:ext cx="457200" cy="45720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L5</a:t>
            </a:r>
            <a:endParaRPr lang="en-US" sz="1300" dirty="0"/>
          </a:p>
        </p:txBody>
      </p:sp>
      <p:sp>
        <p:nvSpPr>
          <p:cNvPr id="31" name="Text 29"/>
          <p:cNvSpPr/>
          <p:nvPr/>
        </p:nvSpPr>
        <p:spPr>
          <a:xfrm>
            <a:off x="1463040" y="4764024"/>
            <a:ext cx="2377440" cy="54864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Counting &amp; Stats</a:t>
            </a:r>
            <a:endParaRPr lang="en-US" sz="1300" dirty="0"/>
          </a:p>
        </p:txBody>
      </p:sp>
      <p:sp>
        <p:nvSpPr>
          <p:cNvPr id="32" name="Text 30"/>
          <p:cNvSpPr/>
          <p:nvPr/>
        </p:nvSpPr>
        <p:spPr>
          <a:xfrm>
            <a:off x="3931920" y="4764024"/>
            <a:ext cx="2743200" cy="548640"/>
          </a:xfrm>
          <a:prstGeom prst="rect">
            <a:avLst/>
          </a:prstGeom>
          <a:noFill/>
          <a:ln/>
        </p:spPr>
        <p:txBody>
          <a:bodyPr wrap="square" rtlCol="0" anchor="ctr"/>
          <a:lstStyle/>
          <a:p>
            <a:pPr marL="0" indent="0">
              <a:buNone/>
            </a:pPr>
            <a:r>
              <a:rPr lang="en-US" sz="1000" i="1" dirty="0">
                <a:solidFill>
                  <a:srgbClr val="6997AF"/>
                </a:solidFill>
                <a:latin typeface="Calibri" pitchFamily="34" charset="0"/>
                <a:ea typeface="Calibri" pitchFamily="34" charset="-122"/>
                <a:cs typeface="Calibri" pitchFamily="34" charset="-120"/>
              </a:rPr>
              <a:t>custom analytics modules</a:t>
            </a:r>
            <a:endParaRPr lang="en-US" sz="1000" dirty="0"/>
          </a:p>
        </p:txBody>
      </p:sp>
      <p:sp>
        <p:nvSpPr>
          <p:cNvPr id="33" name="Text 31"/>
          <p:cNvSpPr/>
          <p:nvPr/>
        </p:nvSpPr>
        <p:spPr>
          <a:xfrm>
            <a:off x="6766560" y="4764024"/>
            <a:ext cx="466344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Line-crossing counter, per-class &amp; per-session statistics</a:t>
            </a:r>
            <a:endParaRPr lang="en-US" sz="1050" dirty="0"/>
          </a:p>
        </p:txBody>
      </p:sp>
      <p:sp>
        <p:nvSpPr>
          <p:cNvPr id="34" name="Shape 32"/>
          <p:cNvSpPr/>
          <p:nvPr/>
        </p:nvSpPr>
        <p:spPr>
          <a:xfrm>
            <a:off x="548640" y="5486400"/>
            <a:ext cx="11064240" cy="667512"/>
          </a:xfrm>
          <a:prstGeom prst="roundRect">
            <a:avLst>
              <a:gd name="adj" fmla="val 10959"/>
            </a:avLst>
          </a:prstGeom>
          <a:solidFill>
            <a:srgbClr val="F3F1F7"/>
          </a:solidFill>
          <a:ln w="12700">
            <a:solidFill>
              <a:srgbClr val="5D739A"/>
            </a:solidFill>
            <a:prstDash val="solid"/>
          </a:ln>
        </p:spPr>
      </p:sp>
      <p:sp>
        <p:nvSpPr>
          <p:cNvPr id="35" name="Shape 33"/>
          <p:cNvSpPr/>
          <p:nvPr/>
        </p:nvSpPr>
        <p:spPr>
          <a:xfrm>
            <a:off x="777240" y="5596128"/>
            <a:ext cx="457200" cy="457200"/>
          </a:xfrm>
          <a:prstGeom prst="ellipse">
            <a:avLst/>
          </a:prstGeom>
          <a:solidFill>
            <a:srgbClr val="AD84C6"/>
          </a:solidFill>
          <a:ln/>
        </p:spPr>
      </p:sp>
      <p:sp>
        <p:nvSpPr>
          <p:cNvPr id="36" name="Text 34"/>
          <p:cNvSpPr/>
          <p:nvPr/>
        </p:nvSpPr>
        <p:spPr>
          <a:xfrm>
            <a:off x="777240" y="5596128"/>
            <a:ext cx="457200" cy="45720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L6</a:t>
            </a:r>
            <a:endParaRPr lang="en-US" sz="1300" dirty="0"/>
          </a:p>
        </p:txBody>
      </p:sp>
      <p:sp>
        <p:nvSpPr>
          <p:cNvPr id="37" name="Text 35"/>
          <p:cNvSpPr/>
          <p:nvPr/>
        </p:nvSpPr>
        <p:spPr>
          <a:xfrm>
            <a:off x="1463040" y="5541264"/>
            <a:ext cx="2377440" cy="548640"/>
          </a:xfrm>
          <a:prstGeom prst="rect">
            <a:avLst/>
          </a:prstGeom>
          <a:noFill/>
          <a:ln/>
        </p:spPr>
        <p:txBody>
          <a:bodyPr wrap="square" rtlCol="0" anchor="ctr"/>
          <a:lstStyle/>
          <a:p>
            <a:pPr marL="0" indent="0">
              <a:buNone/>
            </a:pPr>
            <a:r>
              <a:rPr lang="en-US" sz="1300" b="1" dirty="0">
                <a:solidFill>
                  <a:srgbClr val="000000"/>
                </a:solidFill>
                <a:latin typeface="Calibri" pitchFamily="34" charset="0"/>
                <a:ea typeface="Calibri" pitchFamily="34" charset="-122"/>
                <a:cs typeface="Calibri" pitchFamily="34" charset="-120"/>
              </a:rPr>
              <a:t>Reporting &amp; Dashboard</a:t>
            </a:r>
            <a:endParaRPr lang="en-US" sz="1300" dirty="0"/>
          </a:p>
        </p:txBody>
      </p:sp>
      <p:sp>
        <p:nvSpPr>
          <p:cNvPr id="38" name="Text 36"/>
          <p:cNvSpPr/>
          <p:nvPr/>
        </p:nvSpPr>
        <p:spPr>
          <a:xfrm>
            <a:off x="3931920" y="5541264"/>
            <a:ext cx="2743200" cy="548640"/>
          </a:xfrm>
          <a:prstGeom prst="rect">
            <a:avLst/>
          </a:prstGeom>
          <a:noFill/>
          <a:ln/>
        </p:spPr>
        <p:txBody>
          <a:bodyPr wrap="square" rtlCol="0" anchor="ctr"/>
          <a:lstStyle/>
          <a:p>
            <a:pPr marL="0" indent="0">
              <a:buNone/>
            </a:pPr>
            <a:r>
              <a:rPr lang="en-US" sz="1000" i="1" dirty="0">
                <a:solidFill>
                  <a:srgbClr val="6997AF"/>
                </a:solidFill>
                <a:latin typeface="Calibri" pitchFamily="34" charset="0"/>
                <a:ea typeface="Calibri" pitchFamily="34" charset="-122"/>
                <a:cs typeface="Calibri" pitchFamily="34" charset="-120"/>
              </a:rPr>
              <a:t>OpenCV overlay + CSV + Streamlit</a:t>
            </a:r>
            <a:endParaRPr lang="en-US" sz="1000" dirty="0"/>
          </a:p>
        </p:txBody>
      </p:sp>
      <p:sp>
        <p:nvSpPr>
          <p:cNvPr id="39" name="Text 37"/>
          <p:cNvSpPr/>
          <p:nvPr/>
        </p:nvSpPr>
        <p:spPr>
          <a:xfrm>
            <a:off x="6766560" y="5541264"/>
            <a:ext cx="4663440" cy="548640"/>
          </a:xfrm>
          <a:prstGeom prst="rect">
            <a:avLst/>
          </a:prstGeom>
          <a:noFill/>
          <a:ln/>
        </p:spPr>
        <p:txBody>
          <a:bodyPr wrap="square" rtlCol="0" anchor="ctr"/>
          <a:lstStyle/>
          <a:p>
            <a:pPr marL="0" indent="0">
              <a:lnSpc>
                <a:spcPts val="1300"/>
              </a:lnSpc>
              <a:buNone/>
            </a:pPr>
            <a:r>
              <a:rPr lang="en-US" sz="1050" dirty="0">
                <a:solidFill>
                  <a:srgbClr val="5D739A"/>
                </a:solidFill>
                <a:latin typeface="Calibri" pitchFamily="34" charset="0"/>
                <a:ea typeface="Calibri" pitchFamily="34" charset="-122"/>
                <a:cs typeface="Calibri" pitchFamily="34" charset="-120"/>
              </a:rPr>
              <a:t>Live HUD overlay, CSV session export, Streamlit report viewer</a:t>
            </a:r>
            <a:endParaRPr lang="en-US" sz="1050" dirty="0"/>
          </a:p>
        </p:txBody>
      </p:sp>
      <p:pic>
        <p:nvPicPr>
          <p:cNvPr id="42" name="Picture 41">
            <a:extLst>
              <a:ext uri="{FF2B5EF4-FFF2-40B4-BE49-F238E27FC236}">
                <a16:creationId xmlns:a16="http://schemas.microsoft.com/office/drawing/2014/main" id="{EB2333C4-2A7F-CF0E-9D0D-803AA80CE3B4}"/>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73575"/>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Platform Modules Overview</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Modular codebase — detection, tracking, analytics, visualization and data layers</a:t>
            </a:r>
            <a:endParaRPr lang="en-US" sz="1400" dirty="0"/>
          </a:p>
        </p:txBody>
      </p:sp>
      <p:sp>
        <p:nvSpPr>
          <p:cNvPr id="4" name="Shape 2"/>
          <p:cNvSpPr/>
          <p:nvPr/>
        </p:nvSpPr>
        <p:spPr>
          <a:xfrm>
            <a:off x="548640" y="1600200"/>
            <a:ext cx="3566160" cy="1234440"/>
          </a:xfrm>
          <a:prstGeom prst="roundRect">
            <a:avLst>
              <a:gd name="adj" fmla="val 5926"/>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731520" y="1728216"/>
            <a:ext cx="32004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1. Detection</a:t>
            </a:r>
            <a:endParaRPr lang="en-US" sz="1300" dirty="0"/>
          </a:p>
        </p:txBody>
      </p:sp>
      <p:sp>
        <p:nvSpPr>
          <p:cNvPr id="6" name="Text 4"/>
          <p:cNvSpPr/>
          <p:nvPr/>
        </p:nvSpPr>
        <p:spPr>
          <a:xfrm>
            <a:off x="731520" y="2057400"/>
            <a:ext cx="3200400" cy="685800"/>
          </a:xfrm>
          <a:prstGeom prst="rect">
            <a:avLst/>
          </a:prstGeom>
          <a:noFill/>
          <a:ln/>
        </p:spPr>
        <p:txBody>
          <a:bodyPr wrap="square" rtlCol="0" anchor="ctr"/>
          <a:lstStyle/>
          <a:p>
            <a:pPr marL="0" indent="0">
              <a:lnSpc>
                <a:spcPts val="1300"/>
              </a:lnSpc>
              <a:buNone/>
            </a:pPr>
            <a:r>
              <a:rPr lang="en-US" sz="1050" dirty="0">
                <a:solidFill>
                  <a:srgbClr val="000000"/>
                </a:solidFill>
                <a:latin typeface="Calibri" pitchFamily="34" charset="0"/>
                <a:ea typeface="Calibri" pitchFamily="34" charset="-122"/>
                <a:cs typeface="Calibri" pitchFamily="34" charset="-120"/>
              </a:rPr>
              <a:t>YOLOv8n wrapper for per-frame object detection</a:t>
            </a:r>
            <a:endParaRPr lang="en-US" sz="1050" dirty="0"/>
          </a:p>
        </p:txBody>
      </p:sp>
      <p:sp>
        <p:nvSpPr>
          <p:cNvPr id="7" name="Shape 5"/>
          <p:cNvSpPr/>
          <p:nvPr/>
        </p:nvSpPr>
        <p:spPr>
          <a:xfrm>
            <a:off x="4279392" y="1600200"/>
            <a:ext cx="3566160" cy="1234440"/>
          </a:xfrm>
          <a:prstGeom prst="roundRect">
            <a:avLst>
              <a:gd name="adj" fmla="val 5926"/>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4462272" y="1728216"/>
            <a:ext cx="32004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2. Tracking</a:t>
            </a:r>
            <a:endParaRPr lang="en-US" sz="1300" dirty="0"/>
          </a:p>
        </p:txBody>
      </p:sp>
      <p:sp>
        <p:nvSpPr>
          <p:cNvPr id="9" name="Text 7"/>
          <p:cNvSpPr/>
          <p:nvPr/>
        </p:nvSpPr>
        <p:spPr>
          <a:xfrm>
            <a:off x="4462272" y="2057400"/>
            <a:ext cx="3200400" cy="685800"/>
          </a:xfrm>
          <a:prstGeom prst="rect">
            <a:avLst/>
          </a:prstGeom>
          <a:noFill/>
          <a:ln/>
        </p:spPr>
        <p:txBody>
          <a:bodyPr wrap="square" rtlCol="0" anchor="ctr"/>
          <a:lstStyle/>
          <a:p>
            <a:pPr marL="0" indent="0">
              <a:lnSpc>
                <a:spcPts val="1300"/>
              </a:lnSpc>
              <a:buNone/>
            </a:pPr>
            <a:r>
              <a:rPr lang="en-US" sz="1050" dirty="0">
                <a:solidFill>
                  <a:srgbClr val="000000"/>
                </a:solidFill>
                <a:latin typeface="Calibri" pitchFamily="34" charset="0"/>
                <a:ea typeface="Calibri" pitchFamily="34" charset="-122"/>
                <a:cs typeface="Calibri" pitchFamily="34" charset="-120"/>
              </a:rPr>
              <a:t>ByteTrack-based persistent multi-object tracker</a:t>
            </a:r>
            <a:endParaRPr lang="en-US" sz="1050" dirty="0"/>
          </a:p>
        </p:txBody>
      </p:sp>
      <p:sp>
        <p:nvSpPr>
          <p:cNvPr id="10" name="Shape 8"/>
          <p:cNvSpPr/>
          <p:nvPr/>
        </p:nvSpPr>
        <p:spPr>
          <a:xfrm>
            <a:off x="8010144" y="1600200"/>
            <a:ext cx="3566160" cy="1234440"/>
          </a:xfrm>
          <a:prstGeom prst="roundRect">
            <a:avLst>
              <a:gd name="adj" fmla="val 5926"/>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11" name="Text 9"/>
          <p:cNvSpPr/>
          <p:nvPr/>
        </p:nvSpPr>
        <p:spPr>
          <a:xfrm>
            <a:off x="8193024" y="1728216"/>
            <a:ext cx="32004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3. Trajectory &amp; Smoothing</a:t>
            </a:r>
            <a:endParaRPr lang="en-US" sz="1300" dirty="0"/>
          </a:p>
        </p:txBody>
      </p:sp>
      <p:sp>
        <p:nvSpPr>
          <p:cNvPr id="12" name="Text 10"/>
          <p:cNvSpPr/>
          <p:nvPr/>
        </p:nvSpPr>
        <p:spPr>
          <a:xfrm>
            <a:off x="8193024" y="2057400"/>
            <a:ext cx="3200400" cy="685800"/>
          </a:xfrm>
          <a:prstGeom prst="rect">
            <a:avLst/>
          </a:prstGeom>
          <a:noFill/>
          <a:ln/>
        </p:spPr>
        <p:txBody>
          <a:bodyPr wrap="square" rtlCol="0" anchor="ctr"/>
          <a:lstStyle/>
          <a:p>
            <a:pPr marL="0" indent="0">
              <a:lnSpc>
                <a:spcPts val="1300"/>
              </a:lnSpc>
              <a:buNone/>
            </a:pPr>
            <a:r>
              <a:rPr lang="en-US" sz="1050" dirty="0">
                <a:solidFill>
                  <a:srgbClr val="000000"/>
                </a:solidFill>
                <a:latin typeface="Calibri" pitchFamily="34" charset="0"/>
                <a:ea typeface="Calibri" pitchFamily="34" charset="-122"/>
                <a:cs typeface="Calibri" pitchFamily="34" charset="-120"/>
              </a:rPr>
              <a:t>Position history + EMA smoothing (α = 0.7)</a:t>
            </a:r>
            <a:endParaRPr lang="en-US" sz="1050" dirty="0"/>
          </a:p>
        </p:txBody>
      </p:sp>
      <p:sp>
        <p:nvSpPr>
          <p:cNvPr id="13" name="Shape 11"/>
          <p:cNvSpPr/>
          <p:nvPr/>
        </p:nvSpPr>
        <p:spPr>
          <a:xfrm>
            <a:off x="548640" y="2999232"/>
            <a:ext cx="3566160" cy="1234440"/>
          </a:xfrm>
          <a:prstGeom prst="roundRect">
            <a:avLst>
              <a:gd name="adj" fmla="val 5926"/>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14" name="Text 12"/>
          <p:cNvSpPr/>
          <p:nvPr/>
        </p:nvSpPr>
        <p:spPr>
          <a:xfrm>
            <a:off x="731520" y="3127248"/>
            <a:ext cx="32004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4. Direction Detection</a:t>
            </a:r>
            <a:endParaRPr lang="en-US" sz="1300" dirty="0"/>
          </a:p>
        </p:txBody>
      </p:sp>
      <p:sp>
        <p:nvSpPr>
          <p:cNvPr id="15" name="Text 13"/>
          <p:cNvSpPr/>
          <p:nvPr/>
        </p:nvSpPr>
        <p:spPr>
          <a:xfrm>
            <a:off x="731520" y="3456432"/>
            <a:ext cx="3200400" cy="685800"/>
          </a:xfrm>
          <a:prstGeom prst="rect">
            <a:avLst/>
          </a:prstGeom>
          <a:noFill/>
          <a:ln/>
        </p:spPr>
        <p:txBody>
          <a:bodyPr wrap="square" rtlCol="0" anchor="ctr"/>
          <a:lstStyle/>
          <a:p>
            <a:pPr marL="0" indent="0">
              <a:lnSpc>
                <a:spcPts val="1300"/>
              </a:lnSpc>
              <a:buNone/>
            </a:pPr>
            <a:r>
              <a:rPr lang="en-US" sz="1050" dirty="0">
                <a:solidFill>
                  <a:srgbClr val="000000"/>
                </a:solidFill>
                <a:latin typeface="Calibri" pitchFamily="34" charset="0"/>
                <a:ea typeface="Calibri" pitchFamily="34" charset="-122"/>
                <a:cs typeface="Calibri" pitchFamily="34" charset="-120"/>
              </a:rPr>
              <a:t>Rule-based N/S/E/W heading from motion history</a:t>
            </a:r>
            <a:endParaRPr lang="en-US" sz="1050" dirty="0"/>
          </a:p>
        </p:txBody>
      </p:sp>
      <p:sp>
        <p:nvSpPr>
          <p:cNvPr id="16" name="Shape 14"/>
          <p:cNvSpPr/>
          <p:nvPr/>
        </p:nvSpPr>
        <p:spPr>
          <a:xfrm>
            <a:off x="4279392" y="2999232"/>
            <a:ext cx="3566160" cy="1234440"/>
          </a:xfrm>
          <a:prstGeom prst="roundRect">
            <a:avLst>
              <a:gd name="adj" fmla="val 5926"/>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17" name="Text 15"/>
          <p:cNvSpPr/>
          <p:nvPr/>
        </p:nvSpPr>
        <p:spPr>
          <a:xfrm>
            <a:off x="4462272" y="3127248"/>
            <a:ext cx="32004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5. Speed Estimation</a:t>
            </a:r>
            <a:endParaRPr lang="en-US" sz="1300" dirty="0"/>
          </a:p>
        </p:txBody>
      </p:sp>
      <p:sp>
        <p:nvSpPr>
          <p:cNvPr id="18" name="Text 16"/>
          <p:cNvSpPr/>
          <p:nvPr/>
        </p:nvSpPr>
        <p:spPr>
          <a:xfrm>
            <a:off x="4462272" y="3456432"/>
            <a:ext cx="3200400" cy="685800"/>
          </a:xfrm>
          <a:prstGeom prst="rect">
            <a:avLst/>
          </a:prstGeom>
          <a:noFill/>
          <a:ln/>
        </p:spPr>
        <p:txBody>
          <a:bodyPr wrap="square" rtlCol="0" anchor="ctr"/>
          <a:lstStyle/>
          <a:p>
            <a:pPr marL="0" indent="0">
              <a:lnSpc>
                <a:spcPts val="1300"/>
              </a:lnSpc>
              <a:buNone/>
            </a:pPr>
            <a:r>
              <a:rPr lang="en-US" sz="1050" dirty="0">
                <a:solidFill>
                  <a:srgbClr val="000000"/>
                </a:solidFill>
                <a:latin typeface="Calibri" pitchFamily="34" charset="0"/>
                <a:ea typeface="Calibri" pitchFamily="34" charset="-122"/>
                <a:cs typeface="Calibri" pitchFamily="34" charset="-120"/>
              </a:rPr>
              <a:t>Calibrated pixels-per-metre → km/h conversion</a:t>
            </a:r>
            <a:endParaRPr lang="en-US" sz="1050" dirty="0"/>
          </a:p>
        </p:txBody>
      </p:sp>
      <p:sp>
        <p:nvSpPr>
          <p:cNvPr id="19" name="Shape 17"/>
          <p:cNvSpPr/>
          <p:nvPr/>
        </p:nvSpPr>
        <p:spPr>
          <a:xfrm>
            <a:off x="8010144" y="2999232"/>
            <a:ext cx="3566160" cy="1234440"/>
          </a:xfrm>
          <a:prstGeom prst="roundRect">
            <a:avLst>
              <a:gd name="adj" fmla="val 5926"/>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20" name="Text 18"/>
          <p:cNvSpPr/>
          <p:nvPr/>
        </p:nvSpPr>
        <p:spPr>
          <a:xfrm>
            <a:off x="8193024" y="3127248"/>
            <a:ext cx="32004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6. Line Counter</a:t>
            </a:r>
            <a:endParaRPr lang="en-US" sz="1300" dirty="0"/>
          </a:p>
        </p:txBody>
      </p:sp>
      <p:sp>
        <p:nvSpPr>
          <p:cNvPr id="21" name="Text 19"/>
          <p:cNvSpPr/>
          <p:nvPr/>
        </p:nvSpPr>
        <p:spPr>
          <a:xfrm>
            <a:off x="8193024" y="3456432"/>
            <a:ext cx="3200400" cy="685800"/>
          </a:xfrm>
          <a:prstGeom prst="rect">
            <a:avLst/>
          </a:prstGeom>
          <a:noFill/>
          <a:ln/>
        </p:spPr>
        <p:txBody>
          <a:bodyPr wrap="square" rtlCol="0" anchor="ctr"/>
          <a:lstStyle/>
          <a:p>
            <a:pPr marL="0" indent="0">
              <a:lnSpc>
                <a:spcPts val="1300"/>
              </a:lnSpc>
              <a:buNone/>
            </a:pPr>
            <a:r>
              <a:rPr lang="en-US" sz="1050" dirty="0">
                <a:solidFill>
                  <a:srgbClr val="000000"/>
                </a:solidFill>
                <a:latin typeface="Calibri" pitchFamily="34" charset="0"/>
                <a:ea typeface="Calibri" pitchFamily="34" charset="-122"/>
                <a:cs typeface="Calibri" pitchFamily="34" charset="-120"/>
              </a:rPr>
              <a:t>Virtual-line enter/exit crossing detector</a:t>
            </a:r>
            <a:endParaRPr lang="en-US" sz="1050" dirty="0"/>
          </a:p>
        </p:txBody>
      </p:sp>
      <p:sp>
        <p:nvSpPr>
          <p:cNvPr id="22" name="Shape 20"/>
          <p:cNvSpPr/>
          <p:nvPr/>
        </p:nvSpPr>
        <p:spPr>
          <a:xfrm>
            <a:off x="548640" y="4398264"/>
            <a:ext cx="3566160" cy="1234440"/>
          </a:xfrm>
          <a:prstGeom prst="roundRect">
            <a:avLst>
              <a:gd name="adj" fmla="val 5926"/>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23" name="Text 21"/>
          <p:cNvSpPr/>
          <p:nvPr/>
        </p:nvSpPr>
        <p:spPr>
          <a:xfrm>
            <a:off x="731520" y="4526280"/>
            <a:ext cx="32004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7. Session Statistics</a:t>
            </a:r>
            <a:endParaRPr lang="en-US" sz="1300" dirty="0"/>
          </a:p>
        </p:txBody>
      </p:sp>
      <p:sp>
        <p:nvSpPr>
          <p:cNvPr id="24" name="Text 22"/>
          <p:cNvSpPr/>
          <p:nvPr/>
        </p:nvSpPr>
        <p:spPr>
          <a:xfrm>
            <a:off x="731520" y="4855464"/>
            <a:ext cx="3200400" cy="685800"/>
          </a:xfrm>
          <a:prstGeom prst="rect">
            <a:avLst/>
          </a:prstGeom>
          <a:noFill/>
          <a:ln/>
        </p:spPr>
        <p:txBody>
          <a:bodyPr wrap="square" rtlCol="0" anchor="ctr"/>
          <a:lstStyle/>
          <a:p>
            <a:pPr marL="0" indent="0">
              <a:lnSpc>
                <a:spcPts val="1300"/>
              </a:lnSpc>
              <a:buNone/>
            </a:pPr>
            <a:r>
              <a:rPr lang="en-US" sz="1050" dirty="0">
                <a:solidFill>
                  <a:srgbClr val="000000"/>
                </a:solidFill>
                <a:latin typeface="Calibri" pitchFamily="34" charset="0"/>
                <a:ea typeface="Calibri" pitchFamily="34" charset="-122"/>
                <a:cs typeface="Calibri" pitchFamily="34" charset="-120"/>
              </a:rPr>
              <a:t>Frame count, FPS, max/unique objects per run</a:t>
            </a:r>
            <a:endParaRPr lang="en-US" sz="1050" dirty="0"/>
          </a:p>
        </p:txBody>
      </p:sp>
      <p:sp>
        <p:nvSpPr>
          <p:cNvPr id="25" name="Shape 23"/>
          <p:cNvSpPr/>
          <p:nvPr/>
        </p:nvSpPr>
        <p:spPr>
          <a:xfrm>
            <a:off x="4279392" y="4398264"/>
            <a:ext cx="3566160" cy="1234440"/>
          </a:xfrm>
          <a:prstGeom prst="roundRect">
            <a:avLst>
              <a:gd name="adj" fmla="val 5926"/>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26" name="Text 24"/>
          <p:cNvSpPr/>
          <p:nvPr/>
        </p:nvSpPr>
        <p:spPr>
          <a:xfrm>
            <a:off x="4462272" y="4526280"/>
            <a:ext cx="32004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8. Report Exporter</a:t>
            </a:r>
            <a:endParaRPr lang="en-US" sz="1300" dirty="0"/>
          </a:p>
        </p:txBody>
      </p:sp>
      <p:sp>
        <p:nvSpPr>
          <p:cNvPr id="27" name="Text 25"/>
          <p:cNvSpPr/>
          <p:nvPr/>
        </p:nvSpPr>
        <p:spPr>
          <a:xfrm>
            <a:off x="4462272" y="4855464"/>
            <a:ext cx="3200400" cy="685800"/>
          </a:xfrm>
          <a:prstGeom prst="rect">
            <a:avLst/>
          </a:prstGeom>
          <a:noFill/>
          <a:ln/>
        </p:spPr>
        <p:txBody>
          <a:bodyPr wrap="square" rtlCol="0" anchor="ctr"/>
          <a:lstStyle/>
          <a:p>
            <a:pPr marL="0" indent="0">
              <a:lnSpc>
                <a:spcPts val="1300"/>
              </a:lnSpc>
              <a:buNone/>
            </a:pPr>
            <a:r>
              <a:rPr lang="en-US" sz="1050" dirty="0">
                <a:solidFill>
                  <a:srgbClr val="000000"/>
                </a:solidFill>
                <a:latin typeface="Calibri" pitchFamily="34" charset="0"/>
                <a:ea typeface="Calibri" pitchFamily="34" charset="-122"/>
                <a:cs typeface="Calibri" pitchFamily="34" charset="-120"/>
              </a:rPr>
              <a:t>Auto-generates a timestamped CSV per session</a:t>
            </a:r>
            <a:endParaRPr lang="en-US" sz="1050" dirty="0"/>
          </a:p>
        </p:txBody>
      </p:sp>
      <p:sp>
        <p:nvSpPr>
          <p:cNvPr id="28" name="Shape 26"/>
          <p:cNvSpPr/>
          <p:nvPr/>
        </p:nvSpPr>
        <p:spPr>
          <a:xfrm>
            <a:off x="8010144" y="4398264"/>
            <a:ext cx="3566160" cy="1234440"/>
          </a:xfrm>
          <a:prstGeom prst="roundRect">
            <a:avLst>
              <a:gd name="adj" fmla="val 5926"/>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29" name="Text 27"/>
          <p:cNvSpPr/>
          <p:nvPr/>
        </p:nvSpPr>
        <p:spPr>
          <a:xfrm>
            <a:off x="8193024" y="4526280"/>
            <a:ext cx="32004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9. Visualization / HUD</a:t>
            </a:r>
            <a:endParaRPr lang="en-US" sz="1300" dirty="0"/>
          </a:p>
        </p:txBody>
      </p:sp>
      <p:sp>
        <p:nvSpPr>
          <p:cNvPr id="30" name="Text 28"/>
          <p:cNvSpPr/>
          <p:nvPr/>
        </p:nvSpPr>
        <p:spPr>
          <a:xfrm>
            <a:off x="8193024" y="4855464"/>
            <a:ext cx="3200400" cy="685800"/>
          </a:xfrm>
          <a:prstGeom prst="rect">
            <a:avLst/>
          </a:prstGeom>
          <a:noFill/>
          <a:ln/>
        </p:spPr>
        <p:txBody>
          <a:bodyPr wrap="square" rtlCol="0" anchor="ctr"/>
          <a:lstStyle/>
          <a:p>
            <a:pPr marL="0" indent="0">
              <a:lnSpc>
                <a:spcPts val="1300"/>
              </a:lnSpc>
              <a:buNone/>
            </a:pPr>
            <a:r>
              <a:rPr lang="en-US" sz="1050" dirty="0">
                <a:solidFill>
                  <a:srgbClr val="000000"/>
                </a:solidFill>
                <a:latin typeface="Calibri" pitchFamily="34" charset="0"/>
                <a:ea typeface="Calibri" pitchFamily="34" charset="-122"/>
                <a:cs typeface="Calibri" pitchFamily="34" charset="-120"/>
              </a:rPr>
              <a:t>Live on-frame overlay: boxes, trails, FPS, counts</a:t>
            </a:r>
            <a:endParaRPr lang="en-US" sz="1050" dirty="0"/>
          </a:p>
        </p:txBody>
      </p:sp>
      <p:sp>
        <p:nvSpPr>
          <p:cNvPr id="31" name="Shape 29"/>
          <p:cNvSpPr/>
          <p:nvPr/>
        </p:nvSpPr>
        <p:spPr>
          <a:xfrm>
            <a:off x="548640" y="5797296"/>
            <a:ext cx="3566160" cy="694944"/>
          </a:xfrm>
          <a:prstGeom prst="roundRect">
            <a:avLst>
              <a:gd name="adj" fmla="val 5926"/>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32" name="Text 30"/>
          <p:cNvSpPr/>
          <p:nvPr/>
        </p:nvSpPr>
        <p:spPr>
          <a:xfrm>
            <a:off x="731520" y="5925312"/>
            <a:ext cx="32004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10. Streamlit Dashboard</a:t>
            </a:r>
            <a:endParaRPr lang="en-US" sz="1300" dirty="0"/>
          </a:p>
        </p:txBody>
      </p:sp>
      <p:sp>
        <p:nvSpPr>
          <p:cNvPr id="33" name="Text 31"/>
          <p:cNvSpPr/>
          <p:nvPr/>
        </p:nvSpPr>
        <p:spPr>
          <a:xfrm>
            <a:off x="731520" y="5925312"/>
            <a:ext cx="3200400" cy="685800"/>
          </a:xfrm>
          <a:prstGeom prst="rect">
            <a:avLst/>
          </a:prstGeom>
          <a:noFill/>
          <a:ln/>
        </p:spPr>
        <p:txBody>
          <a:bodyPr wrap="square" rtlCol="0" anchor="ctr"/>
          <a:lstStyle/>
          <a:p>
            <a:pPr marL="0" indent="0">
              <a:lnSpc>
                <a:spcPts val="1300"/>
              </a:lnSpc>
              <a:buNone/>
            </a:pPr>
            <a:r>
              <a:rPr lang="en-US" sz="1050" dirty="0">
                <a:solidFill>
                  <a:srgbClr val="000000"/>
                </a:solidFill>
                <a:latin typeface="Calibri" pitchFamily="34" charset="0"/>
                <a:ea typeface="Calibri" pitchFamily="34" charset="-122"/>
                <a:cs typeface="Calibri" pitchFamily="34" charset="-120"/>
              </a:rPr>
              <a:t>Browses and charts saved session reports</a:t>
            </a:r>
            <a:endParaRPr lang="en-US" sz="1050" dirty="0"/>
          </a:p>
        </p:txBody>
      </p:sp>
      <p:sp>
        <p:nvSpPr>
          <p:cNvPr id="34" name="Shape 32"/>
          <p:cNvSpPr/>
          <p:nvPr/>
        </p:nvSpPr>
        <p:spPr>
          <a:xfrm>
            <a:off x="4279392" y="5797296"/>
            <a:ext cx="3566160" cy="694944"/>
          </a:xfrm>
          <a:prstGeom prst="roundRect">
            <a:avLst>
              <a:gd name="adj" fmla="val 5926"/>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35" name="Text 33"/>
          <p:cNvSpPr/>
          <p:nvPr/>
        </p:nvSpPr>
        <p:spPr>
          <a:xfrm>
            <a:off x="4462272" y="5925312"/>
            <a:ext cx="32004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11. Data Layer</a:t>
            </a:r>
            <a:endParaRPr lang="en-US" sz="1300" dirty="0"/>
          </a:p>
        </p:txBody>
      </p:sp>
      <p:sp>
        <p:nvSpPr>
          <p:cNvPr id="36" name="Text 34"/>
          <p:cNvSpPr/>
          <p:nvPr/>
        </p:nvSpPr>
        <p:spPr>
          <a:xfrm>
            <a:off x="4462272" y="5911596"/>
            <a:ext cx="3200400" cy="745236"/>
          </a:xfrm>
          <a:prstGeom prst="rect">
            <a:avLst/>
          </a:prstGeom>
          <a:noFill/>
          <a:ln/>
        </p:spPr>
        <p:txBody>
          <a:bodyPr wrap="square" rtlCol="0" anchor="ctr"/>
          <a:lstStyle/>
          <a:p>
            <a:pPr marL="0" indent="0">
              <a:lnSpc>
                <a:spcPts val="1300"/>
              </a:lnSpc>
              <a:buNone/>
            </a:pPr>
            <a:r>
              <a:rPr lang="en-US" sz="1050" dirty="0">
                <a:solidFill>
                  <a:srgbClr val="000000"/>
                </a:solidFill>
                <a:latin typeface="Calibri" pitchFamily="34" charset="0"/>
                <a:ea typeface="Calibri" pitchFamily="34" charset="-122"/>
                <a:cs typeface="Calibri" pitchFamily="34" charset="-120"/>
              </a:rPr>
              <a:t>SQLAlchemy model + SQLite store for detections</a:t>
            </a:r>
            <a:endParaRPr lang="en-US" sz="1050" dirty="0"/>
          </a:p>
        </p:txBody>
      </p:sp>
      <p:sp>
        <p:nvSpPr>
          <p:cNvPr id="37" name="Shape 35"/>
          <p:cNvSpPr/>
          <p:nvPr/>
        </p:nvSpPr>
        <p:spPr>
          <a:xfrm>
            <a:off x="8010144" y="5797296"/>
            <a:ext cx="3566160" cy="694944"/>
          </a:xfrm>
          <a:prstGeom prst="roundRect">
            <a:avLst>
              <a:gd name="adj" fmla="val 5926"/>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38" name="Text 36"/>
          <p:cNvSpPr/>
          <p:nvPr/>
        </p:nvSpPr>
        <p:spPr>
          <a:xfrm>
            <a:off x="8193024" y="5925312"/>
            <a:ext cx="32004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12. REST API (scaffold)</a:t>
            </a:r>
            <a:endParaRPr lang="en-US" sz="1300" dirty="0"/>
          </a:p>
        </p:txBody>
      </p:sp>
      <p:sp>
        <p:nvSpPr>
          <p:cNvPr id="39" name="Text 37"/>
          <p:cNvSpPr/>
          <p:nvPr/>
        </p:nvSpPr>
        <p:spPr>
          <a:xfrm>
            <a:off x="8193024" y="5941314"/>
            <a:ext cx="3200400" cy="685800"/>
          </a:xfrm>
          <a:prstGeom prst="rect">
            <a:avLst/>
          </a:prstGeom>
          <a:noFill/>
          <a:ln/>
        </p:spPr>
        <p:txBody>
          <a:bodyPr wrap="square" rtlCol="0" anchor="ctr"/>
          <a:lstStyle/>
          <a:p>
            <a:pPr marL="0" indent="0">
              <a:lnSpc>
                <a:spcPts val="1300"/>
              </a:lnSpc>
              <a:buNone/>
            </a:pPr>
            <a:r>
              <a:rPr lang="en-US" sz="1050" dirty="0">
                <a:solidFill>
                  <a:srgbClr val="000000"/>
                </a:solidFill>
                <a:latin typeface="Calibri" pitchFamily="34" charset="0"/>
                <a:ea typeface="Calibri" pitchFamily="34" charset="-122"/>
                <a:cs typeface="Calibri" pitchFamily="34" charset="-120"/>
              </a:rPr>
              <a:t>FastAPI app structured for future endpoints</a:t>
            </a:r>
            <a:endParaRPr lang="en-US" sz="1050" dirty="0"/>
          </a:p>
        </p:txBody>
      </p:sp>
      <p:pic>
        <p:nvPicPr>
          <p:cNvPr id="41" name="Picture 40">
            <a:extLst>
              <a:ext uri="{FF2B5EF4-FFF2-40B4-BE49-F238E27FC236}">
                <a16:creationId xmlns:a16="http://schemas.microsoft.com/office/drawing/2014/main" id="{31FE5181-7324-F094-6702-FFBEA17031F0}"/>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Implementation — Detection &amp; Tracking</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The foundation every downstream analytics module depends on</a:t>
            </a:r>
            <a:endParaRPr lang="en-US" sz="1400" dirty="0"/>
          </a:p>
        </p:txBody>
      </p:sp>
      <p:sp>
        <p:nvSpPr>
          <p:cNvPr id="4" name="Text 2"/>
          <p:cNvSpPr/>
          <p:nvPr/>
        </p:nvSpPr>
        <p:spPr>
          <a:xfrm>
            <a:off x="548640" y="1554480"/>
            <a:ext cx="54864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WHAT I BUILT</a:t>
            </a:r>
            <a:endParaRPr lang="en-US" sz="1300" dirty="0"/>
          </a:p>
        </p:txBody>
      </p:sp>
      <p:sp>
        <p:nvSpPr>
          <p:cNvPr id="5" name="Text 3"/>
          <p:cNvSpPr/>
          <p:nvPr/>
        </p:nvSpPr>
        <p:spPr>
          <a:xfrm>
            <a:off x="548640" y="1920240"/>
            <a:ext cx="5760720" cy="3108960"/>
          </a:xfrm>
          <a:prstGeom prst="rect">
            <a:avLst/>
          </a:prstGeom>
          <a:noFill/>
          <a:ln/>
        </p:spPr>
        <p:txBody>
          <a:bodyPr wrap="square" rtlCol="0" anchor="ctr"/>
          <a:lstStyle/>
          <a:p>
            <a:pPr marL="342900" indent="-342900">
              <a:lnSpc>
                <a:spcPts val="1600"/>
              </a:lnSpc>
              <a:spcAft>
                <a:spcPts val="1000"/>
              </a:spcAft>
              <a:buSzPct val="100000"/>
              <a:buChar char="•"/>
            </a:pPr>
            <a:r>
              <a:rPr lang="en-US" sz="1200" dirty="0">
                <a:solidFill>
                  <a:srgbClr val="000000"/>
                </a:solidFill>
                <a:latin typeface="Calibri" pitchFamily="34" charset="0"/>
                <a:ea typeface="Calibri" pitchFamily="34" charset="-122"/>
                <a:cs typeface="Calibri" pitchFamily="34" charset="-120"/>
              </a:rPr>
              <a:t>ObjectDetector wraps a YOLOv8n model (ultralytics) for single-frame inference</a:t>
            </a:r>
            <a:endParaRPr lang="en-US" sz="1200" dirty="0"/>
          </a:p>
          <a:p>
            <a:pPr marL="342900" indent="-342900">
              <a:lnSpc>
                <a:spcPts val="1600"/>
              </a:lnSpc>
              <a:spcAft>
                <a:spcPts val="1000"/>
              </a:spcAft>
              <a:buSzPct val="100000"/>
              <a:buChar char="•"/>
            </a:pPr>
            <a:r>
              <a:rPr lang="en-US" sz="1200" dirty="0">
                <a:solidFill>
                  <a:srgbClr val="000000"/>
                </a:solidFill>
                <a:latin typeface="Calibri" pitchFamily="34" charset="0"/>
                <a:ea typeface="Calibri" pitchFamily="34" charset="-122"/>
                <a:cs typeface="Calibri" pitchFamily="34" charset="-120"/>
              </a:rPr>
              <a:t>ObjectTracker calls model.track() with persist=True and tracker="bytetrack.yaml" to keep stable IDs across frames</a:t>
            </a:r>
            <a:endParaRPr lang="en-US" sz="1200" dirty="0"/>
          </a:p>
          <a:p>
            <a:pPr marL="342900" indent="-342900">
              <a:lnSpc>
                <a:spcPts val="1600"/>
              </a:lnSpc>
              <a:spcAft>
                <a:spcPts val="1000"/>
              </a:spcAft>
              <a:buSzPct val="100000"/>
              <a:buChar char="•"/>
            </a:pPr>
            <a:r>
              <a:rPr lang="en-US" sz="1200" dirty="0">
                <a:solidFill>
                  <a:srgbClr val="000000"/>
                </a:solidFill>
                <a:latin typeface="Calibri" pitchFamily="34" charset="0"/>
                <a:ea typeface="Calibri" pitchFamily="34" charset="-122"/>
                <a:cs typeface="Calibri" pitchFamily="34" charset="-120"/>
              </a:rPr>
              <a:t>Webcam capture pinned to 1280×720 via OpenCV's VideoCapture, with a dedicated camera_test.py utility to probe available camera indices</a:t>
            </a:r>
            <a:endParaRPr lang="en-US" sz="1200" dirty="0"/>
          </a:p>
          <a:p>
            <a:pPr marL="342900" indent="-342900">
              <a:lnSpc>
                <a:spcPts val="1600"/>
              </a:lnSpc>
              <a:spcAft>
                <a:spcPts val="1000"/>
              </a:spcAft>
              <a:buSzPct val="100000"/>
              <a:buChar char="•"/>
            </a:pPr>
            <a:r>
              <a:rPr lang="en-US" sz="1200" dirty="0">
                <a:solidFill>
                  <a:srgbClr val="000000"/>
                </a:solidFill>
                <a:latin typeface="Calibri" pitchFamily="34" charset="0"/>
                <a:ea typeface="Calibri" pitchFamily="34" charset="-122"/>
                <a:cs typeface="Calibri" pitchFamily="34" charset="-120"/>
              </a:rPr>
              <a:t>Confidence threshold fixed at 0.50 in a central settings.py — no hard-coded magic numbers inside module code</a:t>
            </a:r>
            <a:endParaRPr lang="en-US" sz="1200" dirty="0"/>
          </a:p>
        </p:txBody>
      </p:sp>
      <p:sp>
        <p:nvSpPr>
          <p:cNvPr id="6" name="Shape 4"/>
          <p:cNvSpPr/>
          <p:nvPr/>
        </p:nvSpPr>
        <p:spPr>
          <a:xfrm>
            <a:off x="6583680" y="1554480"/>
            <a:ext cx="5029200" cy="2331720"/>
          </a:xfrm>
          <a:prstGeom prst="roundRect">
            <a:avLst>
              <a:gd name="adj" fmla="val 3137"/>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7" name="Text 5"/>
          <p:cNvSpPr/>
          <p:nvPr/>
        </p:nvSpPr>
        <p:spPr>
          <a:xfrm>
            <a:off x="6812280" y="1691640"/>
            <a:ext cx="4572000" cy="274320"/>
          </a:xfrm>
          <a:prstGeom prst="rect">
            <a:avLst/>
          </a:prstGeom>
          <a:noFill/>
          <a:ln/>
        </p:spPr>
        <p:txBody>
          <a:bodyPr wrap="square" rtlCol="0" anchor="ctr"/>
          <a:lstStyle/>
          <a:p>
            <a:pPr marL="0" indent="0">
              <a:buNone/>
            </a:pPr>
            <a:r>
              <a:rPr lang="en-US" sz="1150" b="1" dirty="0">
                <a:solidFill>
                  <a:srgbClr val="6997AF"/>
                </a:solidFill>
                <a:latin typeface="Calibri" pitchFamily="34" charset="0"/>
                <a:ea typeface="Calibri" pitchFamily="34" charset="-122"/>
                <a:cs typeface="Calibri" pitchFamily="34" charset="-120"/>
              </a:rPr>
              <a:t>config/settings.py — key values</a:t>
            </a:r>
            <a:endParaRPr lang="en-US" sz="1150" dirty="0"/>
          </a:p>
        </p:txBody>
      </p:sp>
      <p:sp>
        <p:nvSpPr>
          <p:cNvPr id="8" name="Text 6"/>
          <p:cNvSpPr/>
          <p:nvPr/>
        </p:nvSpPr>
        <p:spPr>
          <a:xfrm>
            <a:off x="6812280" y="2103120"/>
            <a:ext cx="2743200" cy="310896"/>
          </a:xfrm>
          <a:prstGeom prst="rect">
            <a:avLst/>
          </a:prstGeom>
          <a:noFill/>
          <a:ln/>
        </p:spPr>
        <p:txBody>
          <a:bodyPr wrap="square" rtlCol="0" anchor="ctr"/>
          <a:lstStyle/>
          <a:p>
            <a:pPr marL="0" indent="0">
              <a:buNone/>
            </a:pPr>
            <a:r>
              <a:rPr lang="en-US" sz="1100" dirty="0">
                <a:solidFill>
                  <a:srgbClr val="5D739A"/>
                </a:solidFill>
                <a:latin typeface="Consolas" pitchFamily="34" charset="0"/>
                <a:ea typeface="Consolas" pitchFamily="34" charset="-122"/>
                <a:cs typeface="Consolas" pitchFamily="34" charset="-120"/>
              </a:rPr>
              <a:t>MODEL_PATH</a:t>
            </a:r>
            <a:endParaRPr lang="en-US" sz="1100" dirty="0"/>
          </a:p>
        </p:txBody>
      </p:sp>
      <p:sp>
        <p:nvSpPr>
          <p:cNvPr id="9" name="Text 7"/>
          <p:cNvSpPr/>
          <p:nvPr/>
        </p:nvSpPr>
        <p:spPr>
          <a:xfrm>
            <a:off x="9418320" y="2103120"/>
            <a:ext cx="2011680" cy="310896"/>
          </a:xfrm>
          <a:prstGeom prst="rect">
            <a:avLst/>
          </a:prstGeom>
          <a:noFill/>
          <a:ln/>
        </p:spPr>
        <p:txBody>
          <a:bodyPr wrap="square" rtlCol="0" anchor="ctr"/>
          <a:lstStyle/>
          <a:p>
            <a:pPr marL="0" indent="0">
              <a:buNone/>
            </a:pPr>
            <a:r>
              <a:rPr lang="en-US" sz="1100" b="1" dirty="0">
                <a:solidFill>
                  <a:srgbClr val="000000"/>
                </a:solidFill>
                <a:latin typeface="Consolas" pitchFamily="34" charset="0"/>
                <a:ea typeface="Consolas" pitchFamily="34" charset="-122"/>
                <a:cs typeface="Consolas" pitchFamily="34" charset="-120"/>
              </a:rPr>
              <a:t>yolov8n.pt</a:t>
            </a:r>
            <a:endParaRPr lang="en-US" sz="1100" dirty="0"/>
          </a:p>
        </p:txBody>
      </p:sp>
      <p:sp>
        <p:nvSpPr>
          <p:cNvPr id="10" name="Text 8"/>
          <p:cNvSpPr/>
          <p:nvPr/>
        </p:nvSpPr>
        <p:spPr>
          <a:xfrm>
            <a:off x="6812280" y="2523744"/>
            <a:ext cx="2743200" cy="310896"/>
          </a:xfrm>
          <a:prstGeom prst="rect">
            <a:avLst/>
          </a:prstGeom>
          <a:noFill/>
          <a:ln/>
        </p:spPr>
        <p:txBody>
          <a:bodyPr wrap="square" rtlCol="0" anchor="ctr"/>
          <a:lstStyle/>
          <a:p>
            <a:pPr marL="0" indent="0">
              <a:buNone/>
            </a:pPr>
            <a:r>
              <a:rPr lang="en-US" sz="1100" dirty="0">
                <a:solidFill>
                  <a:srgbClr val="5D739A"/>
                </a:solidFill>
                <a:latin typeface="Consolas" pitchFamily="34" charset="0"/>
                <a:ea typeface="Consolas" pitchFamily="34" charset="-122"/>
                <a:cs typeface="Consolas" pitchFamily="34" charset="-120"/>
              </a:rPr>
              <a:t>CONFIDENCE_THRESHOLD</a:t>
            </a:r>
            <a:endParaRPr lang="en-US" sz="1100" dirty="0"/>
          </a:p>
        </p:txBody>
      </p:sp>
      <p:sp>
        <p:nvSpPr>
          <p:cNvPr id="11" name="Text 9"/>
          <p:cNvSpPr/>
          <p:nvPr/>
        </p:nvSpPr>
        <p:spPr>
          <a:xfrm>
            <a:off x="9418320" y="2523744"/>
            <a:ext cx="2011680" cy="310896"/>
          </a:xfrm>
          <a:prstGeom prst="rect">
            <a:avLst/>
          </a:prstGeom>
          <a:noFill/>
          <a:ln/>
        </p:spPr>
        <p:txBody>
          <a:bodyPr wrap="square" rtlCol="0" anchor="ctr"/>
          <a:lstStyle/>
          <a:p>
            <a:pPr marL="0" indent="0">
              <a:buNone/>
            </a:pPr>
            <a:r>
              <a:rPr lang="en-US" sz="1100" b="1" dirty="0">
                <a:solidFill>
                  <a:srgbClr val="000000"/>
                </a:solidFill>
                <a:latin typeface="Consolas" pitchFamily="34" charset="0"/>
                <a:ea typeface="Consolas" pitchFamily="34" charset="-122"/>
                <a:cs typeface="Consolas" pitchFamily="34" charset="-120"/>
              </a:rPr>
              <a:t>0.50</a:t>
            </a:r>
            <a:endParaRPr lang="en-US" sz="1100" dirty="0"/>
          </a:p>
        </p:txBody>
      </p:sp>
      <p:sp>
        <p:nvSpPr>
          <p:cNvPr id="12" name="Text 10"/>
          <p:cNvSpPr/>
          <p:nvPr/>
        </p:nvSpPr>
        <p:spPr>
          <a:xfrm>
            <a:off x="6812280" y="2944368"/>
            <a:ext cx="2743200" cy="310896"/>
          </a:xfrm>
          <a:prstGeom prst="rect">
            <a:avLst/>
          </a:prstGeom>
          <a:noFill/>
          <a:ln/>
        </p:spPr>
        <p:txBody>
          <a:bodyPr wrap="square" rtlCol="0" anchor="ctr"/>
          <a:lstStyle/>
          <a:p>
            <a:pPr marL="0" indent="0">
              <a:buNone/>
            </a:pPr>
            <a:r>
              <a:rPr lang="en-US" sz="1100" dirty="0">
                <a:solidFill>
                  <a:srgbClr val="5D739A"/>
                </a:solidFill>
                <a:latin typeface="Consolas" pitchFamily="34" charset="0"/>
                <a:ea typeface="Consolas" pitchFamily="34" charset="-122"/>
                <a:cs typeface="Consolas" pitchFamily="34" charset="-120"/>
              </a:rPr>
              <a:t>FRAME_WIDTH × HEIGHT</a:t>
            </a:r>
            <a:endParaRPr lang="en-US" sz="1100" dirty="0"/>
          </a:p>
        </p:txBody>
      </p:sp>
      <p:sp>
        <p:nvSpPr>
          <p:cNvPr id="13" name="Text 11"/>
          <p:cNvSpPr/>
          <p:nvPr/>
        </p:nvSpPr>
        <p:spPr>
          <a:xfrm>
            <a:off x="9418320" y="2944368"/>
            <a:ext cx="2011680" cy="310896"/>
          </a:xfrm>
          <a:prstGeom prst="rect">
            <a:avLst/>
          </a:prstGeom>
          <a:noFill/>
          <a:ln/>
        </p:spPr>
        <p:txBody>
          <a:bodyPr wrap="square" rtlCol="0" anchor="ctr"/>
          <a:lstStyle/>
          <a:p>
            <a:pPr marL="0" indent="0">
              <a:buNone/>
            </a:pPr>
            <a:r>
              <a:rPr lang="en-US" sz="1100" b="1" dirty="0">
                <a:solidFill>
                  <a:srgbClr val="000000"/>
                </a:solidFill>
                <a:latin typeface="Consolas" pitchFamily="34" charset="0"/>
                <a:ea typeface="Consolas" pitchFamily="34" charset="-122"/>
                <a:cs typeface="Consolas" pitchFamily="34" charset="-120"/>
              </a:rPr>
              <a:t>1280 × 720</a:t>
            </a:r>
            <a:endParaRPr lang="en-US" sz="1100" dirty="0"/>
          </a:p>
        </p:txBody>
      </p:sp>
      <p:sp>
        <p:nvSpPr>
          <p:cNvPr id="14" name="Text 12"/>
          <p:cNvSpPr/>
          <p:nvPr/>
        </p:nvSpPr>
        <p:spPr>
          <a:xfrm>
            <a:off x="6812280" y="3364992"/>
            <a:ext cx="2743200" cy="310896"/>
          </a:xfrm>
          <a:prstGeom prst="rect">
            <a:avLst/>
          </a:prstGeom>
          <a:noFill/>
          <a:ln/>
        </p:spPr>
        <p:txBody>
          <a:bodyPr wrap="square" rtlCol="0" anchor="ctr"/>
          <a:lstStyle/>
          <a:p>
            <a:pPr marL="0" indent="0">
              <a:buNone/>
            </a:pPr>
            <a:r>
              <a:rPr lang="en-US" sz="1100" dirty="0">
                <a:solidFill>
                  <a:srgbClr val="5D739A"/>
                </a:solidFill>
                <a:latin typeface="Consolas" pitchFamily="34" charset="0"/>
                <a:ea typeface="Consolas" pitchFamily="34" charset="-122"/>
                <a:cs typeface="Consolas" pitchFamily="34" charset="-120"/>
              </a:rPr>
              <a:t>Tracker config</a:t>
            </a:r>
            <a:endParaRPr lang="en-US" sz="1100" dirty="0"/>
          </a:p>
        </p:txBody>
      </p:sp>
      <p:sp>
        <p:nvSpPr>
          <p:cNvPr id="15" name="Text 13"/>
          <p:cNvSpPr/>
          <p:nvPr/>
        </p:nvSpPr>
        <p:spPr>
          <a:xfrm>
            <a:off x="9418320" y="3364992"/>
            <a:ext cx="2011680" cy="310896"/>
          </a:xfrm>
          <a:prstGeom prst="rect">
            <a:avLst/>
          </a:prstGeom>
          <a:noFill/>
          <a:ln/>
        </p:spPr>
        <p:txBody>
          <a:bodyPr wrap="square" rtlCol="0" anchor="ctr"/>
          <a:lstStyle/>
          <a:p>
            <a:pPr marL="0" indent="0">
              <a:buNone/>
            </a:pPr>
            <a:r>
              <a:rPr lang="en-US" sz="1100" b="1" dirty="0">
                <a:solidFill>
                  <a:srgbClr val="000000"/>
                </a:solidFill>
                <a:latin typeface="Consolas" pitchFamily="34" charset="0"/>
                <a:ea typeface="Consolas" pitchFamily="34" charset="-122"/>
                <a:cs typeface="Consolas" pitchFamily="34" charset="-120"/>
              </a:rPr>
              <a:t>bytetrack.yaml</a:t>
            </a:r>
            <a:endParaRPr lang="en-US" sz="1100" dirty="0"/>
          </a:p>
        </p:txBody>
      </p:sp>
      <p:sp>
        <p:nvSpPr>
          <p:cNvPr id="16" name="Shape 14"/>
          <p:cNvSpPr/>
          <p:nvPr/>
        </p:nvSpPr>
        <p:spPr>
          <a:xfrm>
            <a:off x="6583680" y="4069080"/>
            <a:ext cx="5029200" cy="1920240"/>
          </a:xfrm>
          <a:prstGeom prst="roundRect">
            <a:avLst>
              <a:gd name="adj" fmla="val 381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7" name="Text 15"/>
          <p:cNvSpPr/>
          <p:nvPr/>
        </p:nvSpPr>
        <p:spPr>
          <a:xfrm>
            <a:off x="6812280" y="4206240"/>
            <a:ext cx="4572000" cy="274320"/>
          </a:xfrm>
          <a:prstGeom prst="rect">
            <a:avLst/>
          </a:prstGeom>
          <a:noFill/>
          <a:ln/>
        </p:spPr>
        <p:txBody>
          <a:bodyPr wrap="square" rtlCol="0" anchor="ctr"/>
          <a:lstStyle/>
          <a:p>
            <a:pPr marL="0" indent="0">
              <a:buNone/>
            </a:pPr>
            <a:r>
              <a:rPr lang="en-US" sz="1150" b="1" dirty="0">
                <a:solidFill>
                  <a:srgbClr val="6997AF"/>
                </a:solidFill>
                <a:latin typeface="Calibri" pitchFamily="34" charset="0"/>
                <a:ea typeface="Calibri" pitchFamily="34" charset="-122"/>
                <a:cs typeface="Calibri" pitchFamily="34" charset="-120"/>
              </a:rPr>
              <a:t>HOW TRACKING STAYS STABLE</a:t>
            </a:r>
            <a:endParaRPr lang="en-US" sz="1150" dirty="0"/>
          </a:p>
        </p:txBody>
      </p:sp>
      <p:sp>
        <p:nvSpPr>
          <p:cNvPr id="18" name="Text 16"/>
          <p:cNvSpPr/>
          <p:nvPr/>
        </p:nvSpPr>
        <p:spPr>
          <a:xfrm>
            <a:off x="6812280" y="4526280"/>
            <a:ext cx="4572000" cy="1371600"/>
          </a:xfrm>
          <a:prstGeom prst="rect">
            <a:avLst/>
          </a:prstGeom>
          <a:noFill/>
          <a:ln/>
        </p:spPr>
        <p:txBody>
          <a:bodyPr wrap="square" rtlCol="0" anchor="ctr"/>
          <a:lstStyle/>
          <a:p>
            <a:pPr marL="0" indent="0">
              <a:lnSpc>
                <a:spcPts val="1500"/>
              </a:lnSpc>
              <a:buNone/>
            </a:pPr>
            <a:r>
              <a:rPr lang="en-US" sz="1100" dirty="0">
                <a:solidFill>
                  <a:srgbClr val="000000"/>
                </a:solidFill>
                <a:latin typeface="Calibri" pitchFamily="34" charset="0"/>
                <a:ea typeface="Calibri" pitchFamily="34" charset="-122"/>
                <a:cs typeface="Calibri" pitchFamily="34" charset="-120"/>
              </a:rPr>
              <a:t>Each detected box carries a persistent track ID from ByteTrack. main.py reads box.id per frame and skips any box without an assigned ID yet, so downstream trajectory, direction and speed modules only ever see confirmed tracks.</a:t>
            </a:r>
            <a:endParaRPr lang="en-US" sz="1100" dirty="0"/>
          </a:p>
        </p:txBody>
      </p:sp>
      <p:pic>
        <p:nvPicPr>
          <p:cNvPr id="21" name="Picture 20">
            <a:extLst>
              <a:ext uri="{FF2B5EF4-FFF2-40B4-BE49-F238E27FC236}">
                <a16:creationId xmlns:a16="http://schemas.microsoft.com/office/drawing/2014/main" id="{F8C4B8CF-6464-BB7A-1C61-14B077A47E54}"/>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Implementation — Motion Analytics</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Turning raw box positions into trajectory, direction and speed</a:t>
            </a:r>
            <a:endParaRPr lang="en-US" sz="1400" dirty="0"/>
          </a:p>
        </p:txBody>
      </p:sp>
      <p:sp>
        <p:nvSpPr>
          <p:cNvPr id="4" name="Shape 2"/>
          <p:cNvSpPr/>
          <p:nvPr/>
        </p:nvSpPr>
        <p:spPr>
          <a:xfrm>
            <a:off x="548640" y="1600200"/>
            <a:ext cx="5394960" cy="2331720"/>
          </a:xfrm>
          <a:prstGeom prst="roundRect">
            <a:avLst>
              <a:gd name="adj" fmla="val 313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777240" y="1764792"/>
            <a:ext cx="4937760" cy="320040"/>
          </a:xfrm>
          <a:prstGeom prst="rect">
            <a:avLst/>
          </a:prstGeom>
          <a:noFill/>
          <a:ln/>
        </p:spPr>
        <p:txBody>
          <a:bodyPr wrap="square" rtlCol="0" anchor="ctr"/>
          <a:lstStyle/>
          <a:p>
            <a:pPr marL="0" indent="0">
              <a:buNone/>
            </a:pPr>
            <a:r>
              <a:rPr lang="en-US" sz="1400" b="1" dirty="0">
                <a:solidFill>
                  <a:srgbClr val="AD84C6"/>
                </a:solidFill>
                <a:latin typeface="Calibri" pitchFamily="34" charset="0"/>
                <a:ea typeface="Calibri" pitchFamily="34" charset="-122"/>
                <a:cs typeface="Calibri" pitchFamily="34" charset="-120"/>
              </a:rPr>
              <a:t>TrajectoryTracker</a:t>
            </a:r>
            <a:endParaRPr lang="en-US" sz="1400" dirty="0"/>
          </a:p>
        </p:txBody>
      </p:sp>
      <p:sp>
        <p:nvSpPr>
          <p:cNvPr id="6" name="Text 4"/>
          <p:cNvSpPr/>
          <p:nvPr/>
        </p:nvSpPr>
        <p:spPr>
          <a:xfrm>
            <a:off x="777240" y="2148840"/>
            <a:ext cx="4937760" cy="1645920"/>
          </a:xfrm>
          <a:prstGeom prst="rect">
            <a:avLst/>
          </a:prstGeom>
          <a:noFill/>
          <a:ln/>
        </p:spPr>
        <p:txBody>
          <a:bodyPr wrap="square" rtlCol="0" anchor="ctr"/>
          <a:lstStyle/>
          <a:p>
            <a:pPr marL="0" indent="0">
              <a:lnSpc>
                <a:spcPts val="1600"/>
              </a:lnSpc>
              <a:buNone/>
            </a:pPr>
            <a:r>
              <a:rPr lang="en-US" sz="1150" dirty="0">
                <a:solidFill>
                  <a:srgbClr val="000000"/>
                </a:solidFill>
                <a:latin typeface="Calibri" pitchFamily="34" charset="0"/>
                <a:ea typeface="Calibri" pitchFamily="34" charset="-122"/>
                <a:cs typeface="Calibri" pitchFamily="34" charset="-120"/>
              </a:rPr>
              <a:t>Keeps up to MAX_HISTORY = 30 recent centre-points per track ID and draws the trailing path on the live frame.</a:t>
            </a:r>
            <a:endParaRPr lang="en-US" sz="1150" dirty="0"/>
          </a:p>
        </p:txBody>
      </p:sp>
      <p:sp>
        <p:nvSpPr>
          <p:cNvPr id="7" name="Shape 5"/>
          <p:cNvSpPr/>
          <p:nvPr/>
        </p:nvSpPr>
        <p:spPr>
          <a:xfrm>
            <a:off x="6126480" y="1600200"/>
            <a:ext cx="5394960" cy="2331720"/>
          </a:xfrm>
          <a:prstGeom prst="roundRect">
            <a:avLst>
              <a:gd name="adj" fmla="val 313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6355080" y="1764792"/>
            <a:ext cx="4937760" cy="320040"/>
          </a:xfrm>
          <a:prstGeom prst="rect">
            <a:avLst/>
          </a:prstGeom>
          <a:noFill/>
          <a:ln/>
        </p:spPr>
        <p:txBody>
          <a:bodyPr wrap="square" rtlCol="0" anchor="ctr"/>
          <a:lstStyle/>
          <a:p>
            <a:pPr marL="0" indent="0">
              <a:buNone/>
            </a:pPr>
            <a:r>
              <a:rPr lang="en-US" sz="1400" b="1" dirty="0">
                <a:solidFill>
                  <a:srgbClr val="AD84C6"/>
                </a:solidFill>
                <a:latin typeface="Calibri" pitchFamily="34" charset="0"/>
                <a:ea typeface="Calibri" pitchFamily="34" charset="-122"/>
                <a:cs typeface="Calibri" pitchFamily="34" charset="-120"/>
              </a:rPr>
              <a:t>PositionSmoother</a:t>
            </a:r>
            <a:endParaRPr lang="en-US" sz="1400" dirty="0"/>
          </a:p>
        </p:txBody>
      </p:sp>
      <p:sp>
        <p:nvSpPr>
          <p:cNvPr id="9" name="Text 7"/>
          <p:cNvSpPr/>
          <p:nvPr/>
        </p:nvSpPr>
        <p:spPr>
          <a:xfrm>
            <a:off x="6355080" y="2148840"/>
            <a:ext cx="4937760" cy="1645920"/>
          </a:xfrm>
          <a:prstGeom prst="rect">
            <a:avLst/>
          </a:prstGeom>
          <a:noFill/>
          <a:ln/>
        </p:spPr>
        <p:txBody>
          <a:bodyPr wrap="square" rtlCol="0" anchor="ctr"/>
          <a:lstStyle/>
          <a:p>
            <a:pPr marL="0" indent="0">
              <a:lnSpc>
                <a:spcPts val="1600"/>
              </a:lnSpc>
              <a:buNone/>
            </a:pPr>
            <a:r>
              <a:rPr lang="en-US" sz="1150" dirty="0">
                <a:solidFill>
                  <a:srgbClr val="000000"/>
                </a:solidFill>
                <a:latin typeface="Calibri" pitchFamily="34" charset="0"/>
                <a:ea typeface="Calibri" pitchFamily="34" charset="-122"/>
                <a:cs typeface="Calibri" pitchFamily="34" charset="-120"/>
              </a:rPr>
              <a:t>Applies exponential moving average smoothing (α = 0.70) so jittery detections don't produce a jagged on-screen trail.</a:t>
            </a:r>
            <a:endParaRPr lang="en-US" sz="1150" dirty="0"/>
          </a:p>
        </p:txBody>
      </p:sp>
      <p:sp>
        <p:nvSpPr>
          <p:cNvPr id="10" name="Shape 8"/>
          <p:cNvSpPr/>
          <p:nvPr/>
        </p:nvSpPr>
        <p:spPr>
          <a:xfrm>
            <a:off x="548640" y="4114800"/>
            <a:ext cx="5394960" cy="2331720"/>
          </a:xfrm>
          <a:prstGeom prst="roundRect">
            <a:avLst>
              <a:gd name="adj" fmla="val 313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11" name="Text 9"/>
          <p:cNvSpPr/>
          <p:nvPr/>
        </p:nvSpPr>
        <p:spPr>
          <a:xfrm>
            <a:off x="777240" y="4279392"/>
            <a:ext cx="4937760" cy="320040"/>
          </a:xfrm>
          <a:prstGeom prst="rect">
            <a:avLst/>
          </a:prstGeom>
          <a:noFill/>
          <a:ln/>
        </p:spPr>
        <p:txBody>
          <a:bodyPr wrap="square" rtlCol="0" anchor="ctr"/>
          <a:lstStyle/>
          <a:p>
            <a:pPr marL="0" indent="0">
              <a:buNone/>
            </a:pPr>
            <a:r>
              <a:rPr lang="en-US" sz="1400" b="1" dirty="0">
                <a:solidFill>
                  <a:srgbClr val="AD84C6"/>
                </a:solidFill>
                <a:latin typeface="Calibri" pitchFamily="34" charset="0"/>
                <a:ea typeface="Calibri" pitchFamily="34" charset="-122"/>
                <a:cs typeface="Calibri" pitchFamily="34" charset="-120"/>
              </a:rPr>
              <a:t>DirectionTracker</a:t>
            </a:r>
            <a:endParaRPr lang="en-US" sz="1400" dirty="0"/>
          </a:p>
        </p:txBody>
      </p:sp>
      <p:sp>
        <p:nvSpPr>
          <p:cNvPr id="12" name="Text 10"/>
          <p:cNvSpPr/>
          <p:nvPr/>
        </p:nvSpPr>
        <p:spPr>
          <a:xfrm>
            <a:off x="777240" y="4663440"/>
            <a:ext cx="4937760" cy="1645920"/>
          </a:xfrm>
          <a:prstGeom prst="rect">
            <a:avLst/>
          </a:prstGeom>
          <a:noFill/>
          <a:ln/>
        </p:spPr>
        <p:txBody>
          <a:bodyPr wrap="square" rtlCol="0" anchor="ctr"/>
          <a:lstStyle/>
          <a:p>
            <a:pPr marL="0" indent="0">
              <a:lnSpc>
                <a:spcPts val="1600"/>
              </a:lnSpc>
              <a:buNone/>
            </a:pPr>
            <a:r>
              <a:rPr lang="en-US" sz="1150" dirty="0">
                <a:solidFill>
                  <a:srgbClr val="000000"/>
                </a:solidFill>
                <a:latin typeface="Calibri" pitchFamily="34" charset="0"/>
                <a:ea typeface="Calibri" pitchFamily="34" charset="-122"/>
                <a:cs typeface="Calibri" pitchFamily="34" charset="-120"/>
              </a:rPr>
              <a:t>Compares the current point against the point 10 frames back; a displacement past a 20px threshold on either axis is classified as North / South / East / West, otherwise "Still".</a:t>
            </a:r>
            <a:endParaRPr lang="en-US" sz="1150" dirty="0"/>
          </a:p>
        </p:txBody>
      </p:sp>
      <p:sp>
        <p:nvSpPr>
          <p:cNvPr id="13" name="Shape 11"/>
          <p:cNvSpPr/>
          <p:nvPr/>
        </p:nvSpPr>
        <p:spPr>
          <a:xfrm>
            <a:off x="6126480" y="4114800"/>
            <a:ext cx="5394960" cy="2331720"/>
          </a:xfrm>
          <a:prstGeom prst="roundRect">
            <a:avLst>
              <a:gd name="adj" fmla="val 313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14" name="Text 12"/>
          <p:cNvSpPr/>
          <p:nvPr/>
        </p:nvSpPr>
        <p:spPr>
          <a:xfrm>
            <a:off x="6355080" y="4279392"/>
            <a:ext cx="4937760" cy="320040"/>
          </a:xfrm>
          <a:prstGeom prst="rect">
            <a:avLst/>
          </a:prstGeom>
          <a:noFill/>
          <a:ln/>
        </p:spPr>
        <p:txBody>
          <a:bodyPr wrap="square" rtlCol="0" anchor="ctr"/>
          <a:lstStyle/>
          <a:p>
            <a:pPr marL="0" indent="0">
              <a:buNone/>
            </a:pPr>
            <a:r>
              <a:rPr lang="en-US" sz="1400" b="1" dirty="0">
                <a:solidFill>
                  <a:srgbClr val="AD84C6"/>
                </a:solidFill>
                <a:latin typeface="Calibri" pitchFamily="34" charset="0"/>
                <a:ea typeface="Calibri" pitchFamily="34" charset="-122"/>
                <a:cs typeface="Calibri" pitchFamily="34" charset="-120"/>
              </a:rPr>
              <a:t>SpeedEstimator</a:t>
            </a:r>
            <a:endParaRPr lang="en-US" sz="1400" dirty="0"/>
          </a:p>
        </p:txBody>
      </p:sp>
      <p:sp>
        <p:nvSpPr>
          <p:cNvPr id="15" name="Text 13"/>
          <p:cNvSpPr/>
          <p:nvPr/>
        </p:nvSpPr>
        <p:spPr>
          <a:xfrm>
            <a:off x="6355080" y="4663440"/>
            <a:ext cx="4937760" cy="1645920"/>
          </a:xfrm>
          <a:prstGeom prst="rect">
            <a:avLst/>
          </a:prstGeom>
          <a:noFill/>
          <a:ln/>
        </p:spPr>
        <p:txBody>
          <a:bodyPr wrap="square" rtlCol="0" anchor="ctr"/>
          <a:lstStyle/>
          <a:p>
            <a:pPr marL="0" indent="0">
              <a:lnSpc>
                <a:spcPts val="1600"/>
              </a:lnSpc>
              <a:buNone/>
            </a:pPr>
            <a:r>
              <a:rPr lang="en-US" sz="1150" dirty="0">
                <a:solidFill>
                  <a:srgbClr val="000000"/>
                </a:solidFill>
                <a:latin typeface="Calibri" pitchFamily="34" charset="0"/>
                <a:ea typeface="Calibri" pitchFamily="34" charset="-122"/>
                <a:cs typeface="Calibri" pitchFamily="34" charset="-120"/>
              </a:rPr>
              <a:t>Combines a CameraCalibrator (real-world distance ↔ pixel distance) with elapsed time between frames to convert pixel displacement into an estimated km/h per object.</a:t>
            </a:r>
            <a:endParaRPr lang="en-US" sz="1150" dirty="0"/>
          </a:p>
        </p:txBody>
      </p:sp>
      <p:pic>
        <p:nvPicPr>
          <p:cNvPr id="18" name="Picture 17">
            <a:extLst>
              <a:ext uri="{FF2B5EF4-FFF2-40B4-BE49-F238E27FC236}">
                <a16:creationId xmlns:a16="http://schemas.microsoft.com/office/drawing/2014/main" id="{F8BC6806-A8D1-D3CD-003F-A56E0542DEC0}"/>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Implementation — Counting &amp; Session Reporting</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Converting tracked motion into countable events and a saved record</a:t>
            </a:r>
            <a:endParaRPr lang="en-US" sz="1400" dirty="0"/>
          </a:p>
        </p:txBody>
      </p:sp>
      <p:sp>
        <p:nvSpPr>
          <p:cNvPr id="4" name="Shape 2"/>
          <p:cNvSpPr/>
          <p:nvPr/>
        </p:nvSpPr>
        <p:spPr>
          <a:xfrm>
            <a:off x="548640" y="1554480"/>
            <a:ext cx="5486400" cy="2331720"/>
          </a:xfrm>
          <a:prstGeom prst="roundRect">
            <a:avLst>
              <a:gd name="adj" fmla="val 313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777240" y="1737360"/>
            <a:ext cx="5029200" cy="292608"/>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LINE-CROSSING COUNTER</a:t>
            </a:r>
            <a:endParaRPr lang="en-US" sz="1300" dirty="0"/>
          </a:p>
        </p:txBody>
      </p:sp>
      <p:sp>
        <p:nvSpPr>
          <p:cNvPr id="6" name="Text 4"/>
          <p:cNvSpPr/>
          <p:nvPr/>
        </p:nvSpPr>
        <p:spPr>
          <a:xfrm>
            <a:off x="777240" y="2057400"/>
            <a:ext cx="5029200" cy="1737360"/>
          </a:xfrm>
          <a:prstGeom prst="rect">
            <a:avLst/>
          </a:prstGeom>
          <a:noFill/>
          <a:ln/>
        </p:spPr>
        <p:txBody>
          <a:bodyPr wrap="square" rtlCol="0" anchor="ctr"/>
          <a:lstStyle/>
          <a:p>
            <a:pPr marL="0" indent="0">
              <a:lnSpc>
                <a:spcPts val="1600"/>
              </a:lnSpc>
              <a:buNone/>
            </a:pPr>
            <a:r>
              <a:rPr lang="en-US" sz="1150" dirty="0">
                <a:solidFill>
                  <a:srgbClr val="000000"/>
                </a:solidFill>
                <a:latin typeface="Calibri" pitchFamily="34" charset="0"/>
                <a:ea typeface="Calibri" pitchFamily="34" charset="-122"/>
                <a:cs typeface="Calibri" pitchFamily="34" charset="-120"/>
              </a:rPr>
              <a:t>A configurable horizontal line (LINE_Y = 300) with a ±30px tolerance zone. Each track's recent history is checked against the zone boundaries; once a track has at least 5 recorded points, LineCounter classifies it as above or below the line and increments enter_count or exit_count on a confirmed crossing.</a:t>
            </a:r>
            <a:endParaRPr lang="en-US" sz="1150" dirty="0"/>
          </a:p>
        </p:txBody>
      </p:sp>
      <p:sp>
        <p:nvSpPr>
          <p:cNvPr id="7" name="Shape 5"/>
          <p:cNvSpPr/>
          <p:nvPr/>
        </p:nvSpPr>
        <p:spPr>
          <a:xfrm>
            <a:off x="6263640" y="1554480"/>
            <a:ext cx="5349240" cy="2331720"/>
          </a:xfrm>
          <a:prstGeom prst="roundRect">
            <a:avLst>
              <a:gd name="adj" fmla="val 3137"/>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6492240" y="1737360"/>
            <a:ext cx="4937760" cy="292608"/>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SESSION STATISTICS</a:t>
            </a:r>
            <a:endParaRPr lang="en-US" sz="1300" dirty="0"/>
          </a:p>
        </p:txBody>
      </p:sp>
      <p:sp>
        <p:nvSpPr>
          <p:cNvPr id="9" name="Text 7"/>
          <p:cNvSpPr/>
          <p:nvPr/>
        </p:nvSpPr>
        <p:spPr>
          <a:xfrm>
            <a:off x="6492240" y="2057400"/>
            <a:ext cx="4937760" cy="1737360"/>
          </a:xfrm>
          <a:prstGeom prst="rect">
            <a:avLst/>
          </a:prstGeom>
          <a:noFill/>
          <a:ln/>
        </p:spPr>
        <p:txBody>
          <a:bodyPr wrap="square" rtlCol="0" anchor="ctr"/>
          <a:lstStyle/>
          <a:p>
            <a:pPr marL="0" indent="0">
              <a:lnSpc>
                <a:spcPts val="1600"/>
              </a:lnSpc>
              <a:buNone/>
            </a:pPr>
            <a:r>
              <a:rPr lang="en-US" sz="1150" dirty="0">
                <a:solidFill>
                  <a:srgbClr val="000000"/>
                </a:solidFill>
                <a:latin typeface="Calibri" pitchFamily="34" charset="0"/>
                <a:ea typeface="Calibri" pitchFamily="34" charset="-122"/>
                <a:cs typeface="Calibri" pitchFamily="34" charset="-120"/>
              </a:rPr>
              <a:t>SessionStats accumulates frame count and FPS samples across the run and tracks the maximum simultaneous object count. ObjectAnalytics separately maintains the set of unique track IDs seen, a per-class count, and running speed totals used to compute the session average.</a:t>
            </a:r>
            <a:endParaRPr lang="en-US" sz="1150" dirty="0"/>
          </a:p>
        </p:txBody>
      </p:sp>
      <p:sp>
        <p:nvSpPr>
          <p:cNvPr id="10" name="Shape 8"/>
          <p:cNvSpPr/>
          <p:nvPr/>
        </p:nvSpPr>
        <p:spPr>
          <a:xfrm>
            <a:off x="548640" y="4069080"/>
            <a:ext cx="11064240" cy="1965960"/>
          </a:xfrm>
          <a:prstGeom prst="roundRect">
            <a:avLst>
              <a:gd name="adj" fmla="val 3721"/>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1" name="Text 9"/>
          <p:cNvSpPr/>
          <p:nvPr/>
        </p:nvSpPr>
        <p:spPr>
          <a:xfrm>
            <a:off x="777240" y="4224528"/>
            <a:ext cx="731520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REPORTEXPORTER — AUTOMATIC CSV OUTPUT</a:t>
            </a:r>
            <a:endParaRPr lang="en-US" sz="1250" dirty="0"/>
          </a:p>
        </p:txBody>
      </p:sp>
      <p:sp>
        <p:nvSpPr>
          <p:cNvPr id="12" name="Text 10"/>
          <p:cNvSpPr/>
          <p:nvPr/>
        </p:nvSpPr>
        <p:spPr>
          <a:xfrm>
            <a:off x="777240" y="4553712"/>
            <a:ext cx="10607040" cy="1371600"/>
          </a:xfrm>
          <a:prstGeom prst="rect">
            <a:avLst/>
          </a:prstGeom>
          <a:noFill/>
          <a:ln/>
        </p:spPr>
        <p:txBody>
          <a:bodyPr wrap="square" rtlCol="0" anchor="ctr"/>
          <a:lstStyle/>
          <a:p>
            <a:pPr marL="0" indent="0">
              <a:lnSpc>
                <a:spcPts val="1600"/>
              </a:lnSpc>
              <a:buNone/>
            </a:pPr>
            <a:r>
              <a:rPr lang="en-US" sz="1150" dirty="0">
                <a:solidFill>
                  <a:srgbClr val="000000"/>
                </a:solidFill>
                <a:latin typeface="Calibri" pitchFamily="34" charset="0"/>
                <a:ea typeface="Calibri" pitchFamily="34" charset="-122"/>
                <a:cs typeface="Calibri" pitchFamily="34" charset="-120"/>
              </a:rPr>
              <a:t>On session end, ReportExporter writes reports/session_&lt;timestamp&gt;.csv with Session Time, Frames Processed, Average FPS, Max Objects, Unique Objects, Average Speed (km/h), Screenshots Taken and Videos Recorded — the exact file format used to populate the Results slide later in this deck.</a:t>
            </a:r>
            <a:endParaRPr lang="en-US" sz="1150" dirty="0"/>
          </a:p>
        </p:txBody>
      </p:sp>
      <p:pic>
        <p:nvPicPr>
          <p:cNvPr id="15" name="Picture 14">
            <a:extLst>
              <a:ext uri="{FF2B5EF4-FFF2-40B4-BE49-F238E27FC236}">
                <a16:creationId xmlns:a16="http://schemas.microsoft.com/office/drawing/2014/main" id="{59DE8980-024C-1248-F750-E2F9D69E8F32}"/>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Data Layer &amp; Dashboard</a:t>
            </a:r>
            <a:endParaRPr lang="en-US" sz="3000" dirty="0"/>
          </a:p>
        </p:txBody>
      </p:sp>
      <p:sp>
        <p:nvSpPr>
          <p:cNvPr id="3" name="Text 1"/>
          <p:cNvSpPr/>
          <p:nvPr/>
        </p:nvSpPr>
        <p:spPr>
          <a:xfrm>
            <a:off x="548640" y="967935"/>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Persisting detections and giving analysts a way to browse session history</a:t>
            </a:r>
            <a:endParaRPr lang="en-US" sz="1400" dirty="0"/>
          </a:p>
        </p:txBody>
      </p:sp>
      <p:sp>
        <p:nvSpPr>
          <p:cNvPr id="4" name="Shape 2"/>
          <p:cNvSpPr/>
          <p:nvPr/>
        </p:nvSpPr>
        <p:spPr>
          <a:xfrm>
            <a:off x="548640" y="1554480"/>
            <a:ext cx="5394960" cy="4434840"/>
          </a:xfrm>
          <a:prstGeom prst="roundRect">
            <a:avLst>
              <a:gd name="adj" fmla="val 1649"/>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777240" y="1737360"/>
            <a:ext cx="4937760" cy="292608"/>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DATABASE LAYER</a:t>
            </a:r>
            <a:endParaRPr lang="en-US" sz="1300" dirty="0"/>
          </a:p>
        </p:txBody>
      </p:sp>
      <p:sp>
        <p:nvSpPr>
          <p:cNvPr id="6" name="Text 4"/>
          <p:cNvSpPr/>
          <p:nvPr/>
        </p:nvSpPr>
        <p:spPr>
          <a:xfrm>
            <a:off x="777240" y="2057400"/>
            <a:ext cx="4937760" cy="1463040"/>
          </a:xfrm>
          <a:prstGeom prst="rect">
            <a:avLst/>
          </a:prstGeom>
          <a:noFill/>
          <a:ln/>
        </p:spPr>
        <p:txBody>
          <a:bodyPr wrap="square" rtlCol="0" anchor="ctr"/>
          <a:lstStyle/>
          <a:p>
            <a:pPr marL="0" indent="0">
              <a:lnSpc>
                <a:spcPts val="1600"/>
              </a:lnSpc>
              <a:buNone/>
            </a:pPr>
            <a:r>
              <a:rPr lang="en-US" sz="1150" dirty="0">
                <a:solidFill>
                  <a:srgbClr val="000000"/>
                </a:solidFill>
                <a:latin typeface="Calibri" pitchFamily="34" charset="0"/>
                <a:ea typeface="Calibri" pitchFamily="34" charset="-122"/>
                <a:cs typeface="Calibri" pitchFamily="34" charset="-120"/>
              </a:rPr>
              <a:t>A SQLAlchemy model (Detection) and SQLite engine define the persistence layer: id, object_id, label, confidence and timestamp per detection. It is scaffolded as the foundation for moving from CSV-only session logs to a queryable detection history.</a:t>
            </a:r>
            <a:endParaRPr lang="en-US" sz="1150" dirty="0"/>
          </a:p>
        </p:txBody>
      </p:sp>
      <p:sp>
        <p:nvSpPr>
          <p:cNvPr id="7" name="Shape 5"/>
          <p:cNvSpPr/>
          <p:nvPr/>
        </p:nvSpPr>
        <p:spPr>
          <a:xfrm>
            <a:off x="777240" y="3657600"/>
            <a:ext cx="4937760" cy="0"/>
          </a:xfrm>
          <a:prstGeom prst="line">
            <a:avLst/>
          </a:prstGeom>
          <a:noFill/>
          <a:ln w="12700">
            <a:solidFill>
              <a:srgbClr val="5D739A"/>
            </a:solidFill>
            <a:prstDash val="solid"/>
          </a:ln>
        </p:spPr>
      </p:sp>
      <p:sp>
        <p:nvSpPr>
          <p:cNvPr id="8" name="Text 6"/>
          <p:cNvSpPr/>
          <p:nvPr/>
        </p:nvSpPr>
        <p:spPr>
          <a:xfrm>
            <a:off x="777240" y="3794760"/>
            <a:ext cx="4937760" cy="292608"/>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REST API (SCAFFOLD)</a:t>
            </a:r>
            <a:endParaRPr lang="en-US" sz="1300" dirty="0"/>
          </a:p>
        </p:txBody>
      </p:sp>
      <p:sp>
        <p:nvSpPr>
          <p:cNvPr id="9" name="Text 7"/>
          <p:cNvSpPr/>
          <p:nvPr/>
        </p:nvSpPr>
        <p:spPr>
          <a:xfrm>
            <a:off x="777240" y="4114800"/>
            <a:ext cx="4937760" cy="1737360"/>
          </a:xfrm>
          <a:prstGeom prst="rect">
            <a:avLst/>
          </a:prstGeom>
          <a:noFill/>
          <a:ln/>
        </p:spPr>
        <p:txBody>
          <a:bodyPr wrap="square" rtlCol="0" anchor="ctr"/>
          <a:lstStyle/>
          <a:p>
            <a:pPr marL="0" indent="0">
              <a:lnSpc>
                <a:spcPts val="1600"/>
              </a:lnSpc>
              <a:buNone/>
            </a:pPr>
            <a:r>
              <a:rPr lang="en-US" sz="1150" dirty="0">
                <a:solidFill>
                  <a:srgbClr val="000000"/>
                </a:solidFill>
                <a:latin typeface="Calibri" pitchFamily="34" charset="0"/>
                <a:ea typeface="Calibri" pitchFamily="34" charset="-122"/>
                <a:cs typeface="Calibri" pitchFamily="34" charset="-120"/>
              </a:rPr>
              <a:t>A FastAPI app and an APIRouter are already wired up, with a Pydantic DetectionSchema in place — structured so detection and analytics endpoints can be added without restructuring the project.</a:t>
            </a:r>
            <a:endParaRPr lang="en-US" sz="1150" dirty="0"/>
          </a:p>
        </p:txBody>
      </p:sp>
      <p:sp>
        <p:nvSpPr>
          <p:cNvPr id="10" name="Shape 8"/>
          <p:cNvSpPr/>
          <p:nvPr/>
        </p:nvSpPr>
        <p:spPr>
          <a:xfrm>
            <a:off x="6126480" y="1554480"/>
            <a:ext cx="5486400" cy="4434840"/>
          </a:xfrm>
          <a:prstGeom prst="roundRect">
            <a:avLst>
              <a:gd name="adj" fmla="val 1649"/>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1" name="Text 9"/>
          <p:cNvSpPr/>
          <p:nvPr/>
        </p:nvSpPr>
        <p:spPr>
          <a:xfrm>
            <a:off x="6355080" y="1737360"/>
            <a:ext cx="5029200" cy="292608"/>
          </a:xfrm>
          <a:prstGeom prst="rect">
            <a:avLst/>
          </a:prstGeom>
          <a:noFill/>
          <a:ln/>
        </p:spPr>
        <p:txBody>
          <a:bodyPr wrap="square" rtlCol="0" anchor="ctr"/>
          <a:lstStyle/>
          <a:p>
            <a:pPr marL="0" indent="0">
              <a:buNone/>
            </a:pPr>
            <a:r>
              <a:rPr lang="en-US" sz="1300" b="1" dirty="0">
                <a:solidFill>
                  <a:srgbClr val="6997AF"/>
                </a:solidFill>
                <a:latin typeface="Calibri" pitchFamily="34" charset="0"/>
                <a:ea typeface="Calibri" pitchFamily="34" charset="-122"/>
                <a:cs typeface="Calibri" pitchFamily="34" charset="-120"/>
              </a:rPr>
              <a:t>STREAMLIT DASHBOARD</a:t>
            </a:r>
            <a:endParaRPr lang="en-US" sz="1300" dirty="0"/>
          </a:p>
        </p:txBody>
      </p:sp>
      <p:sp>
        <p:nvSpPr>
          <p:cNvPr id="12" name="Text 10"/>
          <p:cNvSpPr/>
          <p:nvPr/>
        </p:nvSpPr>
        <p:spPr>
          <a:xfrm>
            <a:off x="6355080" y="2057400"/>
            <a:ext cx="5029200" cy="914400"/>
          </a:xfrm>
          <a:prstGeom prst="rect">
            <a:avLst/>
          </a:prstGeom>
          <a:noFill/>
          <a:ln/>
        </p:spPr>
        <p:txBody>
          <a:bodyPr wrap="square" rtlCol="0" anchor="ctr"/>
          <a:lstStyle/>
          <a:p>
            <a:pPr marL="0" indent="0">
              <a:lnSpc>
                <a:spcPts val="1600"/>
              </a:lnSpc>
              <a:buNone/>
            </a:pPr>
            <a:r>
              <a:rPr lang="en-US" sz="1150" dirty="0">
                <a:solidFill>
                  <a:srgbClr val="000000"/>
                </a:solidFill>
                <a:latin typeface="Calibri" pitchFamily="34" charset="0"/>
                <a:ea typeface="Calibri" pitchFamily="34" charset="-122"/>
                <a:cs typeface="Calibri" pitchFamily="34" charset="-120"/>
              </a:rPr>
              <a:t>dashboard/app.py opens a "VisionTrack AI Dashboard" that reads the reports/, outputs/ and captures/ folders directly — no separate database sync step needed.</a:t>
            </a:r>
            <a:endParaRPr lang="en-US" sz="1150" dirty="0"/>
          </a:p>
        </p:txBody>
      </p:sp>
      <p:sp>
        <p:nvSpPr>
          <p:cNvPr id="13" name="Text 11"/>
          <p:cNvSpPr/>
          <p:nvPr/>
        </p:nvSpPr>
        <p:spPr>
          <a:xfrm>
            <a:off x="6355080" y="3063240"/>
            <a:ext cx="5029200" cy="2743200"/>
          </a:xfrm>
          <a:prstGeom prst="rect">
            <a:avLst/>
          </a:prstGeom>
          <a:noFill/>
          <a:ln/>
        </p:spPr>
        <p:txBody>
          <a:bodyPr wrap="square" rtlCol="0" anchor="ctr"/>
          <a:lstStyle/>
          <a:p>
            <a:pPr marL="342900" indent="-342900">
              <a:lnSpc>
                <a:spcPts val="1500"/>
              </a:lnSpc>
              <a:spcAft>
                <a:spcPts val="800"/>
              </a:spcAft>
              <a:buSzPct val="100000"/>
              <a:buChar char="•"/>
            </a:pPr>
            <a:r>
              <a:rPr lang="en-US" sz="1150" dirty="0">
                <a:solidFill>
                  <a:srgbClr val="000000"/>
                </a:solidFill>
                <a:latin typeface="Calibri" pitchFamily="34" charset="0"/>
                <a:ea typeface="Calibri" pitchFamily="34" charset="-122"/>
                <a:cs typeface="Calibri" pitchFamily="34" charset="-120"/>
              </a:rPr>
              <a:t>Sidebar session browser over saved CSV reports</a:t>
            </a:r>
            <a:endParaRPr lang="en-US" sz="1150" dirty="0"/>
          </a:p>
          <a:p>
            <a:pPr marL="342900" indent="-342900">
              <a:lnSpc>
                <a:spcPts val="1500"/>
              </a:lnSpc>
              <a:spcAft>
                <a:spcPts val="800"/>
              </a:spcAft>
              <a:buSzPct val="100000"/>
              <a:buChar char="•"/>
            </a:pPr>
            <a:r>
              <a:rPr lang="en-US" sz="1150" dirty="0">
                <a:solidFill>
                  <a:srgbClr val="000000"/>
                </a:solidFill>
                <a:latin typeface="Calibri" pitchFamily="34" charset="0"/>
                <a:ea typeface="Calibri" pitchFamily="34" charset="-122"/>
                <a:cs typeface="Calibri" pitchFamily="34" charset="-120"/>
              </a:rPr>
              <a:t>Pandas-loaded metric tables per session</a:t>
            </a:r>
            <a:endParaRPr lang="en-US" sz="1150" dirty="0"/>
          </a:p>
          <a:p>
            <a:pPr marL="342900" indent="-342900">
              <a:lnSpc>
                <a:spcPts val="1500"/>
              </a:lnSpc>
              <a:spcAft>
                <a:spcPts val="800"/>
              </a:spcAft>
              <a:buSzPct val="100000"/>
              <a:buChar char="•"/>
            </a:pPr>
            <a:r>
              <a:rPr lang="en-US" sz="1150" dirty="0">
                <a:solidFill>
                  <a:srgbClr val="000000"/>
                </a:solidFill>
                <a:latin typeface="Calibri" pitchFamily="34" charset="0"/>
                <a:ea typeface="Calibri" pitchFamily="34" charset="-122"/>
                <a:cs typeface="Calibri" pitchFamily="34" charset="-120"/>
              </a:rPr>
              <a:t>Plotly charts for visual comparison across runs</a:t>
            </a:r>
            <a:endParaRPr lang="en-US" sz="1150" dirty="0"/>
          </a:p>
          <a:p>
            <a:pPr marL="342900" indent="-342900">
              <a:lnSpc>
                <a:spcPts val="1500"/>
              </a:lnSpc>
              <a:spcAft>
                <a:spcPts val="800"/>
              </a:spcAft>
              <a:buSzPct val="100000"/>
              <a:buChar char="•"/>
            </a:pPr>
            <a:r>
              <a:rPr lang="en-US" sz="1150" dirty="0">
                <a:solidFill>
                  <a:srgbClr val="000000"/>
                </a:solidFill>
                <a:latin typeface="Calibri" pitchFamily="34" charset="0"/>
                <a:ea typeface="Calibri" pitchFamily="34" charset="-122"/>
                <a:cs typeface="Calibri" pitchFamily="34" charset="-120"/>
              </a:rPr>
              <a:t>Direct access to saved capture screenshots &amp; recordings</a:t>
            </a:r>
            <a:endParaRPr lang="en-US" sz="1150" dirty="0"/>
          </a:p>
        </p:txBody>
      </p:sp>
      <p:pic>
        <p:nvPicPr>
          <p:cNvPr id="16" name="Picture 15">
            <a:extLst>
              <a:ext uri="{FF2B5EF4-FFF2-40B4-BE49-F238E27FC236}">
                <a16:creationId xmlns:a16="http://schemas.microsoft.com/office/drawing/2014/main" id="{4A6D922D-48E4-0128-E767-E5A601DD50AF}"/>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Working Demonstration — Live Detection &amp; Tracking</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Actual capture frames from a running VisionTrack AI session (captures/ folder)</a:t>
            </a:r>
            <a:endParaRPr lang="en-US" sz="1400" dirty="0"/>
          </a:p>
        </p:txBody>
      </p:sp>
      <p:pic>
        <p:nvPicPr>
          <p:cNvPr id="4" name="Image 0" descr="assets/demo1.jpg"/>
          <p:cNvPicPr>
            <a:picLocks noChangeAspect="1"/>
          </p:cNvPicPr>
          <p:nvPr/>
        </p:nvPicPr>
        <p:blipFill>
          <a:blip r:embed="rId3"/>
          <a:stretch>
            <a:fillRect/>
          </a:stretch>
        </p:blipFill>
        <p:spPr>
          <a:xfrm>
            <a:off x="548640" y="1600200"/>
            <a:ext cx="5394960" cy="3035808"/>
          </a:xfrm>
          <a:prstGeom prst="rect">
            <a:avLst/>
          </a:prstGeom>
        </p:spPr>
      </p:pic>
      <p:pic>
        <p:nvPicPr>
          <p:cNvPr id="5" name="Image 1" descr="assets/demo3.jpg"/>
          <p:cNvPicPr>
            <a:picLocks noChangeAspect="1"/>
          </p:cNvPicPr>
          <p:nvPr/>
        </p:nvPicPr>
        <p:blipFill>
          <a:blip r:embed="rId4"/>
          <a:stretch>
            <a:fillRect/>
          </a:stretch>
        </p:blipFill>
        <p:spPr>
          <a:xfrm>
            <a:off x="6172200" y="1600200"/>
            <a:ext cx="5394960" cy="3035808"/>
          </a:xfrm>
          <a:prstGeom prst="rect">
            <a:avLst/>
          </a:prstGeom>
        </p:spPr>
      </p:pic>
      <p:sp>
        <p:nvSpPr>
          <p:cNvPr id="6" name="Shape 2"/>
          <p:cNvSpPr/>
          <p:nvPr/>
        </p:nvSpPr>
        <p:spPr>
          <a:xfrm>
            <a:off x="548640" y="4800600"/>
            <a:ext cx="539496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7" name="Text 3"/>
          <p:cNvSpPr/>
          <p:nvPr/>
        </p:nvSpPr>
        <p:spPr>
          <a:xfrm>
            <a:off x="777240" y="4892040"/>
            <a:ext cx="4937760"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Live HUD Overlay</a:t>
            </a:r>
            <a:endParaRPr lang="en-US" sz="1250" dirty="0"/>
          </a:p>
        </p:txBody>
      </p:sp>
      <p:sp>
        <p:nvSpPr>
          <p:cNvPr id="8" name="Text 4"/>
          <p:cNvSpPr/>
          <p:nvPr/>
        </p:nvSpPr>
        <p:spPr>
          <a:xfrm>
            <a:off x="777240" y="5193792"/>
            <a:ext cx="4937760" cy="777240"/>
          </a:xfrm>
          <a:prstGeom prst="rect">
            <a:avLst/>
          </a:prstGeom>
          <a:noFill/>
          <a:ln/>
        </p:spPr>
        <p:txBody>
          <a:bodyPr wrap="square" rtlCol="0" anchor="ctr"/>
          <a:lstStyle/>
          <a:p>
            <a:pPr marL="0" indent="0">
              <a:lnSpc>
                <a:spcPts val="1300"/>
              </a:lnSpc>
              <a:buNone/>
            </a:pPr>
            <a:r>
              <a:rPr lang="en-US" sz="1050" dirty="0">
                <a:solidFill>
                  <a:srgbClr val="000000"/>
                </a:solidFill>
                <a:latin typeface="Calibri" pitchFamily="34" charset="0"/>
                <a:ea typeface="Calibri" pitchFamily="34" charset="-122"/>
                <a:cs typeface="Calibri" pitchFamily="34" charset="-120"/>
              </a:rPr>
              <a:t>Bounding boxes with track IDs, FPS counter and running object count drawn directly on the webcam feed via the Drawer + FPSCounter modules.</a:t>
            </a:r>
            <a:endParaRPr lang="en-US" sz="1050" dirty="0"/>
          </a:p>
        </p:txBody>
      </p:sp>
      <p:sp>
        <p:nvSpPr>
          <p:cNvPr id="9" name="Shape 5"/>
          <p:cNvSpPr/>
          <p:nvPr/>
        </p:nvSpPr>
        <p:spPr>
          <a:xfrm>
            <a:off x="6172200" y="4800600"/>
            <a:ext cx="539496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0" name="Text 6"/>
          <p:cNvSpPr/>
          <p:nvPr/>
        </p:nvSpPr>
        <p:spPr>
          <a:xfrm>
            <a:off x="6400800" y="4892040"/>
            <a:ext cx="4937760"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Trail &amp; Session Stats</a:t>
            </a:r>
            <a:endParaRPr lang="en-US" sz="1250" dirty="0"/>
          </a:p>
        </p:txBody>
      </p:sp>
      <p:sp>
        <p:nvSpPr>
          <p:cNvPr id="11" name="Text 7"/>
          <p:cNvSpPr/>
          <p:nvPr/>
        </p:nvSpPr>
        <p:spPr>
          <a:xfrm>
            <a:off x="6400800" y="5193792"/>
            <a:ext cx="4937760" cy="777240"/>
          </a:xfrm>
          <a:prstGeom prst="rect">
            <a:avLst/>
          </a:prstGeom>
          <a:noFill/>
          <a:ln/>
        </p:spPr>
        <p:txBody>
          <a:bodyPr wrap="square" rtlCol="0" anchor="ctr"/>
          <a:lstStyle/>
          <a:p>
            <a:pPr marL="0" indent="0">
              <a:lnSpc>
                <a:spcPts val="1300"/>
              </a:lnSpc>
              <a:buNone/>
            </a:pPr>
            <a:r>
              <a:rPr lang="en-US" sz="1050" dirty="0">
                <a:solidFill>
                  <a:srgbClr val="000000"/>
                </a:solidFill>
                <a:latin typeface="Calibri" pitchFamily="34" charset="0"/>
                <a:ea typeface="Calibri" pitchFamily="34" charset="-122"/>
                <a:cs typeface="Calibri" pitchFamily="34" charset="-120"/>
              </a:rPr>
              <a:t>Trajectory trail rendered from the last 30 tracked positions, alongside a live-updating session statistics panel in the corner overlay.</a:t>
            </a:r>
            <a:endParaRPr lang="en-US" sz="1050" dirty="0"/>
          </a:p>
        </p:txBody>
      </p:sp>
      <p:pic>
        <p:nvPicPr>
          <p:cNvPr id="14" name="Picture 13">
            <a:extLst>
              <a:ext uri="{FF2B5EF4-FFF2-40B4-BE49-F238E27FC236}">
                <a16:creationId xmlns:a16="http://schemas.microsoft.com/office/drawing/2014/main" id="{0A85173C-DFBF-28E4-D9D7-C3F37A63D035}"/>
              </a:ext>
            </a:extLst>
          </p:cNvPr>
          <p:cNvPicPr>
            <a:picLocks noChangeAspect="1"/>
          </p:cNvPicPr>
          <p:nvPr/>
        </p:nvPicPr>
        <p:blipFill>
          <a:blip r:embed="rId5"/>
          <a:stretch>
            <a:fillRect/>
          </a:stretch>
        </p:blipFill>
        <p:spPr>
          <a:xfrm>
            <a:off x="9823938" y="150350"/>
            <a:ext cx="1064087" cy="8097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Working Demonstration — Session Reports</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Every run auto-exports a CSV summary that feeds the dashboard</a:t>
            </a:r>
            <a:endParaRPr lang="en-US" sz="1400" dirty="0"/>
          </a:p>
        </p:txBody>
      </p:sp>
      <p:sp>
        <p:nvSpPr>
          <p:cNvPr id="4" name="Shape 2"/>
          <p:cNvSpPr/>
          <p:nvPr/>
        </p:nvSpPr>
        <p:spPr>
          <a:xfrm>
            <a:off x="548640" y="1600200"/>
            <a:ext cx="11064240" cy="4480560"/>
          </a:xfrm>
          <a:prstGeom prst="roundRect">
            <a:avLst>
              <a:gd name="adj" fmla="val 1633"/>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822960" y="1783080"/>
            <a:ext cx="10515600"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SAMPLE SESSION REPORT — reports/session_20260731_195912.csv</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2960" y="2194560"/>
          <a:ext cx="5486400" cy="3456432"/>
        </p:xfrm>
        <a:graphic>
          <a:graphicData uri="http://schemas.openxmlformats.org/drawingml/2006/table">
            <a:tbl>
              <a:tblPr/>
              <a:tblGrid>
                <a:gridCol w="32918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384048">
                <a:tc>
                  <a:txBody>
                    <a:bodyPr/>
                    <a:lstStyle/>
                    <a:p>
                      <a:pPr marL="0" indent="0" algn="ctr">
                        <a:buNone/>
                      </a:pPr>
                      <a:r>
                        <a:rPr lang="en-US" sz="1200" b="1" dirty="0">
                          <a:solidFill>
                            <a:srgbClr val="000000"/>
                          </a:solidFill>
                        </a:rPr>
                        <a:t>Metric</a:t>
                      </a:r>
                      <a:endParaRPr lang="en-US" sz="1200" dirty="0"/>
                    </a:p>
                  </a:txBody>
                  <a:tcPr anchor="ctr">
                    <a:lnL w="0" cap="flat" cmpd="sng" algn="ctr">
                      <a:noFill/>
                    </a:lnL>
                    <a:lnR w="0" cap="flat" cmpd="sng" algn="ctr">
                      <a:noFill/>
                    </a:lnR>
                    <a:lnT w="0" cap="flat" cmpd="sng" algn="ctr">
                      <a:noFill/>
                    </a:lnT>
                    <a:lnB w="0" cap="flat" cmpd="sng" algn="ctr">
                      <a:noFill/>
                    </a:lnB>
                    <a:solidFill>
                      <a:srgbClr val="AD84C6"/>
                    </a:solidFill>
                  </a:tcPr>
                </a:tc>
                <a:tc>
                  <a:txBody>
                    <a:bodyPr/>
                    <a:lstStyle/>
                    <a:p>
                      <a:pPr marL="0" indent="0" algn="ctr">
                        <a:buNone/>
                      </a:pPr>
                      <a:r>
                        <a:rPr lang="en-US" sz="1200" b="1" dirty="0">
                          <a:solidFill>
                            <a:srgbClr val="000000"/>
                          </a:solidFill>
                        </a:rPr>
                        <a:t>Value</a:t>
                      </a:r>
                      <a:endParaRPr lang="en-US" sz="1200" dirty="0"/>
                    </a:p>
                  </a:txBody>
                  <a:tcPr anchor="ctr">
                    <a:lnL w="0" cap="flat" cmpd="sng" algn="ctr">
                      <a:noFill/>
                    </a:lnL>
                    <a:lnR w="0" cap="flat" cmpd="sng" algn="ctr">
                      <a:noFill/>
                    </a:lnR>
                    <a:lnT w="0" cap="flat" cmpd="sng" algn="ctr">
                      <a:noFill/>
                    </a:lnT>
                    <a:lnB w="0" cap="flat" cmpd="sng" algn="ctr">
                      <a:noFill/>
                    </a:lnB>
                    <a:solidFill>
                      <a:srgbClr val="AD84C6"/>
                    </a:solidFill>
                  </a:tcPr>
                </a:tc>
                <a:extLst>
                  <a:ext uri="{0D108BD9-81ED-4DB2-BD59-A6C34878D82A}">
                    <a16:rowId xmlns:a16="http://schemas.microsoft.com/office/drawing/2014/main" val="10000"/>
                  </a:ext>
                </a:extLst>
              </a:tr>
              <a:tr h="384048">
                <a:tc>
                  <a:txBody>
                    <a:bodyPr/>
                    <a:lstStyle/>
                    <a:p>
                      <a:pPr marL="0" indent="0" algn="l">
                        <a:buNone/>
                      </a:pPr>
                      <a:r>
                        <a:rPr lang="en-US" sz="1200" dirty="0">
                          <a:solidFill>
                            <a:srgbClr val="000000"/>
                          </a:solidFill>
                        </a:rPr>
                        <a:t>Session Time</a:t>
                      </a:r>
                      <a:endParaRPr lang="en-US" sz="120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r">
                        <a:buNone/>
                      </a:pPr>
                      <a:r>
                        <a:rPr lang="en-US" sz="1200" dirty="0">
                          <a:solidFill>
                            <a:srgbClr val="000000"/>
                          </a:solidFill>
                        </a:rPr>
                        <a:t>01:32</a:t>
                      </a:r>
                      <a:endParaRPr lang="en-US" sz="1200" dirty="0"/>
                    </a:p>
                  </a:txBody>
                  <a:tcPr anchor="ctr">
                    <a:lnL w="0" cap="flat" cmpd="sng" algn="ctr">
                      <a:noFill/>
                    </a:lnL>
                    <a:lnR w="0" cap="flat" cmpd="sng" algn="ctr">
                      <a:noFill/>
                    </a:lnR>
                    <a:lnT w="0" cap="flat" cmpd="sng" algn="ctr">
                      <a:noFill/>
                    </a:lnT>
                    <a:lnB w="0" cap="flat" cmpd="sng" algn="ctr">
                      <a:noFill/>
                    </a:lnB>
                    <a:solidFill>
                      <a:srgbClr val="EAE7F0"/>
                    </a:solidFill>
                  </a:tcPr>
                </a:tc>
                <a:extLst>
                  <a:ext uri="{0D108BD9-81ED-4DB2-BD59-A6C34878D82A}">
                    <a16:rowId xmlns:a16="http://schemas.microsoft.com/office/drawing/2014/main" val="10001"/>
                  </a:ext>
                </a:extLst>
              </a:tr>
              <a:tr h="384048">
                <a:tc>
                  <a:txBody>
                    <a:bodyPr/>
                    <a:lstStyle/>
                    <a:p>
                      <a:pPr marL="0" indent="0" algn="l">
                        <a:buNone/>
                      </a:pPr>
                      <a:r>
                        <a:rPr lang="en-US" sz="1200" dirty="0">
                          <a:solidFill>
                            <a:srgbClr val="000000"/>
                          </a:solidFill>
                        </a:rPr>
                        <a:t>Frames Processed</a:t>
                      </a:r>
                      <a:endParaRPr lang="en-US" sz="120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r">
                        <a:buNone/>
                      </a:pPr>
                      <a:r>
                        <a:rPr lang="en-US" sz="1200" dirty="0">
                          <a:solidFill>
                            <a:srgbClr val="000000"/>
                          </a:solidFill>
                        </a:rPr>
                        <a:t>1,125</a:t>
                      </a:r>
                      <a:endParaRPr lang="en-US" sz="1200" dirty="0"/>
                    </a:p>
                  </a:txBody>
                  <a:tcPr anchor="ctr">
                    <a:lnL w="0" cap="flat" cmpd="sng" algn="ctr">
                      <a:noFill/>
                    </a:lnL>
                    <a:lnR w="0" cap="flat" cmpd="sng" algn="ctr">
                      <a:noFill/>
                    </a:lnR>
                    <a:lnT w="0" cap="flat" cmpd="sng" algn="ctr">
                      <a:noFill/>
                    </a:lnT>
                    <a:lnB w="0" cap="flat" cmpd="sng" algn="ctr">
                      <a:noFill/>
                    </a:lnB>
                    <a:solidFill>
                      <a:srgbClr val="F3F1F7"/>
                    </a:solidFill>
                  </a:tcPr>
                </a:tc>
                <a:extLst>
                  <a:ext uri="{0D108BD9-81ED-4DB2-BD59-A6C34878D82A}">
                    <a16:rowId xmlns:a16="http://schemas.microsoft.com/office/drawing/2014/main" val="10002"/>
                  </a:ext>
                </a:extLst>
              </a:tr>
              <a:tr h="384048">
                <a:tc>
                  <a:txBody>
                    <a:bodyPr/>
                    <a:lstStyle/>
                    <a:p>
                      <a:pPr marL="0" indent="0" algn="l">
                        <a:buNone/>
                      </a:pPr>
                      <a:r>
                        <a:rPr lang="en-US" sz="1200" dirty="0">
                          <a:solidFill>
                            <a:srgbClr val="000000"/>
                          </a:solidFill>
                        </a:rPr>
                        <a:t>Average FPS</a:t>
                      </a:r>
                      <a:endParaRPr lang="en-US" sz="120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r">
                        <a:buNone/>
                      </a:pPr>
                      <a:r>
                        <a:rPr lang="en-US" sz="1200" dirty="0">
                          <a:solidFill>
                            <a:srgbClr val="000000"/>
                          </a:solidFill>
                        </a:rPr>
                        <a:t>12.08</a:t>
                      </a:r>
                      <a:endParaRPr lang="en-US" sz="1200" dirty="0"/>
                    </a:p>
                  </a:txBody>
                  <a:tcPr anchor="ctr">
                    <a:lnL w="0" cap="flat" cmpd="sng" algn="ctr">
                      <a:noFill/>
                    </a:lnL>
                    <a:lnR w="0" cap="flat" cmpd="sng" algn="ctr">
                      <a:noFill/>
                    </a:lnR>
                    <a:lnT w="0" cap="flat" cmpd="sng" algn="ctr">
                      <a:noFill/>
                    </a:lnT>
                    <a:lnB w="0" cap="flat" cmpd="sng" algn="ctr">
                      <a:noFill/>
                    </a:lnB>
                    <a:solidFill>
                      <a:srgbClr val="EAE7F0"/>
                    </a:solidFill>
                  </a:tcPr>
                </a:tc>
                <a:extLst>
                  <a:ext uri="{0D108BD9-81ED-4DB2-BD59-A6C34878D82A}">
                    <a16:rowId xmlns:a16="http://schemas.microsoft.com/office/drawing/2014/main" val="10003"/>
                  </a:ext>
                </a:extLst>
              </a:tr>
              <a:tr h="384048">
                <a:tc>
                  <a:txBody>
                    <a:bodyPr/>
                    <a:lstStyle/>
                    <a:p>
                      <a:pPr marL="0" indent="0" algn="l">
                        <a:buNone/>
                      </a:pPr>
                      <a:r>
                        <a:rPr lang="en-US" sz="1200" dirty="0">
                          <a:solidFill>
                            <a:srgbClr val="000000"/>
                          </a:solidFill>
                        </a:rPr>
                        <a:t>Max Objects (simultaneous)</a:t>
                      </a:r>
                      <a:endParaRPr lang="en-US" sz="120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r">
                        <a:buNone/>
                      </a:pPr>
                      <a:r>
                        <a:rPr lang="en-US" sz="1200" dirty="0">
                          <a:solidFill>
                            <a:srgbClr val="000000"/>
                          </a:solidFill>
                        </a:rPr>
                        <a:t>4</a:t>
                      </a:r>
                      <a:endParaRPr lang="en-US" sz="1200" dirty="0"/>
                    </a:p>
                  </a:txBody>
                  <a:tcPr anchor="ctr">
                    <a:lnL w="0" cap="flat" cmpd="sng" algn="ctr">
                      <a:noFill/>
                    </a:lnL>
                    <a:lnR w="0" cap="flat" cmpd="sng" algn="ctr">
                      <a:noFill/>
                    </a:lnR>
                    <a:lnT w="0" cap="flat" cmpd="sng" algn="ctr">
                      <a:noFill/>
                    </a:lnT>
                    <a:lnB w="0" cap="flat" cmpd="sng" algn="ctr">
                      <a:noFill/>
                    </a:lnB>
                    <a:solidFill>
                      <a:srgbClr val="F3F1F7"/>
                    </a:solidFill>
                  </a:tcPr>
                </a:tc>
                <a:extLst>
                  <a:ext uri="{0D108BD9-81ED-4DB2-BD59-A6C34878D82A}">
                    <a16:rowId xmlns:a16="http://schemas.microsoft.com/office/drawing/2014/main" val="10004"/>
                  </a:ext>
                </a:extLst>
              </a:tr>
              <a:tr h="384048">
                <a:tc>
                  <a:txBody>
                    <a:bodyPr/>
                    <a:lstStyle/>
                    <a:p>
                      <a:pPr marL="0" indent="0" algn="l">
                        <a:buNone/>
                      </a:pPr>
                      <a:r>
                        <a:rPr lang="en-US" sz="1200" dirty="0">
                          <a:solidFill>
                            <a:srgbClr val="000000"/>
                          </a:solidFill>
                        </a:rPr>
                        <a:t>Unique Objects Tracked</a:t>
                      </a:r>
                      <a:endParaRPr lang="en-US" sz="120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r">
                        <a:buNone/>
                      </a:pPr>
                      <a:r>
                        <a:rPr lang="en-US" sz="1200" dirty="0">
                          <a:solidFill>
                            <a:srgbClr val="000000"/>
                          </a:solidFill>
                        </a:rPr>
                        <a:t>25</a:t>
                      </a:r>
                      <a:endParaRPr lang="en-US" sz="1200" dirty="0"/>
                    </a:p>
                  </a:txBody>
                  <a:tcPr anchor="ctr">
                    <a:lnL w="0" cap="flat" cmpd="sng" algn="ctr">
                      <a:noFill/>
                    </a:lnL>
                    <a:lnR w="0" cap="flat" cmpd="sng" algn="ctr">
                      <a:noFill/>
                    </a:lnR>
                    <a:lnT w="0" cap="flat" cmpd="sng" algn="ctr">
                      <a:noFill/>
                    </a:lnT>
                    <a:lnB w="0" cap="flat" cmpd="sng" algn="ctr">
                      <a:noFill/>
                    </a:lnB>
                    <a:solidFill>
                      <a:srgbClr val="EAE7F0"/>
                    </a:solidFill>
                  </a:tcPr>
                </a:tc>
                <a:extLst>
                  <a:ext uri="{0D108BD9-81ED-4DB2-BD59-A6C34878D82A}">
                    <a16:rowId xmlns:a16="http://schemas.microsoft.com/office/drawing/2014/main" val="10005"/>
                  </a:ext>
                </a:extLst>
              </a:tr>
              <a:tr h="384048">
                <a:tc>
                  <a:txBody>
                    <a:bodyPr/>
                    <a:lstStyle/>
                    <a:p>
                      <a:pPr marL="0" indent="0" algn="l">
                        <a:buNone/>
                      </a:pPr>
                      <a:r>
                        <a:rPr lang="en-US" sz="1200" dirty="0">
                          <a:solidFill>
                            <a:srgbClr val="000000"/>
                          </a:solidFill>
                        </a:rPr>
                        <a:t>Average Speed (km/h)</a:t>
                      </a:r>
                      <a:endParaRPr lang="en-US" sz="120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r">
                        <a:buNone/>
                      </a:pPr>
                      <a:r>
                        <a:rPr lang="en-US" sz="1200" dirty="0">
                          <a:solidFill>
                            <a:srgbClr val="000000"/>
                          </a:solidFill>
                        </a:rPr>
                        <a:t>1.93</a:t>
                      </a:r>
                      <a:endParaRPr lang="en-US" sz="1200" dirty="0"/>
                    </a:p>
                  </a:txBody>
                  <a:tcPr anchor="ctr">
                    <a:lnL w="0" cap="flat" cmpd="sng" algn="ctr">
                      <a:noFill/>
                    </a:lnL>
                    <a:lnR w="0" cap="flat" cmpd="sng" algn="ctr">
                      <a:noFill/>
                    </a:lnR>
                    <a:lnT w="0" cap="flat" cmpd="sng" algn="ctr">
                      <a:noFill/>
                    </a:lnT>
                    <a:lnB w="0" cap="flat" cmpd="sng" algn="ctr">
                      <a:noFill/>
                    </a:lnB>
                    <a:solidFill>
                      <a:srgbClr val="F3F1F7"/>
                    </a:solidFill>
                  </a:tcPr>
                </a:tc>
                <a:extLst>
                  <a:ext uri="{0D108BD9-81ED-4DB2-BD59-A6C34878D82A}">
                    <a16:rowId xmlns:a16="http://schemas.microsoft.com/office/drawing/2014/main" val="10006"/>
                  </a:ext>
                </a:extLst>
              </a:tr>
              <a:tr h="384048">
                <a:tc>
                  <a:txBody>
                    <a:bodyPr/>
                    <a:lstStyle/>
                    <a:p>
                      <a:pPr marL="0" indent="0" algn="l">
                        <a:buNone/>
                      </a:pPr>
                      <a:r>
                        <a:rPr lang="en-US" sz="1200" dirty="0">
                          <a:solidFill>
                            <a:srgbClr val="000000"/>
                          </a:solidFill>
                        </a:rPr>
                        <a:t>Screenshots Taken</a:t>
                      </a:r>
                      <a:endParaRPr lang="en-US" sz="120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r">
                        <a:buNone/>
                      </a:pPr>
                      <a:r>
                        <a:rPr lang="en-US" sz="1200" dirty="0">
                          <a:solidFill>
                            <a:srgbClr val="000000"/>
                          </a:solidFill>
                        </a:rPr>
                        <a:t>0</a:t>
                      </a:r>
                      <a:endParaRPr lang="en-US" sz="1200" dirty="0"/>
                    </a:p>
                  </a:txBody>
                  <a:tcPr anchor="ctr">
                    <a:lnL w="0" cap="flat" cmpd="sng" algn="ctr">
                      <a:noFill/>
                    </a:lnL>
                    <a:lnR w="0" cap="flat" cmpd="sng" algn="ctr">
                      <a:noFill/>
                    </a:lnR>
                    <a:lnT w="0" cap="flat" cmpd="sng" algn="ctr">
                      <a:noFill/>
                    </a:lnT>
                    <a:lnB w="0" cap="flat" cmpd="sng" algn="ctr">
                      <a:noFill/>
                    </a:lnB>
                    <a:solidFill>
                      <a:srgbClr val="EAE7F0"/>
                    </a:solidFill>
                  </a:tcPr>
                </a:tc>
                <a:extLst>
                  <a:ext uri="{0D108BD9-81ED-4DB2-BD59-A6C34878D82A}">
                    <a16:rowId xmlns:a16="http://schemas.microsoft.com/office/drawing/2014/main" val="10007"/>
                  </a:ext>
                </a:extLst>
              </a:tr>
              <a:tr h="384048">
                <a:tc>
                  <a:txBody>
                    <a:bodyPr/>
                    <a:lstStyle/>
                    <a:p>
                      <a:pPr marL="0" indent="0" algn="l">
                        <a:buNone/>
                      </a:pPr>
                      <a:r>
                        <a:rPr lang="en-US" sz="1200" dirty="0">
                          <a:solidFill>
                            <a:srgbClr val="000000"/>
                          </a:solidFill>
                        </a:rPr>
                        <a:t>Videos Recorded</a:t>
                      </a:r>
                      <a:endParaRPr lang="en-US" sz="120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r">
                        <a:buNone/>
                      </a:pPr>
                      <a:r>
                        <a:rPr lang="en-US" sz="1200" dirty="0">
                          <a:solidFill>
                            <a:srgbClr val="000000"/>
                          </a:solidFill>
                        </a:rPr>
                        <a:t>0</a:t>
                      </a:r>
                      <a:endParaRPr lang="en-US" sz="1200" dirty="0"/>
                    </a:p>
                  </a:txBody>
                  <a:tcPr anchor="ctr">
                    <a:lnL w="0" cap="flat" cmpd="sng" algn="ctr">
                      <a:noFill/>
                    </a:lnL>
                    <a:lnR w="0" cap="flat" cmpd="sng" algn="ctr">
                      <a:noFill/>
                    </a:lnR>
                    <a:lnT w="0" cap="flat" cmpd="sng" algn="ctr">
                      <a:noFill/>
                    </a:lnT>
                    <a:lnB w="0" cap="flat" cmpd="sng" algn="ctr">
                      <a:noFill/>
                    </a:lnB>
                    <a:solidFill>
                      <a:srgbClr val="F3F1F7"/>
                    </a:solidFill>
                  </a:tcPr>
                </a:tc>
                <a:extLst>
                  <a:ext uri="{0D108BD9-81ED-4DB2-BD59-A6C34878D82A}">
                    <a16:rowId xmlns:a16="http://schemas.microsoft.com/office/drawing/2014/main" val="10008"/>
                  </a:ext>
                </a:extLst>
              </a:tr>
            </a:tbl>
          </a:graphicData>
        </a:graphic>
      </p:graphicFrame>
      <p:sp>
        <p:nvSpPr>
          <p:cNvPr id="7" name="Text 4"/>
          <p:cNvSpPr/>
          <p:nvPr/>
        </p:nvSpPr>
        <p:spPr>
          <a:xfrm>
            <a:off x="6675120" y="2194560"/>
            <a:ext cx="4663440" cy="292608"/>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WHAT THIS DEMONSTRATES</a:t>
            </a:r>
            <a:endParaRPr lang="en-US" sz="1250" dirty="0"/>
          </a:p>
        </p:txBody>
      </p:sp>
      <p:sp>
        <p:nvSpPr>
          <p:cNvPr id="8" name="Text 5"/>
          <p:cNvSpPr/>
          <p:nvPr/>
        </p:nvSpPr>
        <p:spPr>
          <a:xfrm>
            <a:off x="6675120" y="2606040"/>
            <a:ext cx="4663440" cy="3108960"/>
          </a:xfrm>
          <a:prstGeom prst="rect">
            <a:avLst/>
          </a:prstGeom>
          <a:noFill/>
          <a:ln/>
        </p:spPr>
        <p:txBody>
          <a:bodyPr wrap="square" rtlCol="0" anchor="ctr"/>
          <a:lstStyle/>
          <a:p>
            <a:pPr marL="342900" indent="-342900">
              <a:lnSpc>
                <a:spcPts val="1600"/>
              </a:lnSpc>
              <a:spcAft>
                <a:spcPts val="1000"/>
              </a:spcAft>
              <a:buSzPct val="100000"/>
              <a:buChar char="•"/>
            </a:pPr>
            <a:r>
              <a:rPr lang="en-US" sz="1150" dirty="0">
                <a:solidFill>
                  <a:srgbClr val="000000"/>
                </a:solidFill>
                <a:latin typeface="Calibri" pitchFamily="34" charset="0"/>
                <a:ea typeface="Calibri" pitchFamily="34" charset="-122"/>
                <a:cs typeface="Calibri" pitchFamily="34" charset="-120"/>
              </a:rPr>
              <a:t>25 distinct objects picked up unique, stable track IDs in a 92-second run</a:t>
            </a:r>
            <a:endParaRPr lang="en-US" sz="1150" dirty="0"/>
          </a:p>
          <a:p>
            <a:pPr marL="342900" indent="-342900">
              <a:lnSpc>
                <a:spcPts val="1600"/>
              </a:lnSpc>
              <a:spcAft>
                <a:spcPts val="1000"/>
              </a:spcAft>
              <a:buSzPct val="100000"/>
              <a:buChar char="•"/>
            </a:pPr>
            <a:r>
              <a:rPr lang="en-US" sz="1150" dirty="0">
                <a:solidFill>
                  <a:srgbClr val="000000"/>
                </a:solidFill>
                <a:latin typeface="Calibri" pitchFamily="34" charset="0"/>
                <a:ea typeface="Calibri" pitchFamily="34" charset="-122"/>
                <a:cs typeface="Calibri" pitchFamily="34" charset="-120"/>
              </a:rPr>
              <a:t>Detection + tracking sustained ~12 FPS on CPU inference with YOLOv8n</a:t>
            </a:r>
            <a:endParaRPr lang="en-US" sz="1150" dirty="0"/>
          </a:p>
          <a:p>
            <a:pPr marL="342900" indent="-342900">
              <a:lnSpc>
                <a:spcPts val="1600"/>
              </a:lnSpc>
              <a:spcAft>
                <a:spcPts val="1000"/>
              </a:spcAft>
              <a:buSzPct val="100000"/>
              <a:buChar char="•"/>
            </a:pPr>
            <a:r>
              <a:rPr lang="en-US" sz="1150" dirty="0">
                <a:solidFill>
                  <a:srgbClr val="000000"/>
                </a:solidFill>
                <a:latin typeface="Calibri" pitchFamily="34" charset="0"/>
                <a:ea typeface="Calibri" pitchFamily="34" charset="-122"/>
                <a:cs typeface="Calibri" pitchFamily="34" charset="-120"/>
              </a:rPr>
              <a:t>Speed estimation stayed in a believable low range for indoor motion</a:t>
            </a:r>
            <a:endParaRPr lang="en-US" sz="1150" dirty="0"/>
          </a:p>
          <a:p>
            <a:pPr marL="342900" indent="-342900">
              <a:lnSpc>
                <a:spcPts val="1600"/>
              </a:lnSpc>
              <a:spcAft>
                <a:spcPts val="1000"/>
              </a:spcAft>
              <a:buSzPct val="100000"/>
              <a:buChar char="•"/>
            </a:pPr>
            <a:r>
              <a:rPr lang="en-US" sz="1150" dirty="0">
                <a:solidFill>
                  <a:srgbClr val="000000"/>
                </a:solidFill>
                <a:latin typeface="Calibri" pitchFamily="34" charset="0"/>
                <a:ea typeface="Calibri" pitchFamily="34" charset="-122"/>
                <a:cs typeface="Calibri" pitchFamily="34" charset="-120"/>
              </a:rPr>
              <a:t>4 recorded sessions in total, each producing its own timestamped CSV</a:t>
            </a:r>
            <a:endParaRPr lang="en-US" sz="1150" dirty="0"/>
          </a:p>
        </p:txBody>
      </p:sp>
      <p:pic>
        <p:nvPicPr>
          <p:cNvPr id="10" name="Picture 9">
            <a:extLst>
              <a:ext uri="{FF2B5EF4-FFF2-40B4-BE49-F238E27FC236}">
                <a16:creationId xmlns:a16="http://schemas.microsoft.com/office/drawing/2014/main" id="{E8C9A66C-7F5F-F0A9-69E2-46ABEC3E3222}"/>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Repository &amp; Quick Start</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The project runs locally end-to-end — not just slides</a:t>
            </a:r>
            <a:endParaRPr lang="en-US" sz="1400" dirty="0"/>
          </a:p>
        </p:txBody>
      </p:sp>
      <p:sp>
        <p:nvSpPr>
          <p:cNvPr id="4" name="Shape 2"/>
          <p:cNvSpPr/>
          <p:nvPr/>
        </p:nvSpPr>
        <p:spPr>
          <a:xfrm>
            <a:off x="548640" y="1600200"/>
            <a:ext cx="5212080" cy="4434840"/>
          </a:xfrm>
          <a:prstGeom prst="roundRect">
            <a:avLst>
              <a:gd name="adj" fmla="val 1649"/>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777240" y="1783080"/>
            <a:ext cx="4754880" cy="292608"/>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PROJECT LAYOUT</a:t>
            </a:r>
            <a:endParaRPr lang="en-US" sz="1300" dirty="0"/>
          </a:p>
        </p:txBody>
      </p:sp>
      <p:sp>
        <p:nvSpPr>
          <p:cNvPr id="6" name="Text 4"/>
          <p:cNvSpPr/>
          <p:nvPr/>
        </p:nvSpPr>
        <p:spPr>
          <a:xfrm>
            <a:off x="777240" y="2148840"/>
            <a:ext cx="4754880" cy="3749040"/>
          </a:xfrm>
          <a:prstGeom prst="rect">
            <a:avLst/>
          </a:prstGeom>
          <a:noFill/>
          <a:ln/>
        </p:spPr>
        <p:txBody>
          <a:bodyPr wrap="square" rtlCol="0" anchor="ctr"/>
          <a:lstStyle/>
          <a:p>
            <a:pPr marL="342900" indent="-342900">
              <a:lnSpc>
                <a:spcPts val="1400"/>
              </a:lnSpc>
              <a:spcAft>
                <a:spcPts val="800"/>
              </a:spcAft>
              <a:buSzPct val="100000"/>
              <a:buChar char="•"/>
            </a:pPr>
            <a:r>
              <a:rPr lang="en-US" sz="1100" dirty="0">
                <a:solidFill>
                  <a:srgbClr val="000000"/>
                </a:solidFill>
                <a:latin typeface="Consolas" pitchFamily="34" charset="0"/>
                <a:ea typeface="Consolas" pitchFamily="34" charset="-122"/>
                <a:cs typeface="Consolas" pitchFamily="34" charset="-120"/>
              </a:rPr>
              <a:t>src/  — detection, tracking, analytics, visualization, api, config</a:t>
            </a:r>
            <a:endParaRPr lang="en-US" sz="1100" dirty="0"/>
          </a:p>
          <a:p>
            <a:pPr marL="342900" indent="-342900">
              <a:lnSpc>
                <a:spcPts val="1400"/>
              </a:lnSpc>
              <a:spcAft>
                <a:spcPts val="800"/>
              </a:spcAft>
              <a:buSzPct val="100000"/>
              <a:buChar char="•"/>
            </a:pPr>
            <a:r>
              <a:rPr lang="en-US" sz="1100" dirty="0">
                <a:solidFill>
                  <a:srgbClr val="000000"/>
                </a:solidFill>
                <a:latin typeface="Consolas" pitchFamily="34" charset="0"/>
                <a:ea typeface="Consolas" pitchFamily="34" charset="-122"/>
                <a:cs typeface="Consolas" pitchFamily="34" charset="-120"/>
              </a:rPr>
              <a:t>dashboard/app.py  — Streamlit reporting dashboard</a:t>
            </a:r>
            <a:endParaRPr lang="en-US" sz="1100" dirty="0"/>
          </a:p>
          <a:p>
            <a:pPr marL="342900" indent="-342900">
              <a:lnSpc>
                <a:spcPts val="1400"/>
              </a:lnSpc>
              <a:spcAft>
                <a:spcPts val="800"/>
              </a:spcAft>
              <a:buSzPct val="100000"/>
              <a:buChar char="•"/>
            </a:pPr>
            <a:r>
              <a:rPr lang="en-US" sz="1100" dirty="0">
                <a:solidFill>
                  <a:srgbClr val="000000"/>
                </a:solidFill>
                <a:latin typeface="Consolas" pitchFamily="34" charset="0"/>
                <a:ea typeface="Consolas" pitchFamily="34" charset="-122"/>
                <a:cs typeface="Consolas" pitchFamily="34" charset="-120"/>
              </a:rPr>
              <a:t>database/  — SQLAlchemy models &amp; engine</a:t>
            </a:r>
            <a:endParaRPr lang="en-US" sz="1100" dirty="0"/>
          </a:p>
          <a:p>
            <a:pPr marL="342900" indent="-342900">
              <a:lnSpc>
                <a:spcPts val="1400"/>
              </a:lnSpc>
              <a:spcAft>
                <a:spcPts val="800"/>
              </a:spcAft>
              <a:buSzPct val="100000"/>
              <a:buChar char="•"/>
            </a:pPr>
            <a:r>
              <a:rPr lang="en-US" sz="1100" dirty="0">
                <a:solidFill>
                  <a:srgbClr val="000000"/>
                </a:solidFill>
                <a:latin typeface="Consolas" pitchFamily="34" charset="0"/>
                <a:ea typeface="Consolas" pitchFamily="34" charset="-122"/>
                <a:cs typeface="Consolas" pitchFamily="34" charset="-120"/>
              </a:rPr>
              <a:t>configs/  — settings.yaml, tracker.yaml</a:t>
            </a:r>
            <a:endParaRPr lang="en-US" sz="1100" dirty="0"/>
          </a:p>
          <a:p>
            <a:pPr marL="342900" indent="-342900">
              <a:lnSpc>
                <a:spcPts val="1400"/>
              </a:lnSpc>
              <a:spcAft>
                <a:spcPts val="800"/>
              </a:spcAft>
              <a:buSzPct val="100000"/>
              <a:buChar char="•"/>
            </a:pPr>
            <a:r>
              <a:rPr lang="en-US" sz="1100" dirty="0">
                <a:solidFill>
                  <a:srgbClr val="000000"/>
                </a:solidFill>
                <a:latin typeface="Consolas" pitchFamily="34" charset="0"/>
                <a:ea typeface="Consolas" pitchFamily="34" charset="-122"/>
                <a:cs typeface="Consolas" pitchFamily="34" charset="-120"/>
              </a:rPr>
              <a:t>reports/  — auto-exported session CSVs</a:t>
            </a:r>
            <a:endParaRPr lang="en-US" sz="1100" dirty="0"/>
          </a:p>
          <a:p>
            <a:pPr marL="342900" indent="-342900">
              <a:lnSpc>
                <a:spcPts val="1400"/>
              </a:lnSpc>
              <a:spcAft>
                <a:spcPts val="800"/>
              </a:spcAft>
              <a:buSzPct val="100000"/>
              <a:buChar char="•"/>
            </a:pPr>
            <a:r>
              <a:rPr lang="en-US" sz="1100" dirty="0">
                <a:solidFill>
                  <a:srgbClr val="000000"/>
                </a:solidFill>
                <a:latin typeface="Consolas" pitchFamily="34" charset="0"/>
                <a:ea typeface="Consolas" pitchFamily="34" charset="-122"/>
                <a:cs typeface="Consolas" pitchFamily="34" charset="-120"/>
              </a:rPr>
              <a:t>captures/, outputs/  — saved screenshots &amp; recordings</a:t>
            </a:r>
            <a:endParaRPr lang="en-US" sz="1100" dirty="0"/>
          </a:p>
          <a:p>
            <a:pPr marL="342900" indent="-342900">
              <a:lnSpc>
                <a:spcPts val="1400"/>
              </a:lnSpc>
              <a:spcAft>
                <a:spcPts val="800"/>
              </a:spcAft>
              <a:buSzPct val="100000"/>
              <a:buChar char="•"/>
            </a:pPr>
            <a:r>
              <a:rPr lang="en-US" sz="1100" dirty="0">
                <a:solidFill>
                  <a:srgbClr val="000000"/>
                </a:solidFill>
                <a:latin typeface="Consolas" pitchFamily="34" charset="0"/>
                <a:ea typeface="Consolas" pitchFamily="34" charset="-122"/>
                <a:cs typeface="Consolas" pitchFamily="34" charset="-120"/>
              </a:rPr>
              <a:t>docker/  — Dockerfile &amp; docker-compose for containerised runs</a:t>
            </a:r>
            <a:endParaRPr lang="en-US" sz="1100" dirty="0"/>
          </a:p>
        </p:txBody>
      </p:sp>
      <p:sp>
        <p:nvSpPr>
          <p:cNvPr id="7" name="Shape 5"/>
          <p:cNvSpPr/>
          <p:nvPr/>
        </p:nvSpPr>
        <p:spPr>
          <a:xfrm>
            <a:off x="6035040" y="1600200"/>
            <a:ext cx="5577840" cy="4434840"/>
          </a:xfrm>
          <a:prstGeom prst="roundRect">
            <a:avLst>
              <a:gd name="adj" fmla="val 1649"/>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6263640" y="1783080"/>
            <a:ext cx="5120640" cy="292608"/>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QUICK START</a:t>
            </a:r>
            <a:endParaRPr lang="en-US" sz="1300" dirty="0"/>
          </a:p>
        </p:txBody>
      </p:sp>
      <p:sp>
        <p:nvSpPr>
          <p:cNvPr id="9" name="Shape 7"/>
          <p:cNvSpPr/>
          <p:nvPr/>
        </p:nvSpPr>
        <p:spPr>
          <a:xfrm>
            <a:off x="6263640" y="2194560"/>
            <a:ext cx="365760" cy="365760"/>
          </a:xfrm>
          <a:prstGeom prst="ellipse">
            <a:avLst/>
          </a:prstGeom>
          <a:solidFill>
            <a:srgbClr val="6997AF"/>
          </a:solidFill>
          <a:ln/>
        </p:spPr>
      </p:sp>
      <p:sp>
        <p:nvSpPr>
          <p:cNvPr id="10" name="Text 8"/>
          <p:cNvSpPr/>
          <p:nvPr/>
        </p:nvSpPr>
        <p:spPr>
          <a:xfrm>
            <a:off x="6263640" y="2194560"/>
            <a:ext cx="365760" cy="36576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6766560" y="2194560"/>
            <a:ext cx="4663440" cy="457200"/>
          </a:xfrm>
          <a:prstGeom prst="rect">
            <a:avLst/>
          </a:prstGeom>
          <a:noFill/>
          <a:ln/>
        </p:spPr>
        <p:txBody>
          <a:bodyPr wrap="square" rtlCol="0" anchor="ctr"/>
          <a:lstStyle/>
          <a:p>
            <a:pPr marL="0" indent="0">
              <a:buNone/>
            </a:pPr>
            <a:r>
              <a:rPr lang="en-US" sz="1150" dirty="0">
                <a:solidFill>
                  <a:srgbClr val="000000"/>
                </a:solidFill>
                <a:latin typeface="Consolas" pitchFamily="34" charset="0"/>
                <a:ea typeface="Consolas" pitchFamily="34" charset="-122"/>
                <a:cs typeface="Consolas" pitchFamily="34" charset="-120"/>
              </a:rPr>
              <a:t>pip install -r requirements.txt</a:t>
            </a:r>
            <a:endParaRPr lang="en-US" sz="1150" dirty="0"/>
          </a:p>
        </p:txBody>
      </p:sp>
      <p:sp>
        <p:nvSpPr>
          <p:cNvPr id="12" name="Shape 10"/>
          <p:cNvSpPr/>
          <p:nvPr/>
        </p:nvSpPr>
        <p:spPr>
          <a:xfrm>
            <a:off x="6263640" y="2880360"/>
            <a:ext cx="365760" cy="365760"/>
          </a:xfrm>
          <a:prstGeom prst="ellipse">
            <a:avLst/>
          </a:prstGeom>
          <a:solidFill>
            <a:srgbClr val="6997AF"/>
          </a:solidFill>
          <a:ln/>
        </p:spPr>
      </p:sp>
      <p:sp>
        <p:nvSpPr>
          <p:cNvPr id="13" name="Text 11"/>
          <p:cNvSpPr/>
          <p:nvPr/>
        </p:nvSpPr>
        <p:spPr>
          <a:xfrm>
            <a:off x="6263640" y="2880360"/>
            <a:ext cx="365760" cy="36576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6766560" y="2880360"/>
            <a:ext cx="4663440" cy="457200"/>
          </a:xfrm>
          <a:prstGeom prst="rect">
            <a:avLst/>
          </a:prstGeom>
          <a:noFill/>
          <a:ln/>
        </p:spPr>
        <p:txBody>
          <a:bodyPr wrap="square" rtlCol="0" anchor="ctr"/>
          <a:lstStyle/>
          <a:p>
            <a:pPr marL="0" indent="0">
              <a:buNone/>
            </a:pPr>
            <a:r>
              <a:rPr lang="en-US" sz="1150" dirty="0">
                <a:solidFill>
                  <a:srgbClr val="000000"/>
                </a:solidFill>
                <a:latin typeface="Consolas" pitchFamily="34" charset="0"/>
                <a:ea typeface="Consolas" pitchFamily="34" charset="-122"/>
                <a:cs typeface="Consolas" pitchFamily="34" charset="-120"/>
              </a:rPr>
              <a:t>python run.py       # launches the live webcam pipeline</a:t>
            </a:r>
            <a:endParaRPr lang="en-US" sz="1150" dirty="0"/>
          </a:p>
        </p:txBody>
      </p:sp>
      <p:sp>
        <p:nvSpPr>
          <p:cNvPr id="15" name="Shape 13"/>
          <p:cNvSpPr/>
          <p:nvPr/>
        </p:nvSpPr>
        <p:spPr>
          <a:xfrm>
            <a:off x="6263640" y="3566160"/>
            <a:ext cx="365760" cy="365760"/>
          </a:xfrm>
          <a:prstGeom prst="ellipse">
            <a:avLst/>
          </a:prstGeom>
          <a:solidFill>
            <a:srgbClr val="6997AF"/>
          </a:solidFill>
          <a:ln/>
        </p:spPr>
      </p:sp>
      <p:sp>
        <p:nvSpPr>
          <p:cNvPr id="16" name="Text 14"/>
          <p:cNvSpPr/>
          <p:nvPr/>
        </p:nvSpPr>
        <p:spPr>
          <a:xfrm>
            <a:off x="6263640" y="3566160"/>
            <a:ext cx="365760" cy="36576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6766560" y="3566160"/>
            <a:ext cx="4663440" cy="457200"/>
          </a:xfrm>
          <a:prstGeom prst="rect">
            <a:avLst/>
          </a:prstGeom>
          <a:noFill/>
          <a:ln/>
        </p:spPr>
        <p:txBody>
          <a:bodyPr wrap="square" rtlCol="0" anchor="ctr"/>
          <a:lstStyle/>
          <a:p>
            <a:pPr marL="0" indent="0">
              <a:buNone/>
            </a:pPr>
            <a:r>
              <a:rPr lang="en-US" sz="1150" dirty="0">
                <a:solidFill>
                  <a:srgbClr val="000000"/>
                </a:solidFill>
                <a:latin typeface="Consolas" pitchFamily="34" charset="0"/>
                <a:ea typeface="Consolas" pitchFamily="34" charset="-122"/>
                <a:cs typeface="Consolas" pitchFamily="34" charset="-120"/>
              </a:rPr>
              <a:t>streamlit run dashboard/app.py   # opens the reports dashboard</a:t>
            </a:r>
            <a:endParaRPr lang="en-US" sz="1150" dirty="0"/>
          </a:p>
        </p:txBody>
      </p:sp>
      <p:sp>
        <p:nvSpPr>
          <p:cNvPr id="18" name="Shape 16"/>
          <p:cNvSpPr/>
          <p:nvPr/>
        </p:nvSpPr>
        <p:spPr>
          <a:xfrm>
            <a:off x="6263640" y="4251960"/>
            <a:ext cx="365760" cy="365760"/>
          </a:xfrm>
          <a:prstGeom prst="ellipse">
            <a:avLst/>
          </a:prstGeom>
          <a:solidFill>
            <a:srgbClr val="6997AF"/>
          </a:solidFill>
          <a:ln/>
        </p:spPr>
      </p:sp>
      <p:sp>
        <p:nvSpPr>
          <p:cNvPr id="19" name="Text 17"/>
          <p:cNvSpPr/>
          <p:nvPr/>
        </p:nvSpPr>
        <p:spPr>
          <a:xfrm>
            <a:off x="6263640" y="4251960"/>
            <a:ext cx="365760" cy="36576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6766560" y="4251960"/>
            <a:ext cx="4663440" cy="457200"/>
          </a:xfrm>
          <a:prstGeom prst="rect">
            <a:avLst/>
          </a:prstGeom>
          <a:noFill/>
          <a:ln/>
        </p:spPr>
        <p:txBody>
          <a:bodyPr wrap="square" rtlCol="0" anchor="ctr"/>
          <a:lstStyle/>
          <a:p>
            <a:pPr marL="0" indent="0">
              <a:buNone/>
            </a:pPr>
            <a:r>
              <a:rPr lang="en-US" sz="1150" dirty="0">
                <a:solidFill>
                  <a:srgbClr val="000000"/>
                </a:solidFill>
                <a:latin typeface="Consolas" pitchFamily="34" charset="0"/>
                <a:ea typeface="Consolas" pitchFamily="34" charset="-122"/>
                <a:cs typeface="Consolas" pitchFamily="34" charset="-120"/>
              </a:rPr>
              <a:t>docker compose up   # optional containerised run</a:t>
            </a:r>
            <a:endParaRPr lang="en-US" sz="1150" dirty="0"/>
          </a:p>
        </p:txBody>
      </p:sp>
      <p:sp>
        <p:nvSpPr>
          <p:cNvPr id="21" name="Shape 19"/>
          <p:cNvSpPr/>
          <p:nvPr/>
        </p:nvSpPr>
        <p:spPr>
          <a:xfrm>
            <a:off x="6263640" y="4983480"/>
            <a:ext cx="5166360" cy="0"/>
          </a:xfrm>
          <a:prstGeom prst="line">
            <a:avLst/>
          </a:prstGeom>
          <a:noFill/>
          <a:ln w="12700">
            <a:solidFill>
              <a:srgbClr val="5D739A"/>
            </a:solidFill>
            <a:prstDash val="solid"/>
          </a:ln>
        </p:spPr>
      </p:sp>
      <p:sp>
        <p:nvSpPr>
          <p:cNvPr id="22" name="Text 20"/>
          <p:cNvSpPr/>
          <p:nvPr/>
        </p:nvSpPr>
        <p:spPr>
          <a:xfrm>
            <a:off x="6263640" y="5166360"/>
            <a:ext cx="5120640" cy="1371600"/>
          </a:xfrm>
          <a:prstGeom prst="rect">
            <a:avLst/>
          </a:prstGeom>
          <a:noFill/>
          <a:ln/>
        </p:spPr>
        <p:txBody>
          <a:bodyPr wrap="square" rtlCol="0" anchor="ctr"/>
          <a:lstStyle/>
          <a:p>
            <a:pPr marL="0" indent="0">
              <a:lnSpc>
                <a:spcPts val="1500"/>
              </a:lnSpc>
              <a:buNone/>
            </a:pPr>
            <a:r>
              <a:rPr lang="en-US" sz="1100" i="1" dirty="0">
                <a:solidFill>
                  <a:srgbClr val="5D739A"/>
                </a:solidFill>
                <a:latin typeface="Calibri" pitchFamily="34" charset="0"/>
                <a:ea typeface="Calibri" pitchFamily="34" charset="-122"/>
                <a:cs typeface="Calibri" pitchFamily="34" charset="-120"/>
              </a:rPr>
              <a:t>Config-driven, not hard-coded: camera, model, thresholds and line position all live in config/settings.py and configs/settings.yaml.</a:t>
            </a:r>
            <a:endParaRPr lang="en-US" sz="1100" dirty="0"/>
          </a:p>
        </p:txBody>
      </p:sp>
      <p:pic>
        <p:nvPicPr>
          <p:cNvPr id="25" name="Picture 24">
            <a:extLst>
              <a:ext uri="{FF2B5EF4-FFF2-40B4-BE49-F238E27FC236}">
                <a16:creationId xmlns:a16="http://schemas.microsoft.com/office/drawing/2014/main" id="{98F5D918-EDD3-4DB6-756C-28772D72C8AB}"/>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Testing and Validation</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Automated test scaffolding plus manual validation across real recorded sessions</a:t>
            </a:r>
            <a:endParaRPr lang="en-US" sz="1400" dirty="0"/>
          </a:p>
        </p:txBody>
      </p:sp>
      <p:sp>
        <p:nvSpPr>
          <p:cNvPr id="4" name="Shape 2"/>
          <p:cNvSpPr/>
          <p:nvPr/>
        </p:nvSpPr>
        <p:spPr>
          <a:xfrm>
            <a:off x="548640" y="1600200"/>
            <a:ext cx="5394960" cy="4434840"/>
          </a:xfrm>
          <a:prstGeom prst="roundRect">
            <a:avLst>
              <a:gd name="adj" fmla="val 1649"/>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777240" y="1783080"/>
            <a:ext cx="4937760" cy="292608"/>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AUTOMATED TESTS (pytest)</a:t>
            </a:r>
            <a:endParaRPr lang="en-US" sz="1300" dirty="0"/>
          </a:p>
        </p:txBody>
      </p:sp>
      <p:sp>
        <p:nvSpPr>
          <p:cNvPr id="6" name="Text 4"/>
          <p:cNvSpPr/>
          <p:nvPr/>
        </p:nvSpPr>
        <p:spPr>
          <a:xfrm>
            <a:off x="777240" y="2103120"/>
            <a:ext cx="4937760" cy="1463040"/>
          </a:xfrm>
          <a:prstGeom prst="rect">
            <a:avLst/>
          </a:prstGeom>
          <a:noFill/>
          <a:ln/>
        </p:spPr>
        <p:txBody>
          <a:bodyPr wrap="square" rtlCol="0" anchor="ctr"/>
          <a:lstStyle/>
          <a:p>
            <a:pPr marL="0" indent="0">
              <a:lnSpc>
                <a:spcPts val="1600"/>
              </a:lnSpc>
              <a:buNone/>
            </a:pPr>
            <a:r>
              <a:rPr lang="en-US" sz="1150" dirty="0">
                <a:solidFill>
                  <a:srgbClr val="000000"/>
                </a:solidFill>
                <a:latin typeface="Calibri" pitchFamily="34" charset="0"/>
                <a:ea typeface="Calibri" pitchFamily="34" charset="-122"/>
                <a:cs typeface="Calibri" pitchFamily="34" charset="-120"/>
              </a:rPr>
              <a:t>src/tests/ currently holds import-level smoke tests for the detector, tracker and API modules — confirming every core module loads cleanly. This scaffolding is the entry point for the deeper unit and integration tests planned next (see Future Scope).</a:t>
            </a:r>
            <a:endParaRPr lang="en-US" sz="1150" dirty="0"/>
          </a:p>
        </p:txBody>
      </p:sp>
      <p:sp>
        <p:nvSpPr>
          <p:cNvPr id="7" name="Text 5"/>
          <p:cNvSpPr/>
          <p:nvPr/>
        </p:nvSpPr>
        <p:spPr>
          <a:xfrm>
            <a:off x="777240" y="3703320"/>
            <a:ext cx="2194560" cy="310896"/>
          </a:xfrm>
          <a:prstGeom prst="rect">
            <a:avLst/>
          </a:prstGeom>
          <a:noFill/>
          <a:ln/>
        </p:spPr>
        <p:txBody>
          <a:bodyPr wrap="square" rtlCol="0" anchor="ctr"/>
          <a:lstStyle/>
          <a:p>
            <a:pPr marL="0" indent="0">
              <a:buNone/>
            </a:pPr>
            <a:r>
              <a:rPr lang="en-US" sz="1050" dirty="0">
                <a:solidFill>
                  <a:srgbClr val="6997AF"/>
                </a:solidFill>
                <a:latin typeface="Consolas" pitchFamily="34" charset="0"/>
                <a:ea typeface="Consolas" pitchFamily="34" charset="-122"/>
                <a:cs typeface="Consolas" pitchFamily="34" charset="-120"/>
              </a:rPr>
              <a:t>test_detector.py</a:t>
            </a:r>
            <a:endParaRPr lang="en-US" sz="1050" dirty="0"/>
          </a:p>
        </p:txBody>
      </p:sp>
      <p:sp>
        <p:nvSpPr>
          <p:cNvPr id="8" name="Text 6"/>
          <p:cNvSpPr/>
          <p:nvPr/>
        </p:nvSpPr>
        <p:spPr>
          <a:xfrm>
            <a:off x="3017520" y="3703320"/>
            <a:ext cx="2743200" cy="310896"/>
          </a:xfrm>
          <a:prstGeom prst="rect">
            <a:avLst/>
          </a:prstGeom>
          <a:noFill/>
          <a:ln/>
        </p:spPr>
        <p:txBody>
          <a:bodyPr wrap="square" rtlCol="0" anchor="ctr"/>
          <a:lstStyle/>
          <a:p>
            <a:pPr marL="0" indent="0">
              <a:buNone/>
            </a:pPr>
            <a:r>
              <a:rPr lang="en-US" sz="1000" dirty="0">
                <a:solidFill>
                  <a:srgbClr val="5D739A"/>
                </a:solidFill>
                <a:latin typeface="Calibri" pitchFamily="34" charset="0"/>
                <a:ea typeface="Calibri" pitchFamily="34" charset="-122"/>
                <a:cs typeface="Calibri" pitchFamily="34" charset="-120"/>
              </a:rPr>
              <a:t>YOLOv8n loads &amp; module imports cleanly</a:t>
            </a:r>
            <a:endParaRPr lang="en-US" sz="1000" dirty="0"/>
          </a:p>
        </p:txBody>
      </p:sp>
      <p:sp>
        <p:nvSpPr>
          <p:cNvPr id="9" name="Text 7"/>
          <p:cNvSpPr/>
          <p:nvPr/>
        </p:nvSpPr>
        <p:spPr>
          <a:xfrm>
            <a:off x="777240" y="4087368"/>
            <a:ext cx="2194560" cy="310896"/>
          </a:xfrm>
          <a:prstGeom prst="rect">
            <a:avLst/>
          </a:prstGeom>
          <a:noFill/>
          <a:ln/>
        </p:spPr>
        <p:txBody>
          <a:bodyPr wrap="square" rtlCol="0" anchor="ctr"/>
          <a:lstStyle/>
          <a:p>
            <a:pPr marL="0" indent="0">
              <a:buNone/>
            </a:pPr>
            <a:r>
              <a:rPr lang="en-US" sz="1050" dirty="0">
                <a:solidFill>
                  <a:srgbClr val="6997AF"/>
                </a:solidFill>
                <a:latin typeface="Consolas" pitchFamily="34" charset="0"/>
                <a:ea typeface="Consolas" pitchFamily="34" charset="-122"/>
                <a:cs typeface="Consolas" pitchFamily="34" charset="-120"/>
              </a:rPr>
              <a:t>test_tracker.py</a:t>
            </a:r>
            <a:endParaRPr lang="en-US" sz="1050" dirty="0"/>
          </a:p>
        </p:txBody>
      </p:sp>
      <p:sp>
        <p:nvSpPr>
          <p:cNvPr id="10" name="Text 8"/>
          <p:cNvSpPr/>
          <p:nvPr/>
        </p:nvSpPr>
        <p:spPr>
          <a:xfrm>
            <a:off x="3017520" y="4087368"/>
            <a:ext cx="2743200" cy="310896"/>
          </a:xfrm>
          <a:prstGeom prst="rect">
            <a:avLst/>
          </a:prstGeom>
          <a:noFill/>
          <a:ln/>
        </p:spPr>
        <p:txBody>
          <a:bodyPr wrap="square" rtlCol="0" anchor="ctr"/>
          <a:lstStyle/>
          <a:p>
            <a:pPr marL="0" indent="0">
              <a:buNone/>
            </a:pPr>
            <a:r>
              <a:rPr lang="en-US" sz="1000" dirty="0">
                <a:solidFill>
                  <a:srgbClr val="5D739A"/>
                </a:solidFill>
                <a:latin typeface="Calibri" pitchFamily="34" charset="0"/>
                <a:ea typeface="Calibri" pitchFamily="34" charset="-122"/>
                <a:cs typeface="Calibri" pitchFamily="34" charset="-120"/>
              </a:rPr>
              <a:t>ByteTrack tracker module imports cleanly</a:t>
            </a:r>
            <a:endParaRPr lang="en-US" sz="1000" dirty="0"/>
          </a:p>
        </p:txBody>
      </p:sp>
      <p:sp>
        <p:nvSpPr>
          <p:cNvPr id="11" name="Text 9"/>
          <p:cNvSpPr/>
          <p:nvPr/>
        </p:nvSpPr>
        <p:spPr>
          <a:xfrm>
            <a:off x="777240" y="4471416"/>
            <a:ext cx="2194560" cy="310896"/>
          </a:xfrm>
          <a:prstGeom prst="rect">
            <a:avLst/>
          </a:prstGeom>
          <a:noFill/>
          <a:ln/>
        </p:spPr>
        <p:txBody>
          <a:bodyPr wrap="square" rtlCol="0" anchor="ctr"/>
          <a:lstStyle/>
          <a:p>
            <a:pPr marL="0" indent="0">
              <a:buNone/>
            </a:pPr>
            <a:r>
              <a:rPr lang="en-US" sz="1050" dirty="0">
                <a:solidFill>
                  <a:srgbClr val="6997AF"/>
                </a:solidFill>
                <a:latin typeface="Consolas" pitchFamily="34" charset="0"/>
                <a:ea typeface="Consolas" pitchFamily="34" charset="-122"/>
                <a:cs typeface="Consolas" pitchFamily="34" charset="-120"/>
              </a:rPr>
              <a:t>test_counter.py</a:t>
            </a:r>
            <a:endParaRPr lang="en-US" sz="1050" dirty="0"/>
          </a:p>
        </p:txBody>
      </p:sp>
      <p:sp>
        <p:nvSpPr>
          <p:cNvPr id="12" name="Text 10"/>
          <p:cNvSpPr/>
          <p:nvPr/>
        </p:nvSpPr>
        <p:spPr>
          <a:xfrm>
            <a:off x="3017520" y="4471416"/>
            <a:ext cx="2743200" cy="310896"/>
          </a:xfrm>
          <a:prstGeom prst="rect">
            <a:avLst/>
          </a:prstGeom>
          <a:noFill/>
          <a:ln/>
        </p:spPr>
        <p:txBody>
          <a:bodyPr wrap="square" rtlCol="0" anchor="ctr"/>
          <a:lstStyle/>
          <a:p>
            <a:pPr marL="0" indent="0">
              <a:buNone/>
            </a:pPr>
            <a:r>
              <a:rPr lang="en-US" sz="1000" dirty="0">
                <a:solidFill>
                  <a:srgbClr val="5D739A"/>
                </a:solidFill>
                <a:latin typeface="Calibri" pitchFamily="34" charset="0"/>
                <a:ea typeface="Calibri" pitchFamily="34" charset="-122"/>
                <a:cs typeface="Calibri" pitchFamily="34" charset="-120"/>
              </a:rPr>
              <a:t>Analytics/counter module imports cleanly</a:t>
            </a:r>
            <a:endParaRPr lang="en-US" sz="1000" dirty="0"/>
          </a:p>
        </p:txBody>
      </p:sp>
      <p:sp>
        <p:nvSpPr>
          <p:cNvPr id="13" name="Text 11"/>
          <p:cNvSpPr/>
          <p:nvPr/>
        </p:nvSpPr>
        <p:spPr>
          <a:xfrm>
            <a:off x="777240" y="4855464"/>
            <a:ext cx="2194560" cy="310896"/>
          </a:xfrm>
          <a:prstGeom prst="rect">
            <a:avLst/>
          </a:prstGeom>
          <a:noFill/>
          <a:ln/>
        </p:spPr>
        <p:txBody>
          <a:bodyPr wrap="square" rtlCol="0" anchor="ctr"/>
          <a:lstStyle/>
          <a:p>
            <a:pPr marL="0" indent="0">
              <a:buNone/>
            </a:pPr>
            <a:r>
              <a:rPr lang="en-US" sz="1050" dirty="0">
                <a:solidFill>
                  <a:srgbClr val="6997AF"/>
                </a:solidFill>
                <a:latin typeface="Consolas" pitchFamily="34" charset="0"/>
                <a:ea typeface="Consolas" pitchFamily="34" charset="-122"/>
                <a:cs typeface="Consolas" pitchFamily="34" charset="-120"/>
              </a:rPr>
              <a:t>test_api.py</a:t>
            </a:r>
            <a:endParaRPr lang="en-US" sz="1050" dirty="0"/>
          </a:p>
        </p:txBody>
      </p:sp>
      <p:sp>
        <p:nvSpPr>
          <p:cNvPr id="14" name="Text 12"/>
          <p:cNvSpPr/>
          <p:nvPr/>
        </p:nvSpPr>
        <p:spPr>
          <a:xfrm>
            <a:off x="3017520" y="4855464"/>
            <a:ext cx="2743200" cy="310896"/>
          </a:xfrm>
          <a:prstGeom prst="rect">
            <a:avLst/>
          </a:prstGeom>
          <a:noFill/>
          <a:ln/>
        </p:spPr>
        <p:txBody>
          <a:bodyPr wrap="square" rtlCol="0" anchor="ctr"/>
          <a:lstStyle/>
          <a:p>
            <a:pPr marL="0" indent="0">
              <a:buNone/>
            </a:pPr>
            <a:r>
              <a:rPr lang="en-US" sz="1000" dirty="0">
                <a:solidFill>
                  <a:srgbClr val="5D739A"/>
                </a:solidFill>
                <a:latin typeface="Calibri" pitchFamily="34" charset="0"/>
                <a:ea typeface="Calibri" pitchFamily="34" charset="-122"/>
                <a:cs typeface="Calibri" pitchFamily="34" charset="-120"/>
              </a:rPr>
              <a:t>FastAPI app module imports cleanly</a:t>
            </a:r>
            <a:endParaRPr lang="en-US" sz="1000" dirty="0"/>
          </a:p>
        </p:txBody>
      </p:sp>
      <p:sp>
        <p:nvSpPr>
          <p:cNvPr id="15" name="Shape 13"/>
          <p:cNvSpPr/>
          <p:nvPr/>
        </p:nvSpPr>
        <p:spPr>
          <a:xfrm>
            <a:off x="6126480" y="1600200"/>
            <a:ext cx="5486400" cy="4434840"/>
          </a:xfrm>
          <a:prstGeom prst="roundRect">
            <a:avLst>
              <a:gd name="adj" fmla="val 1649"/>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6" name="Text 14"/>
          <p:cNvSpPr/>
          <p:nvPr/>
        </p:nvSpPr>
        <p:spPr>
          <a:xfrm>
            <a:off x="6355080" y="1783080"/>
            <a:ext cx="5029200" cy="292608"/>
          </a:xfrm>
          <a:prstGeom prst="rect">
            <a:avLst/>
          </a:prstGeom>
          <a:noFill/>
          <a:ln/>
        </p:spPr>
        <p:txBody>
          <a:bodyPr wrap="square" rtlCol="0" anchor="ctr"/>
          <a:lstStyle/>
          <a:p>
            <a:pPr marL="0" indent="0">
              <a:buNone/>
            </a:pPr>
            <a:r>
              <a:rPr lang="en-US" sz="1300" b="1" dirty="0">
                <a:solidFill>
                  <a:srgbClr val="6997AF"/>
                </a:solidFill>
                <a:latin typeface="Calibri" pitchFamily="34" charset="0"/>
                <a:ea typeface="Calibri" pitchFamily="34" charset="-122"/>
                <a:cs typeface="Calibri" pitchFamily="34" charset="-120"/>
              </a:rPr>
              <a:t>MANUAL VALIDATION — LIVE SESSIONS</a:t>
            </a:r>
            <a:endParaRPr lang="en-US" sz="1300" dirty="0"/>
          </a:p>
        </p:txBody>
      </p:sp>
      <p:sp>
        <p:nvSpPr>
          <p:cNvPr id="17" name="Text 15"/>
          <p:cNvSpPr/>
          <p:nvPr/>
        </p:nvSpPr>
        <p:spPr>
          <a:xfrm>
            <a:off x="6355080" y="2103120"/>
            <a:ext cx="5029200" cy="1005840"/>
          </a:xfrm>
          <a:prstGeom prst="rect">
            <a:avLst/>
          </a:prstGeom>
          <a:noFill/>
          <a:ln/>
        </p:spPr>
        <p:txBody>
          <a:bodyPr wrap="square" rtlCol="0" anchor="ctr"/>
          <a:lstStyle/>
          <a:p>
            <a:pPr marL="0" indent="0">
              <a:lnSpc>
                <a:spcPts val="1500"/>
              </a:lnSpc>
              <a:buNone/>
            </a:pPr>
            <a:r>
              <a:rPr lang="en-US" sz="1150" dirty="0">
                <a:solidFill>
                  <a:srgbClr val="000000"/>
                </a:solidFill>
                <a:latin typeface="Calibri" pitchFamily="34" charset="0"/>
                <a:ea typeface="Calibri" pitchFamily="34" charset="-122"/>
                <a:cs typeface="Calibri" pitchFamily="34" charset="-120"/>
              </a:rPr>
              <a:t>Beyond unit tests, the pipeline was run and validated live against a real webcam across 4 independent sessions, with every run's metrics captured automatically by ReportExporter rather than eyeballed:</a:t>
            </a:r>
            <a:endParaRPr lang="en-US" sz="1150" dirty="0"/>
          </a:p>
        </p:txBody>
      </p:sp>
      <p:sp>
        <p:nvSpPr>
          <p:cNvPr id="18" name="Text 16"/>
          <p:cNvSpPr/>
          <p:nvPr/>
        </p:nvSpPr>
        <p:spPr>
          <a:xfrm>
            <a:off x="6355080" y="3200400"/>
            <a:ext cx="5029200" cy="2743200"/>
          </a:xfrm>
          <a:prstGeom prst="rect">
            <a:avLst/>
          </a:prstGeom>
          <a:noFill/>
          <a:ln/>
        </p:spPr>
        <p:txBody>
          <a:bodyPr wrap="square" rtlCol="0" anchor="ctr"/>
          <a:lstStyle/>
          <a:p>
            <a:pPr marL="342900" indent="-342900">
              <a:lnSpc>
                <a:spcPts val="1500"/>
              </a:lnSpc>
              <a:spcAft>
                <a:spcPts val="900"/>
              </a:spcAft>
              <a:buSzPct val="100000"/>
              <a:buChar char="•"/>
            </a:pPr>
            <a:r>
              <a:rPr lang="en-US" sz="1100" dirty="0">
                <a:solidFill>
                  <a:srgbClr val="000000"/>
                </a:solidFill>
                <a:latin typeface="Calibri" pitchFamily="34" charset="0"/>
                <a:ea typeface="Calibri" pitchFamily="34" charset="-122"/>
                <a:cs typeface="Calibri" pitchFamily="34" charset="-120"/>
              </a:rPr>
              <a:t>Detection confirmed across varying object counts (2–4 simultaneous)</a:t>
            </a:r>
            <a:endParaRPr lang="en-US" sz="1100" dirty="0"/>
          </a:p>
          <a:p>
            <a:pPr marL="342900" indent="-342900">
              <a:lnSpc>
                <a:spcPts val="1500"/>
              </a:lnSpc>
              <a:spcAft>
                <a:spcPts val="900"/>
              </a:spcAft>
              <a:buSzPct val="100000"/>
              <a:buChar char="•"/>
            </a:pPr>
            <a:r>
              <a:rPr lang="en-US" sz="1100" dirty="0">
                <a:solidFill>
                  <a:srgbClr val="000000"/>
                </a:solidFill>
                <a:latin typeface="Calibri" pitchFamily="34" charset="0"/>
                <a:ea typeface="Calibri" pitchFamily="34" charset="-122"/>
                <a:cs typeface="Calibri" pitchFamily="34" charset="-120"/>
              </a:rPr>
              <a:t>Tracking IDs remained stable long enough to compute direction &amp; speed</a:t>
            </a:r>
            <a:endParaRPr lang="en-US" sz="1100" dirty="0"/>
          </a:p>
          <a:p>
            <a:pPr marL="342900" indent="-342900">
              <a:lnSpc>
                <a:spcPts val="1500"/>
              </a:lnSpc>
              <a:spcAft>
                <a:spcPts val="900"/>
              </a:spcAft>
              <a:buSzPct val="100000"/>
              <a:buChar char="•"/>
            </a:pPr>
            <a:r>
              <a:rPr lang="en-US" sz="1100" dirty="0">
                <a:solidFill>
                  <a:srgbClr val="000000"/>
                </a:solidFill>
                <a:latin typeface="Calibri" pitchFamily="34" charset="0"/>
                <a:ea typeface="Calibri" pitchFamily="34" charset="-122"/>
                <a:cs typeface="Calibri" pitchFamily="34" charset="-120"/>
              </a:rPr>
              <a:t>Line-crossing counter validated against manual enter/exit counts</a:t>
            </a:r>
            <a:endParaRPr lang="en-US" sz="1100" dirty="0"/>
          </a:p>
          <a:p>
            <a:pPr marL="342900" indent="-342900">
              <a:lnSpc>
                <a:spcPts val="1500"/>
              </a:lnSpc>
              <a:spcAft>
                <a:spcPts val="900"/>
              </a:spcAft>
              <a:buSzPct val="100000"/>
              <a:buChar char="•"/>
            </a:pPr>
            <a:r>
              <a:rPr lang="en-US" sz="1100" dirty="0">
                <a:solidFill>
                  <a:srgbClr val="000000"/>
                </a:solidFill>
                <a:latin typeface="Calibri" pitchFamily="34" charset="0"/>
                <a:ea typeface="Calibri" pitchFamily="34" charset="-122"/>
                <a:cs typeface="Calibri" pitchFamily="34" charset="-120"/>
              </a:rPr>
              <a:t>CSV export verified to match the on-screen HUD at session end</a:t>
            </a:r>
            <a:endParaRPr lang="en-US" sz="1100" dirty="0"/>
          </a:p>
        </p:txBody>
      </p:sp>
      <p:pic>
        <p:nvPicPr>
          <p:cNvPr id="21" name="Picture 20">
            <a:extLst>
              <a:ext uri="{FF2B5EF4-FFF2-40B4-BE49-F238E27FC236}">
                <a16:creationId xmlns:a16="http://schemas.microsoft.com/office/drawing/2014/main" id="{E83F75E4-C8B2-0EA1-C94B-24E1DB860915}"/>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Methodology / Algorithms Used</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From detection-level CNN inference to rule-based motion analytics</a:t>
            </a:r>
            <a:endParaRPr lang="en-US" sz="1400" dirty="0"/>
          </a:p>
        </p:txBody>
      </p:sp>
      <p:sp>
        <p:nvSpPr>
          <p:cNvPr id="4" name="Shape 2"/>
          <p:cNvSpPr/>
          <p:nvPr/>
        </p:nvSpPr>
        <p:spPr>
          <a:xfrm>
            <a:off x="548640" y="1554480"/>
            <a:ext cx="5440680" cy="1371600"/>
          </a:xfrm>
          <a:prstGeom prst="roundRect">
            <a:avLst>
              <a:gd name="adj" fmla="val 5333"/>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749808" y="1682496"/>
            <a:ext cx="5038344"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YOLOv8n Object Detection</a:t>
            </a:r>
            <a:endParaRPr lang="en-US" sz="1250" dirty="0"/>
          </a:p>
        </p:txBody>
      </p:sp>
      <p:sp>
        <p:nvSpPr>
          <p:cNvPr id="6" name="Text 4"/>
          <p:cNvSpPr/>
          <p:nvPr/>
        </p:nvSpPr>
        <p:spPr>
          <a:xfrm>
            <a:off x="749808" y="1993392"/>
            <a:ext cx="5038344" cy="868680"/>
          </a:xfrm>
          <a:prstGeom prst="rect">
            <a:avLst/>
          </a:prstGeom>
          <a:noFill/>
          <a:ln/>
        </p:spPr>
        <p:txBody>
          <a:bodyPr wrap="square" rtlCol="0" anchor="ctr"/>
          <a:lstStyle/>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Single-stage CNN detector (ultralytics) run per frame; confidence-thresholded at 0.50 before boxes reach the tracker.</a:t>
            </a:r>
            <a:endParaRPr lang="en-US" sz="1050" dirty="0"/>
          </a:p>
        </p:txBody>
      </p:sp>
      <p:sp>
        <p:nvSpPr>
          <p:cNvPr id="7" name="Shape 5"/>
          <p:cNvSpPr/>
          <p:nvPr/>
        </p:nvSpPr>
        <p:spPr>
          <a:xfrm>
            <a:off x="6172200" y="1554480"/>
            <a:ext cx="5440680" cy="1371600"/>
          </a:xfrm>
          <a:prstGeom prst="roundRect">
            <a:avLst>
              <a:gd name="adj" fmla="val 5333"/>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6373368" y="1682496"/>
            <a:ext cx="5038344"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ByteTrack Association</a:t>
            </a:r>
            <a:endParaRPr lang="en-US" sz="1250" dirty="0"/>
          </a:p>
        </p:txBody>
      </p:sp>
      <p:sp>
        <p:nvSpPr>
          <p:cNvPr id="9" name="Text 7"/>
          <p:cNvSpPr/>
          <p:nvPr/>
        </p:nvSpPr>
        <p:spPr>
          <a:xfrm>
            <a:off x="6373368" y="1993392"/>
            <a:ext cx="5038344" cy="868680"/>
          </a:xfrm>
          <a:prstGeom prst="rect">
            <a:avLst/>
          </a:prstGeom>
          <a:noFill/>
          <a:ln/>
        </p:spPr>
        <p:txBody>
          <a:bodyPr wrap="square" rtlCol="0" anchor="ctr"/>
          <a:lstStyle/>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Associates detections across frames into persistent tracks using motion + IoU cues, exposed via model.track(persist=True).</a:t>
            </a:r>
            <a:endParaRPr lang="en-US" sz="1050" dirty="0"/>
          </a:p>
        </p:txBody>
      </p:sp>
      <p:sp>
        <p:nvSpPr>
          <p:cNvPr id="10" name="Shape 8"/>
          <p:cNvSpPr/>
          <p:nvPr/>
        </p:nvSpPr>
        <p:spPr>
          <a:xfrm>
            <a:off x="548640" y="3090672"/>
            <a:ext cx="5440680" cy="1371600"/>
          </a:xfrm>
          <a:prstGeom prst="roundRect">
            <a:avLst>
              <a:gd name="adj" fmla="val 5333"/>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11" name="Text 9"/>
          <p:cNvSpPr/>
          <p:nvPr/>
        </p:nvSpPr>
        <p:spPr>
          <a:xfrm>
            <a:off x="749808" y="3218688"/>
            <a:ext cx="5038344"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Exponential Moving Average</a:t>
            </a:r>
            <a:endParaRPr lang="en-US" sz="1250" dirty="0"/>
          </a:p>
        </p:txBody>
      </p:sp>
      <p:sp>
        <p:nvSpPr>
          <p:cNvPr id="12" name="Text 10"/>
          <p:cNvSpPr/>
          <p:nvPr/>
        </p:nvSpPr>
        <p:spPr>
          <a:xfrm>
            <a:off x="749808" y="3529584"/>
            <a:ext cx="5038344" cy="868680"/>
          </a:xfrm>
          <a:prstGeom prst="rect">
            <a:avLst/>
          </a:prstGeom>
          <a:noFill/>
          <a:ln/>
        </p:spPr>
        <p:txBody>
          <a:bodyPr wrap="square" rtlCol="0" anchor="ctr"/>
          <a:lstStyle/>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PositionSmoother blends the previous smoothed point and the new point with α = 0.70 to damp jitter in the drawn trail.</a:t>
            </a:r>
            <a:endParaRPr lang="en-US" sz="1050" dirty="0"/>
          </a:p>
        </p:txBody>
      </p:sp>
      <p:sp>
        <p:nvSpPr>
          <p:cNvPr id="13" name="Shape 11"/>
          <p:cNvSpPr/>
          <p:nvPr/>
        </p:nvSpPr>
        <p:spPr>
          <a:xfrm>
            <a:off x="6172200" y="3090672"/>
            <a:ext cx="5440680" cy="1371600"/>
          </a:xfrm>
          <a:prstGeom prst="roundRect">
            <a:avLst>
              <a:gd name="adj" fmla="val 5333"/>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14" name="Text 12"/>
          <p:cNvSpPr/>
          <p:nvPr/>
        </p:nvSpPr>
        <p:spPr>
          <a:xfrm>
            <a:off x="6373368" y="3218688"/>
            <a:ext cx="5038344"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Rule-Based Direction</a:t>
            </a:r>
            <a:endParaRPr lang="en-US" sz="1250" dirty="0"/>
          </a:p>
        </p:txBody>
      </p:sp>
      <p:sp>
        <p:nvSpPr>
          <p:cNvPr id="15" name="Text 13"/>
          <p:cNvSpPr/>
          <p:nvPr/>
        </p:nvSpPr>
        <p:spPr>
          <a:xfrm>
            <a:off x="6373368" y="3529584"/>
            <a:ext cx="5038344" cy="868680"/>
          </a:xfrm>
          <a:prstGeom prst="rect">
            <a:avLst/>
          </a:prstGeom>
          <a:noFill/>
          <a:ln/>
        </p:spPr>
        <p:txBody>
          <a:bodyPr wrap="square" rtlCol="0" anchor="ctr"/>
          <a:lstStyle/>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Compares position 10 frames apart against a 20px threshold on each axis to classify heading as N / S / E / W or Still.</a:t>
            </a:r>
            <a:endParaRPr lang="en-US" sz="1050" dirty="0"/>
          </a:p>
        </p:txBody>
      </p:sp>
      <p:sp>
        <p:nvSpPr>
          <p:cNvPr id="16" name="Shape 14"/>
          <p:cNvSpPr/>
          <p:nvPr/>
        </p:nvSpPr>
        <p:spPr>
          <a:xfrm>
            <a:off x="548640" y="4626864"/>
            <a:ext cx="5440680" cy="1371600"/>
          </a:xfrm>
          <a:prstGeom prst="roundRect">
            <a:avLst>
              <a:gd name="adj" fmla="val 5333"/>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17" name="Text 15"/>
          <p:cNvSpPr/>
          <p:nvPr/>
        </p:nvSpPr>
        <p:spPr>
          <a:xfrm>
            <a:off x="749808" y="4754880"/>
            <a:ext cx="5038344"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Calibrated Speed Estimation</a:t>
            </a:r>
            <a:endParaRPr lang="en-US" sz="1250" dirty="0"/>
          </a:p>
        </p:txBody>
      </p:sp>
      <p:sp>
        <p:nvSpPr>
          <p:cNvPr id="18" name="Text 16"/>
          <p:cNvSpPr/>
          <p:nvPr/>
        </p:nvSpPr>
        <p:spPr>
          <a:xfrm>
            <a:off x="749808" y="5065776"/>
            <a:ext cx="5038344" cy="868680"/>
          </a:xfrm>
          <a:prstGeom prst="rect">
            <a:avLst/>
          </a:prstGeom>
          <a:noFill/>
          <a:ln/>
        </p:spPr>
        <p:txBody>
          <a:bodyPr wrap="square" rtlCol="0" anchor="ctr"/>
          <a:lstStyle/>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CameraCalibrator converts a known real-world distance and its pixel-span into a pixels-per-metre ratio, used with elapsed time to estimate km/h.</a:t>
            </a:r>
            <a:endParaRPr lang="en-US" sz="1050" dirty="0"/>
          </a:p>
        </p:txBody>
      </p:sp>
      <p:sp>
        <p:nvSpPr>
          <p:cNvPr id="19" name="Shape 17"/>
          <p:cNvSpPr/>
          <p:nvPr/>
        </p:nvSpPr>
        <p:spPr>
          <a:xfrm>
            <a:off x="6172200" y="4626864"/>
            <a:ext cx="5440680" cy="1371600"/>
          </a:xfrm>
          <a:prstGeom prst="roundRect">
            <a:avLst>
              <a:gd name="adj" fmla="val 5333"/>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20" name="Text 18"/>
          <p:cNvSpPr/>
          <p:nvPr/>
        </p:nvSpPr>
        <p:spPr>
          <a:xfrm>
            <a:off x="6373368" y="4754880"/>
            <a:ext cx="5038344"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Zone-Based Line Crossing</a:t>
            </a:r>
            <a:endParaRPr lang="en-US" sz="1250" dirty="0"/>
          </a:p>
        </p:txBody>
      </p:sp>
      <p:sp>
        <p:nvSpPr>
          <p:cNvPr id="21" name="Text 19"/>
          <p:cNvSpPr/>
          <p:nvPr/>
        </p:nvSpPr>
        <p:spPr>
          <a:xfrm>
            <a:off x="6373368" y="5065776"/>
            <a:ext cx="5038344" cy="868680"/>
          </a:xfrm>
          <a:prstGeom prst="rect">
            <a:avLst/>
          </a:prstGeom>
          <a:noFill/>
          <a:ln/>
        </p:spPr>
        <p:txBody>
          <a:bodyPr wrap="square" rtlCol="0" anchor="ctr"/>
          <a:lstStyle/>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LineCounter tracks each object's side of a horizontal line with a ±30px buffer zone, requiring 5+ history points before confirming a crossing.</a:t>
            </a:r>
            <a:endParaRPr lang="en-US" sz="1050" dirty="0"/>
          </a:p>
        </p:txBody>
      </p:sp>
      <p:pic>
        <p:nvPicPr>
          <p:cNvPr id="24" name="Picture 23">
            <a:extLst>
              <a:ext uri="{FF2B5EF4-FFF2-40B4-BE49-F238E27FC236}">
                <a16:creationId xmlns:a16="http://schemas.microsoft.com/office/drawing/2014/main" id="{A4320BA1-5B6B-9F22-5C70-46065477A398}"/>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Tools and Technologies</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The stack behind detection, tracking, analytics and the dashboard</a:t>
            </a:r>
            <a:endParaRPr lang="en-US" sz="1400" dirty="0"/>
          </a:p>
        </p:txBody>
      </p:sp>
      <p:sp>
        <p:nvSpPr>
          <p:cNvPr id="4" name="Shape 2"/>
          <p:cNvSpPr/>
          <p:nvPr/>
        </p:nvSpPr>
        <p:spPr>
          <a:xfrm>
            <a:off x="548640" y="1600200"/>
            <a:ext cx="5440680" cy="1417320"/>
          </a:xfrm>
          <a:prstGeom prst="roundRect">
            <a:avLst>
              <a:gd name="adj" fmla="val 5161"/>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749808" y="1746504"/>
            <a:ext cx="5038344" cy="310896"/>
          </a:xfrm>
          <a:prstGeom prst="rect">
            <a:avLst/>
          </a:prstGeom>
          <a:noFill/>
          <a:ln/>
        </p:spPr>
        <p:txBody>
          <a:bodyPr wrap="square" rtlCol="0" anchor="ctr"/>
          <a:lstStyle/>
          <a:p>
            <a:pPr marL="0" indent="0">
              <a:buNone/>
            </a:pPr>
            <a:r>
              <a:rPr lang="en-US" sz="1300" b="1" dirty="0">
                <a:solidFill>
                  <a:srgbClr val="6997AF"/>
                </a:solidFill>
                <a:latin typeface="Calibri" pitchFamily="34" charset="0"/>
                <a:ea typeface="Calibri" pitchFamily="34" charset="-122"/>
                <a:cs typeface="Calibri" pitchFamily="34" charset="-120"/>
              </a:rPr>
              <a:t>Computer Vision &amp; Detection</a:t>
            </a:r>
            <a:endParaRPr lang="en-US" sz="1300" dirty="0"/>
          </a:p>
        </p:txBody>
      </p:sp>
      <p:sp>
        <p:nvSpPr>
          <p:cNvPr id="6" name="Text 4"/>
          <p:cNvSpPr/>
          <p:nvPr/>
        </p:nvSpPr>
        <p:spPr>
          <a:xfrm>
            <a:off x="749808" y="2103120"/>
            <a:ext cx="5038344" cy="822960"/>
          </a:xfrm>
          <a:prstGeom prst="rect">
            <a:avLst/>
          </a:prstGeom>
          <a:noFill/>
          <a:ln/>
        </p:spPr>
        <p:txBody>
          <a:bodyPr wrap="square" rtlCol="0" anchor="ctr"/>
          <a:lstStyle/>
          <a:p>
            <a:pPr marL="0" indent="0">
              <a:lnSpc>
                <a:spcPts val="1500"/>
              </a:lnSpc>
              <a:buNone/>
            </a:pPr>
            <a:r>
              <a:rPr lang="en-US" sz="1150" dirty="0">
                <a:solidFill>
                  <a:srgbClr val="000000"/>
                </a:solidFill>
                <a:latin typeface="Calibri" pitchFamily="34" charset="0"/>
                <a:ea typeface="Calibri" pitchFamily="34" charset="-122"/>
                <a:cs typeface="Calibri" pitchFamily="34" charset="-120"/>
              </a:rPr>
              <a:t>OpenCV (opencv-python) · Ultralytics YOLOv8 · PyTorch &amp; Torchvision</a:t>
            </a:r>
            <a:endParaRPr lang="en-US" sz="1150" dirty="0"/>
          </a:p>
        </p:txBody>
      </p:sp>
      <p:sp>
        <p:nvSpPr>
          <p:cNvPr id="7" name="Shape 5"/>
          <p:cNvSpPr/>
          <p:nvPr/>
        </p:nvSpPr>
        <p:spPr>
          <a:xfrm>
            <a:off x="6172200" y="1600200"/>
            <a:ext cx="5440680" cy="1417320"/>
          </a:xfrm>
          <a:prstGeom prst="roundRect">
            <a:avLst>
              <a:gd name="adj" fmla="val 5161"/>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6373368" y="1746504"/>
            <a:ext cx="5038344" cy="310896"/>
          </a:xfrm>
          <a:prstGeom prst="rect">
            <a:avLst/>
          </a:prstGeom>
          <a:noFill/>
          <a:ln/>
        </p:spPr>
        <p:txBody>
          <a:bodyPr wrap="square" rtlCol="0" anchor="ctr"/>
          <a:lstStyle/>
          <a:p>
            <a:pPr marL="0" indent="0">
              <a:buNone/>
            </a:pPr>
            <a:r>
              <a:rPr lang="en-US" sz="1300" b="1" dirty="0">
                <a:solidFill>
                  <a:srgbClr val="6997AF"/>
                </a:solidFill>
                <a:latin typeface="Calibri" pitchFamily="34" charset="0"/>
                <a:ea typeface="Calibri" pitchFamily="34" charset="-122"/>
                <a:cs typeface="Calibri" pitchFamily="34" charset="-120"/>
              </a:rPr>
              <a:t>Tracking</a:t>
            </a:r>
            <a:endParaRPr lang="en-US" sz="1300" dirty="0"/>
          </a:p>
        </p:txBody>
      </p:sp>
      <p:sp>
        <p:nvSpPr>
          <p:cNvPr id="9" name="Text 7"/>
          <p:cNvSpPr/>
          <p:nvPr/>
        </p:nvSpPr>
        <p:spPr>
          <a:xfrm>
            <a:off x="6373368" y="2103120"/>
            <a:ext cx="5038344" cy="822960"/>
          </a:xfrm>
          <a:prstGeom prst="rect">
            <a:avLst/>
          </a:prstGeom>
          <a:noFill/>
          <a:ln/>
        </p:spPr>
        <p:txBody>
          <a:bodyPr wrap="square" rtlCol="0" anchor="ctr"/>
          <a:lstStyle/>
          <a:p>
            <a:pPr marL="0" indent="0">
              <a:lnSpc>
                <a:spcPts val="1500"/>
              </a:lnSpc>
              <a:buNone/>
            </a:pPr>
            <a:r>
              <a:rPr lang="en-US" sz="1150" dirty="0">
                <a:solidFill>
                  <a:srgbClr val="000000"/>
                </a:solidFill>
                <a:latin typeface="Calibri" pitchFamily="34" charset="0"/>
                <a:ea typeface="Calibri" pitchFamily="34" charset="-122"/>
                <a:cs typeface="Calibri" pitchFamily="34" charset="-120"/>
              </a:rPr>
              <a:t>ByteTrack (via ultralytics tracker configs)</a:t>
            </a:r>
            <a:endParaRPr lang="en-US" sz="1150" dirty="0"/>
          </a:p>
        </p:txBody>
      </p:sp>
      <p:sp>
        <p:nvSpPr>
          <p:cNvPr id="10" name="Shape 8"/>
          <p:cNvSpPr/>
          <p:nvPr/>
        </p:nvSpPr>
        <p:spPr>
          <a:xfrm>
            <a:off x="548640" y="3182112"/>
            <a:ext cx="5440680" cy="1417320"/>
          </a:xfrm>
          <a:prstGeom prst="roundRect">
            <a:avLst>
              <a:gd name="adj" fmla="val 5161"/>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1" name="Text 9"/>
          <p:cNvSpPr/>
          <p:nvPr/>
        </p:nvSpPr>
        <p:spPr>
          <a:xfrm>
            <a:off x="749808" y="3328416"/>
            <a:ext cx="5038344" cy="310896"/>
          </a:xfrm>
          <a:prstGeom prst="rect">
            <a:avLst/>
          </a:prstGeom>
          <a:noFill/>
          <a:ln/>
        </p:spPr>
        <p:txBody>
          <a:bodyPr wrap="square" rtlCol="0" anchor="ctr"/>
          <a:lstStyle/>
          <a:p>
            <a:pPr marL="0" indent="0">
              <a:buNone/>
            </a:pPr>
            <a:r>
              <a:rPr lang="en-US" sz="1300" b="1" dirty="0">
                <a:solidFill>
                  <a:srgbClr val="6997AF"/>
                </a:solidFill>
                <a:latin typeface="Calibri" pitchFamily="34" charset="0"/>
                <a:ea typeface="Calibri" pitchFamily="34" charset="-122"/>
                <a:cs typeface="Calibri" pitchFamily="34" charset="-120"/>
              </a:rPr>
              <a:t>Data &amp; Analytics</a:t>
            </a:r>
            <a:endParaRPr lang="en-US" sz="1300" dirty="0"/>
          </a:p>
        </p:txBody>
      </p:sp>
      <p:sp>
        <p:nvSpPr>
          <p:cNvPr id="12" name="Text 10"/>
          <p:cNvSpPr/>
          <p:nvPr/>
        </p:nvSpPr>
        <p:spPr>
          <a:xfrm>
            <a:off x="749808" y="3685032"/>
            <a:ext cx="5038344" cy="822960"/>
          </a:xfrm>
          <a:prstGeom prst="rect">
            <a:avLst/>
          </a:prstGeom>
          <a:noFill/>
          <a:ln/>
        </p:spPr>
        <p:txBody>
          <a:bodyPr wrap="square" rtlCol="0" anchor="ctr"/>
          <a:lstStyle/>
          <a:p>
            <a:pPr marL="0" indent="0">
              <a:lnSpc>
                <a:spcPts val="1500"/>
              </a:lnSpc>
              <a:buNone/>
            </a:pPr>
            <a:r>
              <a:rPr lang="en-US" sz="1150" dirty="0">
                <a:solidFill>
                  <a:srgbClr val="000000"/>
                </a:solidFill>
                <a:latin typeface="Calibri" pitchFamily="34" charset="0"/>
                <a:ea typeface="Calibri" pitchFamily="34" charset="-122"/>
                <a:cs typeface="Calibri" pitchFamily="34" charset="-120"/>
              </a:rPr>
              <a:t>pandas · NumPy · Python collections (Counter, defaultdict)</a:t>
            </a:r>
            <a:endParaRPr lang="en-US" sz="1150" dirty="0"/>
          </a:p>
        </p:txBody>
      </p:sp>
      <p:sp>
        <p:nvSpPr>
          <p:cNvPr id="13" name="Shape 11"/>
          <p:cNvSpPr/>
          <p:nvPr/>
        </p:nvSpPr>
        <p:spPr>
          <a:xfrm>
            <a:off x="6172200" y="3182112"/>
            <a:ext cx="5440680" cy="1417320"/>
          </a:xfrm>
          <a:prstGeom prst="roundRect">
            <a:avLst>
              <a:gd name="adj" fmla="val 5161"/>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4" name="Text 12"/>
          <p:cNvSpPr/>
          <p:nvPr/>
        </p:nvSpPr>
        <p:spPr>
          <a:xfrm>
            <a:off x="6373368" y="3328416"/>
            <a:ext cx="5038344" cy="310896"/>
          </a:xfrm>
          <a:prstGeom prst="rect">
            <a:avLst/>
          </a:prstGeom>
          <a:noFill/>
          <a:ln/>
        </p:spPr>
        <p:txBody>
          <a:bodyPr wrap="square" rtlCol="0" anchor="ctr"/>
          <a:lstStyle/>
          <a:p>
            <a:pPr marL="0" indent="0">
              <a:buNone/>
            </a:pPr>
            <a:r>
              <a:rPr lang="en-US" sz="1300" b="1" dirty="0">
                <a:solidFill>
                  <a:srgbClr val="6997AF"/>
                </a:solidFill>
                <a:latin typeface="Calibri" pitchFamily="34" charset="0"/>
                <a:ea typeface="Calibri" pitchFamily="34" charset="-122"/>
                <a:cs typeface="Calibri" pitchFamily="34" charset="-120"/>
              </a:rPr>
              <a:t>Dashboard &amp; Visualization</a:t>
            </a:r>
            <a:endParaRPr lang="en-US" sz="1300" dirty="0"/>
          </a:p>
        </p:txBody>
      </p:sp>
      <p:sp>
        <p:nvSpPr>
          <p:cNvPr id="15" name="Text 13"/>
          <p:cNvSpPr/>
          <p:nvPr/>
        </p:nvSpPr>
        <p:spPr>
          <a:xfrm>
            <a:off x="6373368" y="3685032"/>
            <a:ext cx="5038344" cy="822960"/>
          </a:xfrm>
          <a:prstGeom prst="rect">
            <a:avLst/>
          </a:prstGeom>
          <a:noFill/>
          <a:ln/>
        </p:spPr>
        <p:txBody>
          <a:bodyPr wrap="square" rtlCol="0" anchor="ctr"/>
          <a:lstStyle/>
          <a:p>
            <a:pPr marL="0" indent="0">
              <a:lnSpc>
                <a:spcPts val="1500"/>
              </a:lnSpc>
              <a:buNone/>
            </a:pPr>
            <a:r>
              <a:rPr lang="en-US" sz="1150" dirty="0">
                <a:solidFill>
                  <a:srgbClr val="000000"/>
                </a:solidFill>
                <a:latin typeface="Calibri" pitchFamily="34" charset="0"/>
                <a:ea typeface="Calibri" pitchFamily="34" charset="-122"/>
                <a:cs typeface="Calibri" pitchFamily="34" charset="-120"/>
              </a:rPr>
              <a:t>Streamlit · Plotly Express · Matplotlib</a:t>
            </a:r>
            <a:endParaRPr lang="en-US" sz="1150" dirty="0"/>
          </a:p>
        </p:txBody>
      </p:sp>
      <p:sp>
        <p:nvSpPr>
          <p:cNvPr id="16" name="Shape 14"/>
          <p:cNvSpPr/>
          <p:nvPr/>
        </p:nvSpPr>
        <p:spPr>
          <a:xfrm>
            <a:off x="548640" y="4764024"/>
            <a:ext cx="5440680" cy="1417320"/>
          </a:xfrm>
          <a:prstGeom prst="roundRect">
            <a:avLst>
              <a:gd name="adj" fmla="val 5161"/>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7" name="Text 15"/>
          <p:cNvSpPr/>
          <p:nvPr/>
        </p:nvSpPr>
        <p:spPr>
          <a:xfrm>
            <a:off x="749808" y="4910328"/>
            <a:ext cx="5038344" cy="310896"/>
          </a:xfrm>
          <a:prstGeom prst="rect">
            <a:avLst/>
          </a:prstGeom>
          <a:noFill/>
          <a:ln/>
        </p:spPr>
        <p:txBody>
          <a:bodyPr wrap="square" rtlCol="0" anchor="ctr"/>
          <a:lstStyle/>
          <a:p>
            <a:pPr marL="0" indent="0">
              <a:buNone/>
            </a:pPr>
            <a:r>
              <a:rPr lang="en-US" sz="1300" b="1" dirty="0">
                <a:solidFill>
                  <a:srgbClr val="6997AF"/>
                </a:solidFill>
                <a:latin typeface="Calibri" pitchFamily="34" charset="0"/>
                <a:ea typeface="Calibri" pitchFamily="34" charset="-122"/>
                <a:cs typeface="Calibri" pitchFamily="34" charset="-120"/>
              </a:rPr>
              <a:t>Persistence &amp; API</a:t>
            </a:r>
            <a:endParaRPr lang="en-US" sz="1300" dirty="0"/>
          </a:p>
        </p:txBody>
      </p:sp>
      <p:sp>
        <p:nvSpPr>
          <p:cNvPr id="18" name="Text 16"/>
          <p:cNvSpPr/>
          <p:nvPr/>
        </p:nvSpPr>
        <p:spPr>
          <a:xfrm>
            <a:off x="749808" y="5266944"/>
            <a:ext cx="5038344" cy="822960"/>
          </a:xfrm>
          <a:prstGeom prst="rect">
            <a:avLst/>
          </a:prstGeom>
          <a:noFill/>
          <a:ln/>
        </p:spPr>
        <p:txBody>
          <a:bodyPr wrap="square" rtlCol="0" anchor="ctr"/>
          <a:lstStyle/>
          <a:p>
            <a:pPr marL="0" indent="0">
              <a:lnSpc>
                <a:spcPts val="1500"/>
              </a:lnSpc>
              <a:buNone/>
            </a:pPr>
            <a:r>
              <a:rPr lang="en-US" sz="1150" dirty="0">
                <a:solidFill>
                  <a:srgbClr val="000000"/>
                </a:solidFill>
                <a:latin typeface="Calibri" pitchFamily="34" charset="0"/>
                <a:ea typeface="Calibri" pitchFamily="34" charset="-122"/>
                <a:cs typeface="Calibri" pitchFamily="34" charset="-120"/>
              </a:rPr>
              <a:t>SQLAlchemy · SQLite · FastAPI · Pydantic</a:t>
            </a:r>
            <a:endParaRPr lang="en-US" sz="1150" dirty="0"/>
          </a:p>
        </p:txBody>
      </p:sp>
      <p:sp>
        <p:nvSpPr>
          <p:cNvPr id="19" name="Shape 17"/>
          <p:cNvSpPr/>
          <p:nvPr/>
        </p:nvSpPr>
        <p:spPr>
          <a:xfrm>
            <a:off x="6172200" y="4764024"/>
            <a:ext cx="5440680" cy="1417320"/>
          </a:xfrm>
          <a:prstGeom prst="roundRect">
            <a:avLst>
              <a:gd name="adj" fmla="val 5161"/>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20" name="Text 18"/>
          <p:cNvSpPr/>
          <p:nvPr/>
        </p:nvSpPr>
        <p:spPr>
          <a:xfrm>
            <a:off x="6373368" y="4910328"/>
            <a:ext cx="5038344" cy="310896"/>
          </a:xfrm>
          <a:prstGeom prst="rect">
            <a:avLst/>
          </a:prstGeom>
          <a:noFill/>
          <a:ln/>
        </p:spPr>
        <p:txBody>
          <a:bodyPr wrap="square" rtlCol="0" anchor="ctr"/>
          <a:lstStyle/>
          <a:p>
            <a:pPr marL="0" indent="0">
              <a:buNone/>
            </a:pPr>
            <a:r>
              <a:rPr lang="en-US" sz="1300" b="1" dirty="0">
                <a:solidFill>
                  <a:srgbClr val="6997AF"/>
                </a:solidFill>
                <a:latin typeface="Calibri" pitchFamily="34" charset="0"/>
                <a:ea typeface="Calibri" pitchFamily="34" charset="-122"/>
                <a:cs typeface="Calibri" pitchFamily="34" charset="-120"/>
              </a:rPr>
              <a:t>Testing &amp; Ops</a:t>
            </a:r>
            <a:endParaRPr lang="en-US" sz="1300" dirty="0"/>
          </a:p>
        </p:txBody>
      </p:sp>
      <p:sp>
        <p:nvSpPr>
          <p:cNvPr id="21" name="Text 19"/>
          <p:cNvSpPr/>
          <p:nvPr/>
        </p:nvSpPr>
        <p:spPr>
          <a:xfrm>
            <a:off x="6373368" y="5266944"/>
            <a:ext cx="5038344" cy="822960"/>
          </a:xfrm>
          <a:prstGeom prst="rect">
            <a:avLst/>
          </a:prstGeom>
          <a:noFill/>
          <a:ln/>
        </p:spPr>
        <p:txBody>
          <a:bodyPr wrap="square" rtlCol="0" anchor="ctr"/>
          <a:lstStyle/>
          <a:p>
            <a:pPr marL="0" indent="0">
              <a:lnSpc>
                <a:spcPts val="1500"/>
              </a:lnSpc>
              <a:buNone/>
            </a:pPr>
            <a:r>
              <a:rPr lang="en-US" sz="1150" dirty="0">
                <a:solidFill>
                  <a:srgbClr val="000000"/>
                </a:solidFill>
                <a:latin typeface="Calibri" pitchFamily="34" charset="0"/>
                <a:ea typeface="Calibri" pitchFamily="34" charset="-122"/>
                <a:cs typeface="Calibri" pitchFamily="34" charset="-120"/>
              </a:rPr>
              <a:t>pytest · Docker &amp; docker-compose</a:t>
            </a:r>
            <a:endParaRPr lang="en-US" sz="1150" dirty="0"/>
          </a:p>
        </p:txBody>
      </p:sp>
      <p:sp>
        <p:nvSpPr>
          <p:cNvPr id="22" name="Text 20"/>
          <p:cNvSpPr/>
          <p:nvPr/>
        </p:nvSpPr>
        <p:spPr>
          <a:xfrm>
            <a:off x="548640" y="6309360"/>
            <a:ext cx="11064240" cy="320040"/>
          </a:xfrm>
          <a:prstGeom prst="rect">
            <a:avLst/>
          </a:prstGeom>
          <a:noFill/>
          <a:ln/>
        </p:spPr>
        <p:txBody>
          <a:bodyPr wrap="square" rtlCol="0" anchor="ctr"/>
          <a:lstStyle/>
          <a:p>
            <a:pPr marL="0" indent="0">
              <a:buNone/>
            </a:pPr>
            <a:r>
              <a:rPr lang="en-US" sz="1050" i="1" dirty="0">
                <a:solidFill>
                  <a:srgbClr val="5D739A"/>
                </a:solidFill>
                <a:latin typeface="Calibri" pitchFamily="34" charset="0"/>
                <a:ea typeface="Calibri" pitchFamily="34" charset="-122"/>
                <a:cs typeface="Calibri" pitchFamily="34" charset="-120"/>
              </a:rPr>
              <a:t>Config-driven, not hard-coded: model path, confidence threshold, frame size, smoothing factor and line position all live in config/settings.py.</a:t>
            </a:r>
            <a:endParaRPr lang="en-US" sz="1050" dirty="0"/>
          </a:p>
        </p:txBody>
      </p:sp>
      <p:pic>
        <p:nvPicPr>
          <p:cNvPr id="25" name="Picture 24">
            <a:extLst>
              <a:ext uri="{FF2B5EF4-FFF2-40B4-BE49-F238E27FC236}">
                <a16:creationId xmlns:a16="http://schemas.microsoft.com/office/drawing/2014/main" id="{BE0274B5-D552-6D78-9DD4-59C1F6CB5FB1}"/>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Results and Outcomes</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What the pipeline actually produced, verified against exported session CSVs</a:t>
            </a:r>
            <a:endParaRPr lang="en-US" sz="1400" dirty="0"/>
          </a:p>
        </p:txBody>
      </p:sp>
      <p:sp>
        <p:nvSpPr>
          <p:cNvPr id="4" name="Shape 2"/>
          <p:cNvSpPr/>
          <p:nvPr/>
        </p:nvSpPr>
        <p:spPr>
          <a:xfrm>
            <a:off x="548640"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548640" y="1737360"/>
            <a:ext cx="1828800" cy="457200"/>
          </a:xfrm>
          <a:prstGeom prst="rect">
            <a:avLst/>
          </a:prstGeom>
          <a:noFill/>
          <a:ln/>
        </p:spPr>
        <p:txBody>
          <a:bodyPr wrap="square" rtlCol="0" anchor="ctr"/>
          <a:lstStyle/>
          <a:p>
            <a:pPr marL="0" indent="0" algn="ctr">
              <a:buNone/>
            </a:pPr>
            <a:r>
              <a:rPr lang="en-US" sz="1900" b="1" dirty="0">
                <a:solidFill>
                  <a:srgbClr val="AD84C6"/>
                </a:solidFill>
                <a:latin typeface="Calibri" pitchFamily="34" charset="0"/>
                <a:ea typeface="Calibri" pitchFamily="34" charset="-122"/>
                <a:cs typeface="Calibri" pitchFamily="34" charset="-120"/>
              </a:rPr>
              <a:t>4</a:t>
            </a:r>
            <a:endParaRPr lang="en-US" sz="1900" dirty="0"/>
          </a:p>
        </p:txBody>
      </p:sp>
      <p:sp>
        <p:nvSpPr>
          <p:cNvPr id="6" name="Text 4"/>
          <p:cNvSpPr/>
          <p:nvPr/>
        </p:nvSpPr>
        <p:spPr>
          <a:xfrm>
            <a:off x="548640" y="2221992"/>
            <a:ext cx="1828800" cy="548640"/>
          </a:xfrm>
          <a:prstGeom prst="rect">
            <a:avLst/>
          </a:prstGeom>
          <a:noFill/>
          <a:ln/>
        </p:spPr>
        <p:txBody>
          <a:bodyPr wrap="square" rtlCol="0" anchor="ctr"/>
          <a:lstStyle/>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Recorded</a:t>
            </a:r>
            <a:endParaRPr lang="en-US" sz="1000" dirty="0"/>
          </a:p>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Sessions</a:t>
            </a:r>
            <a:endParaRPr lang="en-US" sz="1000" dirty="0"/>
          </a:p>
        </p:txBody>
      </p:sp>
      <p:sp>
        <p:nvSpPr>
          <p:cNvPr id="7" name="Shape 5"/>
          <p:cNvSpPr/>
          <p:nvPr/>
        </p:nvSpPr>
        <p:spPr>
          <a:xfrm>
            <a:off x="2505456"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2505456" y="1737360"/>
            <a:ext cx="1828800" cy="457200"/>
          </a:xfrm>
          <a:prstGeom prst="rect">
            <a:avLst/>
          </a:prstGeom>
          <a:noFill/>
          <a:ln/>
        </p:spPr>
        <p:txBody>
          <a:bodyPr wrap="square" rtlCol="0" anchor="ctr"/>
          <a:lstStyle/>
          <a:p>
            <a:pPr marL="0" indent="0" algn="ctr">
              <a:buNone/>
            </a:pPr>
            <a:r>
              <a:rPr lang="en-US" sz="1900" b="1" dirty="0">
                <a:solidFill>
                  <a:srgbClr val="AD84C6"/>
                </a:solidFill>
                <a:latin typeface="Calibri" pitchFamily="34" charset="0"/>
                <a:ea typeface="Calibri" pitchFamily="34" charset="-122"/>
                <a:cs typeface="Calibri" pitchFamily="34" charset="-120"/>
              </a:rPr>
              <a:t>2,092</a:t>
            </a:r>
            <a:endParaRPr lang="en-US" sz="1900" dirty="0"/>
          </a:p>
        </p:txBody>
      </p:sp>
      <p:sp>
        <p:nvSpPr>
          <p:cNvPr id="9" name="Text 7"/>
          <p:cNvSpPr/>
          <p:nvPr/>
        </p:nvSpPr>
        <p:spPr>
          <a:xfrm>
            <a:off x="2505456" y="2221992"/>
            <a:ext cx="1828800" cy="548640"/>
          </a:xfrm>
          <a:prstGeom prst="rect">
            <a:avLst/>
          </a:prstGeom>
          <a:noFill/>
          <a:ln/>
        </p:spPr>
        <p:txBody>
          <a:bodyPr wrap="square" rtlCol="0" anchor="ctr"/>
          <a:lstStyle/>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Total Frames</a:t>
            </a:r>
            <a:endParaRPr lang="en-US" sz="1000" dirty="0"/>
          </a:p>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Processed</a:t>
            </a:r>
            <a:endParaRPr lang="en-US" sz="1000" dirty="0"/>
          </a:p>
        </p:txBody>
      </p:sp>
      <p:sp>
        <p:nvSpPr>
          <p:cNvPr id="10" name="Shape 8"/>
          <p:cNvSpPr/>
          <p:nvPr/>
        </p:nvSpPr>
        <p:spPr>
          <a:xfrm>
            <a:off x="4462272"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1" name="Text 9"/>
          <p:cNvSpPr/>
          <p:nvPr/>
        </p:nvSpPr>
        <p:spPr>
          <a:xfrm>
            <a:off x="4462272" y="1737360"/>
            <a:ext cx="1828800" cy="457200"/>
          </a:xfrm>
          <a:prstGeom prst="rect">
            <a:avLst/>
          </a:prstGeom>
          <a:noFill/>
          <a:ln/>
        </p:spPr>
        <p:txBody>
          <a:bodyPr wrap="square" rtlCol="0" anchor="ctr"/>
          <a:lstStyle/>
          <a:p>
            <a:pPr marL="0" indent="0" algn="ctr">
              <a:buNone/>
            </a:pPr>
            <a:r>
              <a:rPr lang="en-US" sz="1900" b="1" dirty="0">
                <a:solidFill>
                  <a:srgbClr val="AD84C6"/>
                </a:solidFill>
                <a:latin typeface="Calibri" pitchFamily="34" charset="0"/>
                <a:ea typeface="Calibri" pitchFamily="34" charset="-122"/>
                <a:cs typeface="Calibri" pitchFamily="34" charset="-120"/>
              </a:rPr>
              <a:t>12–24</a:t>
            </a:r>
            <a:endParaRPr lang="en-US" sz="1900" dirty="0"/>
          </a:p>
        </p:txBody>
      </p:sp>
      <p:sp>
        <p:nvSpPr>
          <p:cNvPr id="12" name="Text 10"/>
          <p:cNvSpPr/>
          <p:nvPr/>
        </p:nvSpPr>
        <p:spPr>
          <a:xfrm>
            <a:off x="4462272" y="2221992"/>
            <a:ext cx="1828800" cy="548640"/>
          </a:xfrm>
          <a:prstGeom prst="rect">
            <a:avLst/>
          </a:prstGeom>
          <a:noFill/>
          <a:ln/>
        </p:spPr>
        <p:txBody>
          <a:bodyPr wrap="square" rtlCol="0" anchor="ctr"/>
          <a:lstStyle/>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FPS Range</a:t>
            </a:r>
            <a:endParaRPr lang="en-US" sz="1000" dirty="0"/>
          </a:p>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(CPU inference)</a:t>
            </a:r>
            <a:endParaRPr lang="en-US" sz="1000" dirty="0"/>
          </a:p>
        </p:txBody>
      </p:sp>
      <p:sp>
        <p:nvSpPr>
          <p:cNvPr id="13" name="Shape 11"/>
          <p:cNvSpPr/>
          <p:nvPr/>
        </p:nvSpPr>
        <p:spPr>
          <a:xfrm>
            <a:off x="6419088"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4" name="Text 12"/>
          <p:cNvSpPr/>
          <p:nvPr/>
        </p:nvSpPr>
        <p:spPr>
          <a:xfrm>
            <a:off x="6419088" y="1737360"/>
            <a:ext cx="1828800" cy="457200"/>
          </a:xfrm>
          <a:prstGeom prst="rect">
            <a:avLst/>
          </a:prstGeom>
          <a:noFill/>
          <a:ln/>
        </p:spPr>
        <p:txBody>
          <a:bodyPr wrap="square" rtlCol="0" anchor="ctr"/>
          <a:lstStyle/>
          <a:p>
            <a:pPr marL="0" indent="0" algn="ctr">
              <a:buNone/>
            </a:pPr>
            <a:r>
              <a:rPr lang="en-US" sz="1900" b="1" dirty="0">
                <a:solidFill>
                  <a:srgbClr val="AD84C6"/>
                </a:solidFill>
                <a:latin typeface="Calibri" pitchFamily="34" charset="0"/>
                <a:ea typeface="Calibri" pitchFamily="34" charset="-122"/>
                <a:cs typeface="Calibri" pitchFamily="34" charset="-120"/>
              </a:rPr>
              <a:t>25</a:t>
            </a:r>
            <a:endParaRPr lang="en-US" sz="1900" dirty="0"/>
          </a:p>
        </p:txBody>
      </p:sp>
      <p:sp>
        <p:nvSpPr>
          <p:cNvPr id="15" name="Text 13"/>
          <p:cNvSpPr/>
          <p:nvPr/>
        </p:nvSpPr>
        <p:spPr>
          <a:xfrm>
            <a:off x="6419088" y="2221992"/>
            <a:ext cx="1828800" cy="548640"/>
          </a:xfrm>
          <a:prstGeom prst="rect">
            <a:avLst/>
          </a:prstGeom>
          <a:noFill/>
          <a:ln/>
        </p:spPr>
        <p:txBody>
          <a:bodyPr wrap="square" rtlCol="0" anchor="ctr"/>
          <a:lstStyle/>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Max Unique Objects</a:t>
            </a:r>
            <a:endParaRPr lang="en-US" sz="1000" dirty="0"/>
          </a:p>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in One Session</a:t>
            </a:r>
            <a:endParaRPr lang="en-US" sz="1000" dirty="0"/>
          </a:p>
        </p:txBody>
      </p:sp>
      <p:sp>
        <p:nvSpPr>
          <p:cNvPr id="16" name="Shape 14"/>
          <p:cNvSpPr/>
          <p:nvPr/>
        </p:nvSpPr>
        <p:spPr>
          <a:xfrm>
            <a:off x="8375904"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7" name="Text 15"/>
          <p:cNvSpPr/>
          <p:nvPr/>
        </p:nvSpPr>
        <p:spPr>
          <a:xfrm>
            <a:off x="8375904" y="1737360"/>
            <a:ext cx="1828800" cy="457200"/>
          </a:xfrm>
          <a:prstGeom prst="rect">
            <a:avLst/>
          </a:prstGeom>
          <a:noFill/>
          <a:ln/>
        </p:spPr>
        <p:txBody>
          <a:bodyPr wrap="square" rtlCol="0" anchor="ctr"/>
          <a:lstStyle/>
          <a:p>
            <a:pPr marL="0" indent="0" algn="ctr">
              <a:buNone/>
            </a:pPr>
            <a:r>
              <a:rPr lang="en-US" sz="1900" b="1" dirty="0">
                <a:solidFill>
                  <a:srgbClr val="AD84C6"/>
                </a:solidFill>
                <a:latin typeface="Calibri" pitchFamily="34" charset="0"/>
                <a:ea typeface="Calibri" pitchFamily="34" charset="-122"/>
                <a:cs typeface="Calibri" pitchFamily="34" charset="-120"/>
              </a:rPr>
              <a:t>4</a:t>
            </a:r>
            <a:endParaRPr lang="en-US" sz="1900" dirty="0"/>
          </a:p>
        </p:txBody>
      </p:sp>
      <p:sp>
        <p:nvSpPr>
          <p:cNvPr id="18" name="Text 16"/>
          <p:cNvSpPr/>
          <p:nvPr/>
        </p:nvSpPr>
        <p:spPr>
          <a:xfrm>
            <a:off x="8375904" y="2221992"/>
            <a:ext cx="1828800" cy="548640"/>
          </a:xfrm>
          <a:prstGeom prst="rect">
            <a:avLst/>
          </a:prstGeom>
          <a:noFill/>
          <a:ln/>
        </p:spPr>
        <p:txBody>
          <a:bodyPr wrap="square" rtlCol="0" anchor="ctr"/>
          <a:lstStyle/>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Max Simultaneous</a:t>
            </a:r>
            <a:endParaRPr lang="en-US" sz="1000" dirty="0"/>
          </a:p>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Objects Tracked</a:t>
            </a:r>
            <a:endParaRPr lang="en-US" sz="1000" dirty="0"/>
          </a:p>
        </p:txBody>
      </p:sp>
      <p:sp>
        <p:nvSpPr>
          <p:cNvPr id="19" name="Shape 17"/>
          <p:cNvSpPr/>
          <p:nvPr/>
        </p:nvSpPr>
        <p:spPr>
          <a:xfrm>
            <a:off x="10332720" y="1600200"/>
            <a:ext cx="1828800" cy="1234440"/>
          </a:xfrm>
          <a:prstGeom prst="roundRect">
            <a:avLst>
              <a:gd name="adj" fmla="val 5926"/>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20" name="Text 18"/>
          <p:cNvSpPr/>
          <p:nvPr/>
        </p:nvSpPr>
        <p:spPr>
          <a:xfrm>
            <a:off x="10332720" y="1737360"/>
            <a:ext cx="1828800" cy="457200"/>
          </a:xfrm>
          <a:prstGeom prst="rect">
            <a:avLst/>
          </a:prstGeom>
          <a:noFill/>
          <a:ln/>
        </p:spPr>
        <p:txBody>
          <a:bodyPr wrap="square" rtlCol="0" anchor="ctr"/>
          <a:lstStyle/>
          <a:p>
            <a:pPr marL="0" indent="0" algn="ctr">
              <a:buNone/>
            </a:pPr>
            <a:r>
              <a:rPr lang="en-US" sz="1900" b="1" dirty="0">
                <a:solidFill>
                  <a:srgbClr val="AD84C6"/>
                </a:solidFill>
                <a:latin typeface="Calibri" pitchFamily="34" charset="0"/>
                <a:ea typeface="Calibri" pitchFamily="34" charset="-122"/>
                <a:cs typeface="Calibri" pitchFamily="34" charset="-120"/>
              </a:rPr>
              <a:t>100%</a:t>
            </a:r>
            <a:endParaRPr lang="en-US" sz="1900" dirty="0"/>
          </a:p>
        </p:txBody>
      </p:sp>
      <p:sp>
        <p:nvSpPr>
          <p:cNvPr id="21" name="Text 19"/>
          <p:cNvSpPr/>
          <p:nvPr/>
        </p:nvSpPr>
        <p:spPr>
          <a:xfrm>
            <a:off x="10332720" y="2221992"/>
            <a:ext cx="1828800" cy="548640"/>
          </a:xfrm>
          <a:prstGeom prst="rect">
            <a:avLst/>
          </a:prstGeom>
          <a:noFill/>
          <a:ln/>
        </p:spPr>
        <p:txBody>
          <a:bodyPr wrap="square" rtlCol="0" anchor="ctr"/>
          <a:lstStyle/>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Sessions with</a:t>
            </a:r>
            <a:endParaRPr lang="en-US" sz="1000" dirty="0"/>
          </a:p>
          <a:p>
            <a:pPr marL="0" indent="0" algn="ctr">
              <a:lnSpc>
                <a:spcPts val="1200"/>
              </a:lnSpc>
              <a:buNone/>
            </a:pPr>
            <a:r>
              <a:rPr lang="en-US" sz="1000" dirty="0">
                <a:solidFill>
                  <a:srgbClr val="5D739A"/>
                </a:solidFill>
                <a:latin typeface="Calibri" pitchFamily="34" charset="0"/>
                <a:ea typeface="Calibri" pitchFamily="34" charset="-122"/>
                <a:cs typeface="Calibri" pitchFamily="34" charset="-120"/>
              </a:rPr>
              <a:t>Auto CSV Export</a:t>
            </a:r>
            <a:endParaRPr lang="en-US" sz="1000" dirty="0"/>
          </a:p>
        </p:txBody>
      </p:sp>
      <p:sp>
        <p:nvSpPr>
          <p:cNvPr id="22" name="Shape 20"/>
          <p:cNvSpPr/>
          <p:nvPr/>
        </p:nvSpPr>
        <p:spPr>
          <a:xfrm>
            <a:off x="548640" y="3200400"/>
            <a:ext cx="11064240" cy="2834640"/>
          </a:xfrm>
          <a:prstGeom prst="roundRect">
            <a:avLst>
              <a:gd name="adj" fmla="val 2581"/>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23" name="Text 21"/>
          <p:cNvSpPr/>
          <p:nvPr/>
        </p:nvSpPr>
        <p:spPr>
          <a:xfrm>
            <a:off x="822960" y="3364992"/>
            <a:ext cx="7315200" cy="292608"/>
          </a:xfrm>
          <a:prstGeom prst="rect">
            <a:avLst/>
          </a:prstGeom>
          <a:noFill/>
          <a:ln/>
        </p:spPr>
        <p:txBody>
          <a:bodyPr wrap="square" rtlCol="0" anchor="ctr"/>
          <a:lstStyle/>
          <a:p>
            <a:pPr marL="0" indent="0">
              <a:buNone/>
            </a:pPr>
            <a:r>
              <a:rPr lang="en-US" sz="1250" b="1" dirty="0">
                <a:solidFill>
                  <a:srgbClr val="AD84C6"/>
                </a:solidFill>
                <a:latin typeface="Calibri" pitchFamily="34" charset="0"/>
                <a:ea typeface="Calibri" pitchFamily="34" charset="-122"/>
                <a:cs typeface="Calibri" pitchFamily="34" charset="-120"/>
              </a:rPr>
              <a:t>ALL 4 VALIDATION SESSIONS</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22960" y="3749040"/>
          <a:ext cx="10515600" cy="1947672"/>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tblGrid>
              <a:tr h="384048">
                <a:tc>
                  <a:txBody>
                    <a:bodyPr/>
                    <a:lstStyle/>
                    <a:p>
                      <a:pPr marL="0" indent="0" algn="ctr">
                        <a:buNone/>
                      </a:pPr>
                      <a:r>
                        <a:rPr lang="en-US" sz="1050" b="1" dirty="0">
                          <a:solidFill>
                            <a:srgbClr val="000000"/>
                          </a:solidFill>
                        </a:rPr>
                        <a:t>Session</a:t>
                      </a:r>
                      <a:endParaRPr lang="en-US" sz="1050" dirty="0"/>
                    </a:p>
                  </a:txBody>
                  <a:tcPr anchor="ctr">
                    <a:lnL w="0" cap="flat" cmpd="sng" algn="ctr">
                      <a:noFill/>
                    </a:lnL>
                    <a:lnR w="0" cap="flat" cmpd="sng" algn="ctr">
                      <a:noFill/>
                    </a:lnR>
                    <a:lnT w="0" cap="flat" cmpd="sng" algn="ctr">
                      <a:noFill/>
                    </a:lnT>
                    <a:lnB w="0" cap="flat" cmpd="sng" algn="ctr">
                      <a:noFill/>
                    </a:lnB>
                    <a:solidFill>
                      <a:srgbClr val="AD84C6"/>
                    </a:solidFill>
                  </a:tcPr>
                </a:tc>
                <a:tc>
                  <a:txBody>
                    <a:bodyPr/>
                    <a:lstStyle/>
                    <a:p>
                      <a:pPr marL="0" indent="0" algn="ctr">
                        <a:buNone/>
                      </a:pPr>
                      <a:r>
                        <a:rPr lang="en-US" sz="1050" b="1" dirty="0">
                          <a:solidFill>
                            <a:srgbClr val="000000"/>
                          </a:solidFill>
                        </a:rPr>
                        <a:t>Duration</a:t>
                      </a:r>
                      <a:endParaRPr lang="en-US" sz="1050" dirty="0"/>
                    </a:p>
                  </a:txBody>
                  <a:tcPr anchor="ctr">
                    <a:lnL w="0" cap="flat" cmpd="sng" algn="ctr">
                      <a:noFill/>
                    </a:lnL>
                    <a:lnR w="0" cap="flat" cmpd="sng" algn="ctr">
                      <a:noFill/>
                    </a:lnR>
                    <a:lnT w="0" cap="flat" cmpd="sng" algn="ctr">
                      <a:noFill/>
                    </a:lnT>
                    <a:lnB w="0" cap="flat" cmpd="sng" algn="ctr">
                      <a:noFill/>
                    </a:lnB>
                    <a:solidFill>
                      <a:srgbClr val="AD84C6"/>
                    </a:solidFill>
                  </a:tcPr>
                </a:tc>
                <a:tc>
                  <a:txBody>
                    <a:bodyPr/>
                    <a:lstStyle/>
                    <a:p>
                      <a:pPr marL="0" indent="0" algn="ctr">
                        <a:buNone/>
                      </a:pPr>
                      <a:r>
                        <a:rPr lang="en-US" sz="1050" b="1" dirty="0">
                          <a:solidFill>
                            <a:srgbClr val="000000"/>
                          </a:solidFill>
                        </a:rPr>
                        <a:t>Frames</a:t>
                      </a:r>
                      <a:endParaRPr lang="en-US" sz="1050" dirty="0"/>
                    </a:p>
                  </a:txBody>
                  <a:tcPr anchor="ctr">
                    <a:lnL w="0" cap="flat" cmpd="sng" algn="ctr">
                      <a:noFill/>
                    </a:lnL>
                    <a:lnR w="0" cap="flat" cmpd="sng" algn="ctr">
                      <a:noFill/>
                    </a:lnR>
                    <a:lnT w="0" cap="flat" cmpd="sng" algn="ctr">
                      <a:noFill/>
                    </a:lnT>
                    <a:lnB w="0" cap="flat" cmpd="sng" algn="ctr">
                      <a:noFill/>
                    </a:lnB>
                    <a:solidFill>
                      <a:srgbClr val="AD84C6"/>
                    </a:solidFill>
                  </a:tcPr>
                </a:tc>
                <a:tc>
                  <a:txBody>
                    <a:bodyPr/>
                    <a:lstStyle/>
                    <a:p>
                      <a:pPr marL="0" indent="0" algn="ctr">
                        <a:buNone/>
                      </a:pPr>
                      <a:r>
                        <a:rPr lang="en-US" sz="1050" b="1" dirty="0">
                          <a:solidFill>
                            <a:srgbClr val="000000"/>
                          </a:solidFill>
                        </a:rPr>
                        <a:t>Avg FPS</a:t>
                      </a:r>
                      <a:endParaRPr lang="en-US" sz="1050" dirty="0"/>
                    </a:p>
                  </a:txBody>
                  <a:tcPr anchor="ctr">
                    <a:lnL w="0" cap="flat" cmpd="sng" algn="ctr">
                      <a:noFill/>
                    </a:lnL>
                    <a:lnR w="0" cap="flat" cmpd="sng" algn="ctr">
                      <a:noFill/>
                    </a:lnR>
                    <a:lnT w="0" cap="flat" cmpd="sng" algn="ctr">
                      <a:noFill/>
                    </a:lnT>
                    <a:lnB w="0" cap="flat" cmpd="sng" algn="ctr">
                      <a:noFill/>
                    </a:lnB>
                    <a:solidFill>
                      <a:srgbClr val="AD84C6"/>
                    </a:solidFill>
                  </a:tcPr>
                </a:tc>
                <a:tc>
                  <a:txBody>
                    <a:bodyPr/>
                    <a:lstStyle/>
                    <a:p>
                      <a:pPr marL="0" indent="0" algn="ctr">
                        <a:buNone/>
                      </a:pPr>
                      <a:r>
                        <a:rPr lang="en-US" sz="1050" b="1" dirty="0">
                          <a:solidFill>
                            <a:srgbClr val="000000"/>
                          </a:solidFill>
                        </a:rPr>
                        <a:t>Max Objects</a:t>
                      </a:r>
                      <a:endParaRPr lang="en-US" sz="1050" dirty="0"/>
                    </a:p>
                  </a:txBody>
                  <a:tcPr anchor="ctr">
                    <a:lnL w="0" cap="flat" cmpd="sng" algn="ctr">
                      <a:noFill/>
                    </a:lnL>
                    <a:lnR w="0" cap="flat" cmpd="sng" algn="ctr">
                      <a:noFill/>
                    </a:lnR>
                    <a:lnT w="0" cap="flat" cmpd="sng" algn="ctr">
                      <a:noFill/>
                    </a:lnT>
                    <a:lnB w="0" cap="flat" cmpd="sng" algn="ctr">
                      <a:noFill/>
                    </a:lnB>
                    <a:solidFill>
                      <a:srgbClr val="AD84C6"/>
                    </a:solidFill>
                  </a:tcPr>
                </a:tc>
                <a:tc>
                  <a:txBody>
                    <a:bodyPr/>
                    <a:lstStyle/>
                    <a:p>
                      <a:pPr marL="0" indent="0" algn="ctr">
                        <a:buNone/>
                      </a:pPr>
                      <a:r>
                        <a:rPr lang="en-US" sz="1050" b="1" dirty="0">
                          <a:solidFill>
                            <a:srgbClr val="000000"/>
                          </a:solidFill>
                        </a:rPr>
                        <a:t>Unique Objects</a:t>
                      </a:r>
                      <a:endParaRPr lang="en-US" sz="1050" dirty="0"/>
                    </a:p>
                  </a:txBody>
                  <a:tcPr anchor="ctr">
                    <a:lnL w="0" cap="flat" cmpd="sng" algn="ctr">
                      <a:noFill/>
                    </a:lnL>
                    <a:lnR w="0" cap="flat" cmpd="sng" algn="ctr">
                      <a:noFill/>
                    </a:lnR>
                    <a:lnT w="0" cap="flat" cmpd="sng" algn="ctr">
                      <a:noFill/>
                    </a:lnT>
                    <a:lnB w="0" cap="flat" cmpd="sng" algn="ctr">
                      <a:noFill/>
                    </a:lnB>
                    <a:solidFill>
                      <a:srgbClr val="AD84C6"/>
                    </a:solidFill>
                  </a:tcPr>
                </a:tc>
                <a:tc>
                  <a:txBody>
                    <a:bodyPr/>
                    <a:lstStyle/>
                    <a:p>
                      <a:pPr marL="0" indent="0" algn="ctr">
                        <a:buNone/>
                      </a:pPr>
                      <a:r>
                        <a:rPr lang="en-US" sz="1050" b="1" dirty="0">
                          <a:solidFill>
                            <a:srgbClr val="000000"/>
                          </a:solidFill>
                        </a:rPr>
                        <a:t>Avg Speed (km/h)</a:t>
                      </a:r>
                      <a:endParaRPr lang="en-US" sz="1050" dirty="0"/>
                    </a:p>
                  </a:txBody>
                  <a:tcPr anchor="ctr">
                    <a:lnL w="0" cap="flat" cmpd="sng" algn="ctr">
                      <a:noFill/>
                    </a:lnL>
                    <a:lnR w="0" cap="flat" cmpd="sng" algn="ctr">
                      <a:noFill/>
                    </a:lnR>
                    <a:lnT w="0" cap="flat" cmpd="sng" algn="ctr">
                      <a:noFill/>
                    </a:lnT>
                    <a:lnB w="0" cap="flat" cmpd="sng" algn="ctr">
                      <a:noFill/>
                    </a:lnB>
                    <a:solidFill>
                      <a:srgbClr val="AD84C6"/>
                    </a:solidFill>
                  </a:tcPr>
                </a:tc>
                <a:extLst>
                  <a:ext uri="{0D108BD9-81ED-4DB2-BD59-A6C34878D82A}">
                    <a16:rowId xmlns:a16="http://schemas.microsoft.com/office/drawing/2014/main" val="10000"/>
                  </a:ext>
                </a:extLst>
              </a:tr>
              <a:tr h="384048">
                <a:tc>
                  <a:txBody>
                    <a:bodyPr/>
                    <a:lstStyle/>
                    <a:p>
                      <a:pPr marL="0" indent="0" algn="l">
                        <a:buNone/>
                      </a:pPr>
                      <a:r>
                        <a:rPr lang="en-US" sz="1050" dirty="0">
                          <a:solidFill>
                            <a:srgbClr val="000000"/>
                          </a:solidFill>
                        </a:rPr>
                        <a:t>2026-07-14 14:25</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00:06</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130</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24.52</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3</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3</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2.33</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extLst>
                  <a:ext uri="{0D108BD9-81ED-4DB2-BD59-A6C34878D82A}">
                    <a16:rowId xmlns:a16="http://schemas.microsoft.com/office/drawing/2014/main" val="10001"/>
                  </a:ext>
                </a:extLst>
              </a:tr>
              <a:tr h="384048">
                <a:tc>
                  <a:txBody>
                    <a:bodyPr/>
                    <a:lstStyle/>
                    <a:p>
                      <a:pPr marL="0" indent="0" algn="l">
                        <a:buNone/>
                      </a:pPr>
                      <a:r>
                        <a:rPr lang="en-US" sz="1050" dirty="0">
                          <a:solidFill>
                            <a:srgbClr val="000000"/>
                          </a:solidFill>
                        </a:rPr>
                        <a:t>2026-07-31 19:59</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01:32</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1,125</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12.08</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4</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25</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1.93</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extLst>
                  <a:ext uri="{0D108BD9-81ED-4DB2-BD59-A6C34878D82A}">
                    <a16:rowId xmlns:a16="http://schemas.microsoft.com/office/drawing/2014/main" val="10002"/>
                  </a:ext>
                </a:extLst>
              </a:tr>
              <a:tr h="384048">
                <a:tc>
                  <a:txBody>
                    <a:bodyPr/>
                    <a:lstStyle/>
                    <a:p>
                      <a:pPr marL="0" indent="0" algn="l">
                        <a:buNone/>
                      </a:pPr>
                      <a:r>
                        <a:rPr lang="en-US" sz="1050" dirty="0">
                          <a:solidFill>
                            <a:srgbClr val="000000"/>
                          </a:solidFill>
                        </a:rPr>
                        <a:t>2026-07-31 20:15</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00:48</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577</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12.07</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3</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6</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ctr">
                        <a:buNone/>
                      </a:pPr>
                      <a:r>
                        <a:rPr lang="en-US" sz="1050" dirty="0">
                          <a:solidFill>
                            <a:srgbClr val="000000"/>
                          </a:solidFill>
                        </a:rPr>
                        <a:t>0.98</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extLst>
                  <a:ext uri="{0D108BD9-81ED-4DB2-BD59-A6C34878D82A}">
                    <a16:rowId xmlns:a16="http://schemas.microsoft.com/office/drawing/2014/main" val="10003"/>
                  </a:ext>
                </a:extLst>
              </a:tr>
              <a:tr h="384048">
                <a:tc>
                  <a:txBody>
                    <a:bodyPr/>
                    <a:lstStyle/>
                    <a:p>
                      <a:pPr marL="0" indent="0" algn="l">
                        <a:buNone/>
                      </a:pPr>
                      <a:r>
                        <a:rPr lang="en-US" sz="1050" dirty="0">
                          <a:solidFill>
                            <a:srgbClr val="000000"/>
                          </a:solidFill>
                        </a:rPr>
                        <a:t>2026-07-31 20:28</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00:23</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260</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12.04</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2</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6</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ctr">
                        <a:buNone/>
                      </a:pPr>
                      <a:r>
                        <a:rPr lang="en-US" sz="1050" dirty="0">
                          <a:solidFill>
                            <a:srgbClr val="000000"/>
                          </a:solidFill>
                        </a:rPr>
                        <a:t>1.80</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extLst>
                  <a:ext uri="{0D108BD9-81ED-4DB2-BD59-A6C34878D82A}">
                    <a16:rowId xmlns:a16="http://schemas.microsoft.com/office/drawing/2014/main" val="10004"/>
                  </a:ext>
                </a:extLst>
              </a:tr>
            </a:tbl>
          </a:graphicData>
        </a:graphic>
      </p:graphicFrame>
      <p:pic>
        <p:nvPicPr>
          <p:cNvPr id="27" name="Picture 26">
            <a:extLst>
              <a:ext uri="{FF2B5EF4-FFF2-40B4-BE49-F238E27FC236}">
                <a16:creationId xmlns:a16="http://schemas.microsoft.com/office/drawing/2014/main" id="{1291A7D5-B07C-6894-A4F4-B4742C84CBDE}"/>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Challenges Faced &amp; Solutions</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Real engineering problems encountered while building the pipeline</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709160"/>
        </p:xfrm>
        <a:graphic>
          <a:graphicData uri="http://schemas.openxmlformats.org/drawingml/2006/table">
            <a:tbl>
              <a:tblPr/>
              <a:tblGrid>
                <a:gridCol w="512064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457200">
                <a:tc>
                  <a:txBody>
                    <a:bodyPr/>
                    <a:lstStyle/>
                    <a:p>
                      <a:pPr marL="0" indent="0" algn="l">
                        <a:buNone/>
                      </a:pPr>
                      <a:r>
                        <a:rPr lang="en-US" sz="1200" b="1" dirty="0">
                          <a:solidFill>
                            <a:srgbClr val="000000"/>
                          </a:solidFill>
                        </a:rPr>
                        <a:t>Challenge</a:t>
                      </a:r>
                      <a:endParaRPr lang="en-US" sz="1200" dirty="0"/>
                    </a:p>
                  </a:txBody>
                  <a:tcPr anchor="ctr">
                    <a:lnL w="0" cap="flat" cmpd="sng" algn="ctr">
                      <a:noFill/>
                    </a:lnL>
                    <a:lnR w="0" cap="flat" cmpd="sng" algn="ctr">
                      <a:noFill/>
                    </a:lnR>
                    <a:lnT w="0" cap="flat" cmpd="sng" algn="ctr">
                      <a:noFill/>
                    </a:lnT>
                    <a:lnB w="0" cap="flat" cmpd="sng" algn="ctr">
                      <a:noFill/>
                    </a:lnB>
                    <a:solidFill>
                      <a:srgbClr val="AD84C6"/>
                    </a:solidFill>
                  </a:tcPr>
                </a:tc>
                <a:tc>
                  <a:txBody>
                    <a:bodyPr/>
                    <a:lstStyle/>
                    <a:p>
                      <a:pPr marL="0" indent="0" algn="l">
                        <a:buNone/>
                      </a:pPr>
                      <a:r>
                        <a:rPr lang="en-US" sz="1200" b="1" dirty="0">
                          <a:solidFill>
                            <a:srgbClr val="000000"/>
                          </a:solidFill>
                        </a:rPr>
                        <a:t>Solution</a:t>
                      </a:r>
                      <a:endParaRPr lang="en-US" sz="1200" dirty="0"/>
                    </a:p>
                  </a:txBody>
                  <a:tcPr anchor="ctr">
                    <a:lnL w="0" cap="flat" cmpd="sng" algn="ctr">
                      <a:noFill/>
                    </a:lnL>
                    <a:lnR w="0" cap="flat" cmpd="sng" algn="ctr">
                      <a:noFill/>
                    </a:lnR>
                    <a:lnT w="0" cap="flat" cmpd="sng" algn="ctr">
                      <a:noFill/>
                    </a:lnT>
                    <a:lnB w="0" cap="flat" cmpd="sng" algn="ctr">
                      <a:noFill/>
                    </a:lnB>
                    <a:solidFill>
                      <a:srgbClr val="AD84C6"/>
                    </a:solidFill>
                  </a:tcPr>
                </a:tc>
                <a:extLst>
                  <a:ext uri="{0D108BD9-81ED-4DB2-BD59-A6C34878D82A}">
                    <a16:rowId xmlns:a16="http://schemas.microsoft.com/office/drawing/2014/main" val="10000"/>
                  </a:ext>
                </a:extLst>
              </a:tr>
              <a:tr h="685800">
                <a:tc>
                  <a:txBody>
                    <a:bodyPr/>
                    <a:lstStyle/>
                    <a:p>
                      <a:pPr marL="0" indent="0" algn="l">
                        <a:buNone/>
                      </a:pPr>
                      <a:r>
                        <a:rPr lang="en-US" sz="1050" dirty="0">
                          <a:solidFill>
                            <a:srgbClr val="000000"/>
                          </a:solidFill>
                        </a:rPr>
                        <a:t>CPU-only inference limited FPS on heavier frames</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l">
                        <a:buNone/>
                      </a:pPr>
                      <a:r>
                        <a:rPr lang="en-US" sz="1050" dirty="0">
                          <a:solidFill>
                            <a:srgbClr val="000000"/>
                          </a:solidFill>
                        </a:rPr>
                        <a:t>Used the lightweight YOLOv8n variant and fixed frame size (1280×720) to keep detection real-time</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extLst>
                  <a:ext uri="{0D108BD9-81ED-4DB2-BD59-A6C34878D82A}">
                    <a16:rowId xmlns:a16="http://schemas.microsoft.com/office/drawing/2014/main" val="10001"/>
                  </a:ext>
                </a:extLst>
              </a:tr>
              <a:tr h="685800">
                <a:tc>
                  <a:txBody>
                    <a:bodyPr/>
                    <a:lstStyle/>
                    <a:p>
                      <a:pPr marL="0" indent="0" algn="l">
                        <a:buNone/>
                      </a:pPr>
                      <a:r>
                        <a:rPr lang="en-US" sz="1050" dirty="0">
                          <a:solidFill>
                            <a:srgbClr val="000000"/>
                          </a:solidFill>
                        </a:rPr>
                        <a:t>Jittery bounding-box centres made trails look noisy</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l">
                        <a:buNone/>
                      </a:pPr>
                      <a:r>
                        <a:rPr lang="en-US" sz="1050" dirty="0">
                          <a:solidFill>
                            <a:srgbClr val="000000"/>
                          </a:solidFill>
                        </a:rPr>
                        <a:t>Added PositionSmoother with EMA smoothing (α = 0.70) before drawing trajectories</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extLst>
                  <a:ext uri="{0D108BD9-81ED-4DB2-BD59-A6C34878D82A}">
                    <a16:rowId xmlns:a16="http://schemas.microsoft.com/office/drawing/2014/main" val="10002"/>
                  </a:ext>
                </a:extLst>
              </a:tr>
              <a:tr h="685800">
                <a:tc>
                  <a:txBody>
                    <a:bodyPr/>
                    <a:lstStyle/>
                    <a:p>
                      <a:pPr marL="0" indent="0" algn="l">
                        <a:buNone/>
                      </a:pPr>
                      <a:r>
                        <a:rPr lang="en-US" sz="1050" dirty="0">
                          <a:solidFill>
                            <a:srgbClr val="000000"/>
                          </a:solidFill>
                        </a:rPr>
                        <a:t>Track IDs sometimes appeared before being confirmed</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l">
                        <a:buNone/>
                      </a:pPr>
                      <a:r>
                        <a:rPr lang="en-US" sz="1050" dirty="0">
                          <a:solidFill>
                            <a:srgbClr val="000000"/>
                          </a:solidFill>
                        </a:rPr>
                        <a:t>main.py explicitly skips any box where box.id is None before feeding downstream modules</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extLst>
                  <a:ext uri="{0D108BD9-81ED-4DB2-BD59-A6C34878D82A}">
                    <a16:rowId xmlns:a16="http://schemas.microsoft.com/office/drawing/2014/main" val="10003"/>
                  </a:ext>
                </a:extLst>
              </a:tr>
              <a:tr h="685800">
                <a:tc>
                  <a:txBody>
                    <a:bodyPr/>
                    <a:lstStyle/>
                    <a:p>
                      <a:pPr marL="0" indent="0" algn="l">
                        <a:buNone/>
                      </a:pPr>
                      <a:r>
                        <a:rPr lang="en-US" sz="1050" dirty="0">
                          <a:solidFill>
                            <a:srgbClr val="000000"/>
                          </a:solidFill>
                        </a:rPr>
                        <a:t>Speed estimates need a real-world reference, not just pixels</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l">
                        <a:buNone/>
                      </a:pPr>
                      <a:r>
                        <a:rPr lang="en-US" sz="1050" dirty="0">
                          <a:solidFill>
                            <a:srgbClr val="000000"/>
                          </a:solidFill>
                        </a:rPr>
                        <a:t>Built CameraCalibrator to convert a known real-world distance into a pixels-per-metre ratio</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extLst>
                  <a:ext uri="{0D108BD9-81ED-4DB2-BD59-A6C34878D82A}">
                    <a16:rowId xmlns:a16="http://schemas.microsoft.com/office/drawing/2014/main" val="10004"/>
                  </a:ext>
                </a:extLst>
              </a:tr>
              <a:tr h="685800">
                <a:tc>
                  <a:txBody>
                    <a:bodyPr/>
                    <a:lstStyle/>
                    <a:p>
                      <a:pPr marL="0" indent="0" algn="l">
                        <a:buNone/>
                      </a:pPr>
                      <a:r>
                        <a:rPr lang="en-US" sz="1050" dirty="0">
                          <a:solidFill>
                            <a:srgbClr val="000000"/>
                          </a:solidFill>
                        </a:rPr>
                        <a:t>False line-crossings from single noisy frames</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tc>
                  <a:txBody>
                    <a:bodyPr/>
                    <a:lstStyle/>
                    <a:p>
                      <a:pPr marL="0" indent="0" algn="l">
                        <a:buNone/>
                      </a:pPr>
                      <a:r>
                        <a:rPr lang="en-US" sz="1050" dirty="0">
                          <a:solidFill>
                            <a:srgbClr val="000000"/>
                          </a:solidFill>
                        </a:rPr>
                        <a:t>LineCounter requires 5+ history points and a ±30px tolerance zone before confirming a crossing</a:t>
                      </a:r>
                      <a:endParaRPr lang="en-US" sz="1050" dirty="0"/>
                    </a:p>
                  </a:txBody>
                  <a:tcPr anchor="ctr">
                    <a:lnL w="0" cap="flat" cmpd="sng" algn="ctr">
                      <a:noFill/>
                    </a:lnL>
                    <a:lnR w="0" cap="flat" cmpd="sng" algn="ctr">
                      <a:noFill/>
                    </a:lnR>
                    <a:lnT w="0" cap="flat" cmpd="sng" algn="ctr">
                      <a:noFill/>
                    </a:lnT>
                    <a:lnB w="0" cap="flat" cmpd="sng" algn="ctr">
                      <a:noFill/>
                    </a:lnB>
                    <a:solidFill>
                      <a:srgbClr val="F3F1F7"/>
                    </a:solidFill>
                  </a:tcPr>
                </a:tc>
                <a:extLst>
                  <a:ext uri="{0D108BD9-81ED-4DB2-BD59-A6C34878D82A}">
                    <a16:rowId xmlns:a16="http://schemas.microsoft.com/office/drawing/2014/main" val="10005"/>
                  </a:ext>
                </a:extLst>
              </a:tr>
              <a:tr h="822960">
                <a:tc>
                  <a:txBody>
                    <a:bodyPr/>
                    <a:lstStyle/>
                    <a:p>
                      <a:pPr marL="0" indent="0" algn="l">
                        <a:buNone/>
                      </a:pPr>
                      <a:r>
                        <a:rPr lang="en-US" sz="1050" dirty="0">
                          <a:solidFill>
                            <a:srgbClr val="000000"/>
                          </a:solidFill>
                        </a:rPr>
                        <a:t>Several analytics modules (heatmap, intrusion, dwell time) were needed but out of scope for this pass</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tc>
                  <a:txBody>
                    <a:bodyPr/>
                    <a:lstStyle/>
                    <a:p>
                      <a:pPr marL="0" indent="0" algn="l">
                        <a:buNone/>
                      </a:pPr>
                      <a:r>
                        <a:rPr lang="en-US" sz="1050" dirty="0">
                          <a:solidFill>
                            <a:srgbClr val="000000"/>
                          </a:solidFill>
                        </a:rPr>
                        <a:t>Scaffolded as clear extension points, deliberately deferred to Future Scope rather than rushed</a:t>
                      </a:r>
                      <a:endParaRPr lang="en-US" sz="1050" dirty="0"/>
                    </a:p>
                  </a:txBody>
                  <a:tcPr anchor="ctr">
                    <a:lnL w="0" cap="flat" cmpd="sng" algn="ctr">
                      <a:noFill/>
                    </a:lnL>
                    <a:lnR w="0" cap="flat" cmpd="sng" algn="ctr">
                      <a:noFill/>
                    </a:lnR>
                    <a:lnT w="0" cap="flat" cmpd="sng" algn="ctr">
                      <a:noFill/>
                    </a:lnT>
                    <a:lnB w="0" cap="flat" cmpd="sng" algn="ctr">
                      <a:noFill/>
                    </a:lnB>
                    <a:solidFill>
                      <a:srgbClr val="EAE7F0"/>
                    </a:solidFill>
                  </a:tcPr>
                </a:tc>
                <a:extLst>
                  <a:ext uri="{0D108BD9-81ED-4DB2-BD59-A6C34878D82A}">
                    <a16:rowId xmlns:a16="http://schemas.microsoft.com/office/drawing/2014/main" val="10006"/>
                  </a:ext>
                </a:extLst>
              </a:tr>
            </a:tbl>
          </a:graphicData>
        </a:graphic>
      </p:graphicFrame>
      <p:pic>
        <p:nvPicPr>
          <p:cNvPr id="6" name="Picture 5">
            <a:extLst>
              <a:ext uri="{FF2B5EF4-FFF2-40B4-BE49-F238E27FC236}">
                <a16:creationId xmlns:a16="http://schemas.microsoft.com/office/drawing/2014/main" id="{6144B4D1-F6CE-D040-C6D6-62996E347BBC}"/>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Future Scope / Enhancements</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Deliberately scaffolded, not yet implemented — the natural next iterations</a:t>
            </a:r>
            <a:endParaRPr lang="en-US" sz="1400" dirty="0"/>
          </a:p>
        </p:txBody>
      </p:sp>
      <p:sp>
        <p:nvSpPr>
          <p:cNvPr id="4" name="Shape 2"/>
          <p:cNvSpPr/>
          <p:nvPr/>
        </p:nvSpPr>
        <p:spPr>
          <a:xfrm>
            <a:off x="548640" y="1554480"/>
            <a:ext cx="5440680" cy="1170432"/>
          </a:xfrm>
          <a:prstGeom prst="roundRect">
            <a:avLst>
              <a:gd name="adj" fmla="val 625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5" name="Text 3"/>
          <p:cNvSpPr/>
          <p:nvPr/>
        </p:nvSpPr>
        <p:spPr>
          <a:xfrm>
            <a:off x="731520" y="1664208"/>
            <a:ext cx="507492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Heatmap Generation</a:t>
            </a:r>
            <a:endParaRPr lang="en-US" sz="1250" dirty="0"/>
          </a:p>
        </p:txBody>
      </p:sp>
      <p:sp>
        <p:nvSpPr>
          <p:cNvPr id="6" name="Text 4"/>
          <p:cNvSpPr/>
          <p:nvPr/>
        </p:nvSpPr>
        <p:spPr>
          <a:xfrm>
            <a:off x="731520" y="1956816"/>
            <a:ext cx="5074920" cy="713232"/>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build_heatmap() is stubbed — accumulate track density into a spatial heatmap overlay</a:t>
            </a:r>
            <a:endParaRPr lang="en-US" sz="1000" dirty="0"/>
          </a:p>
        </p:txBody>
      </p:sp>
      <p:sp>
        <p:nvSpPr>
          <p:cNvPr id="7" name="Shape 5"/>
          <p:cNvSpPr/>
          <p:nvPr/>
        </p:nvSpPr>
        <p:spPr>
          <a:xfrm>
            <a:off x="6172200" y="1554480"/>
            <a:ext cx="5440680" cy="1170432"/>
          </a:xfrm>
          <a:prstGeom prst="roundRect">
            <a:avLst>
              <a:gd name="adj" fmla="val 625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6355080" y="1664208"/>
            <a:ext cx="507492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Intrusion Detection</a:t>
            </a:r>
            <a:endParaRPr lang="en-US" sz="1250" dirty="0"/>
          </a:p>
        </p:txBody>
      </p:sp>
      <p:sp>
        <p:nvSpPr>
          <p:cNvPr id="9" name="Text 7"/>
          <p:cNvSpPr/>
          <p:nvPr/>
        </p:nvSpPr>
        <p:spPr>
          <a:xfrm>
            <a:off x="6355080" y="1956816"/>
            <a:ext cx="5074920" cy="713232"/>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detect_intrusion() is stubbed — flag tracks entering a restricted polygon zone</a:t>
            </a:r>
            <a:endParaRPr lang="en-US" sz="1000" dirty="0"/>
          </a:p>
        </p:txBody>
      </p:sp>
      <p:sp>
        <p:nvSpPr>
          <p:cNvPr id="10" name="Shape 8"/>
          <p:cNvSpPr/>
          <p:nvPr/>
        </p:nvSpPr>
        <p:spPr>
          <a:xfrm>
            <a:off x="548640" y="2871216"/>
            <a:ext cx="5440680" cy="1170432"/>
          </a:xfrm>
          <a:prstGeom prst="roundRect">
            <a:avLst>
              <a:gd name="adj" fmla="val 625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1" name="Text 9"/>
          <p:cNvSpPr/>
          <p:nvPr/>
        </p:nvSpPr>
        <p:spPr>
          <a:xfrm>
            <a:off x="731520" y="2980944"/>
            <a:ext cx="507492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Dwell-Time Analysis</a:t>
            </a:r>
            <a:endParaRPr lang="en-US" sz="1250" dirty="0"/>
          </a:p>
        </p:txBody>
      </p:sp>
      <p:sp>
        <p:nvSpPr>
          <p:cNvPr id="12" name="Text 10"/>
          <p:cNvSpPr/>
          <p:nvPr/>
        </p:nvSpPr>
        <p:spPr>
          <a:xfrm>
            <a:off x="731520" y="3273552"/>
            <a:ext cx="5074920" cy="713232"/>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calculate_dwell_time() is stubbed — measure how long each track stays in a zone</a:t>
            </a:r>
            <a:endParaRPr lang="en-US" sz="1000" dirty="0"/>
          </a:p>
        </p:txBody>
      </p:sp>
      <p:sp>
        <p:nvSpPr>
          <p:cNvPr id="13" name="Shape 11"/>
          <p:cNvSpPr/>
          <p:nvPr/>
        </p:nvSpPr>
        <p:spPr>
          <a:xfrm>
            <a:off x="6172200" y="2871216"/>
            <a:ext cx="5440680" cy="1170432"/>
          </a:xfrm>
          <a:prstGeom prst="roundRect">
            <a:avLst>
              <a:gd name="adj" fmla="val 625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4" name="Text 12"/>
          <p:cNvSpPr/>
          <p:nvPr/>
        </p:nvSpPr>
        <p:spPr>
          <a:xfrm>
            <a:off x="6355080" y="2980944"/>
            <a:ext cx="507492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DeepSORT Alternative</a:t>
            </a:r>
            <a:endParaRPr lang="en-US" sz="1250" dirty="0"/>
          </a:p>
        </p:txBody>
      </p:sp>
      <p:sp>
        <p:nvSpPr>
          <p:cNvPr id="15" name="Text 13"/>
          <p:cNvSpPr/>
          <p:nvPr/>
        </p:nvSpPr>
        <p:spPr>
          <a:xfrm>
            <a:off x="6355080" y="3273552"/>
            <a:ext cx="5074920" cy="713232"/>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DeepSort class is a placeholder — appearance-based tracking as a ByteTrack alternative</a:t>
            </a:r>
            <a:endParaRPr lang="en-US" sz="1000" dirty="0"/>
          </a:p>
        </p:txBody>
      </p:sp>
      <p:sp>
        <p:nvSpPr>
          <p:cNvPr id="16" name="Shape 14"/>
          <p:cNvSpPr/>
          <p:nvPr/>
        </p:nvSpPr>
        <p:spPr>
          <a:xfrm>
            <a:off x="548640" y="4187952"/>
            <a:ext cx="5440680" cy="1170432"/>
          </a:xfrm>
          <a:prstGeom prst="roundRect">
            <a:avLst>
              <a:gd name="adj" fmla="val 625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17" name="Text 15"/>
          <p:cNvSpPr/>
          <p:nvPr/>
        </p:nvSpPr>
        <p:spPr>
          <a:xfrm>
            <a:off x="731520" y="4297680"/>
            <a:ext cx="507492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Complete REST API</a:t>
            </a:r>
            <a:endParaRPr lang="en-US" sz="1250" dirty="0"/>
          </a:p>
        </p:txBody>
      </p:sp>
      <p:sp>
        <p:nvSpPr>
          <p:cNvPr id="18" name="Text 16"/>
          <p:cNvSpPr/>
          <p:nvPr/>
        </p:nvSpPr>
        <p:spPr>
          <a:xfrm>
            <a:off x="731520" y="4590288"/>
            <a:ext cx="5074920" cy="713232"/>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Flesh out the FastAPI router with live detection/analytics endpoints beyond the current schema</a:t>
            </a:r>
            <a:endParaRPr lang="en-US" sz="1000" dirty="0"/>
          </a:p>
        </p:txBody>
      </p:sp>
      <p:sp>
        <p:nvSpPr>
          <p:cNvPr id="19" name="Shape 17"/>
          <p:cNvSpPr/>
          <p:nvPr/>
        </p:nvSpPr>
        <p:spPr>
          <a:xfrm>
            <a:off x="6172200" y="4187952"/>
            <a:ext cx="5440680" cy="1170432"/>
          </a:xfrm>
          <a:prstGeom prst="roundRect">
            <a:avLst>
              <a:gd name="adj" fmla="val 625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20" name="Text 18"/>
          <p:cNvSpPr/>
          <p:nvPr/>
        </p:nvSpPr>
        <p:spPr>
          <a:xfrm>
            <a:off x="6355080" y="4297680"/>
            <a:ext cx="507492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Broader Automated Testing</a:t>
            </a:r>
            <a:endParaRPr lang="en-US" sz="1250" dirty="0"/>
          </a:p>
        </p:txBody>
      </p:sp>
      <p:sp>
        <p:nvSpPr>
          <p:cNvPr id="21" name="Text 19"/>
          <p:cNvSpPr/>
          <p:nvPr/>
        </p:nvSpPr>
        <p:spPr>
          <a:xfrm>
            <a:off x="6355080" y="4590288"/>
            <a:ext cx="5074920" cy="713232"/>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Expand src/tests/ from import smoke tests into real unit &amp; integration coverage</a:t>
            </a:r>
            <a:endParaRPr lang="en-US" sz="1000" dirty="0"/>
          </a:p>
        </p:txBody>
      </p:sp>
      <p:sp>
        <p:nvSpPr>
          <p:cNvPr id="22" name="Shape 20"/>
          <p:cNvSpPr/>
          <p:nvPr/>
        </p:nvSpPr>
        <p:spPr>
          <a:xfrm>
            <a:off x="548640" y="5504688"/>
            <a:ext cx="5440680" cy="1170432"/>
          </a:xfrm>
          <a:prstGeom prst="roundRect">
            <a:avLst>
              <a:gd name="adj" fmla="val 625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23" name="Text 21"/>
          <p:cNvSpPr/>
          <p:nvPr/>
        </p:nvSpPr>
        <p:spPr>
          <a:xfrm>
            <a:off x="731520" y="5614416"/>
            <a:ext cx="507492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SQLite-Backed History</a:t>
            </a:r>
            <a:endParaRPr lang="en-US" sz="1250" dirty="0"/>
          </a:p>
        </p:txBody>
      </p:sp>
      <p:sp>
        <p:nvSpPr>
          <p:cNvPr id="24" name="Text 22"/>
          <p:cNvSpPr/>
          <p:nvPr/>
        </p:nvSpPr>
        <p:spPr>
          <a:xfrm>
            <a:off x="731520" y="5907024"/>
            <a:ext cx="5074920" cy="713232"/>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Wire ReportExporter to also persist into the existing Detection SQLAlchemy model</a:t>
            </a:r>
            <a:endParaRPr lang="en-US" sz="1000" dirty="0"/>
          </a:p>
        </p:txBody>
      </p:sp>
      <p:sp>
        <p:nvSpPr>
          <p:cNvPr id="25" name="Shape 23"/>
          <p:cNvSpPr/>
          <p:nvPr/>
        </p:nvSpPr>
        <p:spPr>
          <a:xfrm>
            <a:off x="6172200" y="5504688"/>
            <a:ext cx="5440680" cy="1170432"/>
          </a:xfrm>
          <a:prstGeom prst="roundRect">
            <a:avLst>
              <a:gd name="adj" fmla="val 6250"/>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26" name="Text 24"/>
          <p:cNvSpPr/>
          <p:nvPr/>
        </p:nvSpPr>
        <p:spPr>
          <a:xfrm>
            <a:off x="6355080" y="5614416"/>
            <a:ext cx="5074920" cy="274320"/>
          </a:xfrm>
          <a:prstGeom prst="rect">
            <a:avLst/>
          </a:prstGeom>
          <a:noFill/>
          <a:ln/>
        </p:spPr>
        <p:txBody>
          <a:bodyPr wrap="square" rtlCol="0" anchor="ctr"/>
          <a:lstStyle/>
          <a:p>
            <a:pPr marL="0" indent="0">
              <a:buNone/>
            </a:pPr>
            <a:r>
              <a:rPr lang="en-US" sz="1250" b="1" dirty="0">
                <a:solidFill>
                  <a:srgbClr val="6997AF"/>
                </a:solidFill>
                <a:latin typeface="Calibri" pitchFamily="34" charset="0"/>
                <a:ea typeface="Calibri" pitchFamily="34" charset="-122"/>
                <a:cs typeface="Calibri" pitchFamily="34" charset="-120"/>
              </a:rPr>
              <a:t>Cloud / Edge Deployment</a:t>
            </a:r>
            <a:endParaRPr lang="en-US" sz="1250" dirty="0"/>
          </a:p>
        </p:txBody>
      </p:sp>
      <p:sp>
        <p:nvSpPr>
          <p:cNvPr id="27" name="Text 25"/>
          <p:cNvSpPr/>
          <p:nvPr/>
        </p:nvSpPr>
        <p:spPr>
          <a:xfrm>
            <a:off x="6355080" y="5907024"/>
            <a:ext cx="5074920" cy="713232"/>
          </a:xfrm>
          <a:prstGeom prst="rect">
            <a:avLst/>
          </a:prstGeom>
          <a:noFill/>
          <a:ln/>
        </p:spPr>
        <p:txBody>
          <a:bodyPr wrap="square" rtlCol="0" anchor="ctr"/>
          <a:lstStyle/>
          <a:p>
            <a:pPr marL="0" indent="0">
              <a:lnSpc>
                <a:spcPts val="1300"/>
              </a:lnSpc>
              <a:buNone/>
            </a:pPr>
            <a:r>
              <a:rPr lang="en-US" sz="1000" dirty="0">
                <a:solidFill>
                  <a:srgbClr val="000000"/>
                </a:solidFill>
                <a:latin typeface="Calibri" pitchFamily="34" charset="0"/>
                <a:ea typeface="Calibri" pitchFamily="34" charset="-122"/>
                <a:cs typeface="Calibri" pitchFamily="34" charset="-120"/>
              </a:rPr>
              <a:t>Containerise with the existing Dockerfile and deploy to a cloud or edge device for 24×7 monitoring</a:t>
            </a:r>
            <a:endParaRPr lang="en-US" sz="1000" dirty="0"/>
          </a:p>
        </p:txBody>
      </p:sp>
      <p:pic>
        <p:nvPicPr>
          <p:cNvPr id="30" name="Picture 29">
            <a:extLst>
              <a:ext uri="{FF2B5EF4-FFF2-40B4-BE49-F238E27FC236}">
                <a16:creationId xmlns:a16="http://schemas.microsoft.com/office/drawing/2014/main" id="{16A30104-A75E-9CC9-2C6A-B5C27A47F3D7}"/>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Conclusion</a:t>
            </a:r>
            <a:endParaRPr lang="en-US" sz="3000" dirty="0"/>
          </a:p>
        </p:txBody>
      </p:sp>
      <p:sp>
        <p:nvSpPr>
          <p:cNvPr id="3" name="Shape 1"/>
          <p:cNvSpPr/>
          <p:nvPr/>
        </p:nvSpPr>
        <p:spPr>
          <a:xfrm>
            <a:off x="548640" y="1554480"/>
            <a:ext cx="11064240" cy="1920240"/>
          </a:xfrm>
          <a:prstGeom prst="roundRect">
            <a:avLst>
              <a:gd name="adj" fmla="val 3810"/>
            </a:avLst>
          </a:prstGeom>
          <a:solidFill>
            <a:srgbClr val="EAE7F0"/>
          </a:solidFill>
          <a:ln w="12700">
            <a:solidFill>
              <a:srgbClr val="5D739A"/>
            </a:solidFill>
            <a:prstDash val="solid"/>
          </a:ln>
          <a:effectLst>
            <a:outerShdw blurRad="101600" dist="38100" dir="5400000" algn="bl" rotWithShape="0">
              <a:srgbClr val="000000">
                <a:alpha val="35000"/>
              </a:srgbClr>
            </a:outerShdw>
          </a:effectLst>
        </p:spPr>
      </p:sp>
      <p:sp>
        <p:nvSpPr>
          <p:cNvPr id="4" name="Text 2"/>
          <p:cNvSpPr/>
          <p:nvPr/>
        </p:nvSpPr>
        <p:spPr>
          <a:xfrm>
            <a:off x="822960" y="1783080"/>
            <a:ext cx="10515600" cy="1554480"/>
          </a:xfrm>
          <a:prstGeom prst="rect">
            <a:avLst/>
          </a:prstGeom>
          <a:noFill/>
          <a:ln/>
        </p:spPr>
        <p:txBody>
          <a:bodyPr wrap="square" rtlCol="0" anchor="ctr"/>
          <a:lstStyle/>
          <a:p>
            <a:pPr marL="0" indent="0">
              <a:lnSpc>
                <a:spcPts val="1900"/>
              </a:lnSpc>
              <a:buNone/>
            </a:pPr>
            <a:r>
              <a:rPr lang="en-US" sz="1300" dirty="0">
                <a:solidFill>
                  <a:srgbClr val="000000"/>
                </a:solidFill>
                <a:latin typeface="Calibri" pitchFamily="34" charset="0"/>
                <a:ea typeface="Calibri" pitchFamily="34" charset="-122"/>
                <a:cs typeface="Calibri" pitchFamily="34" charset="-120"/>
              </a:rPr>
              <a:t>Over the course of this internship, VisionTrack AI grew into a working real-time video analytics pipeline: a webcam feed flows through YOLOv8n detection, ByteTrack tracking, and custom motion-analytics modules, producing live on-screen insight and an automatically exported session report — validated across 4 real recorded sessions rather than left as a design on paper.</a:t>
            </a:r>
            <a:endParaRPr lang="en-US" sz="1300" dirty="0"/>
          </a:p>
        </p:txBody>
      </p:sp>
      <p:sp>
        <p:nvSpPr>
          <p:cNvPr id="5" name="Text 3"/>
          <p:cNvSpPr/>
          <p:nvPr/>
        </p:nvSpPr>
        <p:spPr>
          <a:xfrm>
            <a:off x="548640" y="3657600"/>
            <a:ext cx="5486400" cy="320040"/>
          </a:xfrm>
          <a:prstGeom prst="rect">
            <a:avLst/>
          </a:prstGeom>
          <a:noFill/>
          <a:ln/>
        </p:spPr>
        <p:txBody>
          <a:bodyPr wrap="square" rtlCol="0" anchor="ctr"/>
          <a:lstStyle/>
          <a:p>
            <a:pPr marL="0" indent="0">
              <a:buNone/>
            </a:pPr>
            <a:r>
              <a:rPr lang="en-US" sz="1300" b="1" dirty="0">
                <a:solidFill>
                  <a:srgbClr val="AD84C6"/>
                </a:solidFill>
                <a:latin typeface="Calibri" pitchFamily="34" charset="0"/>
                <a:ea typeface="Calibri" pitchFamily="34" charset="-122"/>
                <a:cs typeface="Calibri" pitchFamily="34" charset="-120"/>
              </a:rPr>
              <a:t>KEY TAKEAWAYS</a:t>
            </a:r>
            <a:endParaRPr lang="en-US" sz="1300" dirty="0"/>
          </a:p>
        </p:txBody>
      </p:sp>
      <p:sp>
        <p:nvSpPr>
          <p:cNvPr id="6" name="Text 4"/>
          <p:cNvSpPr/>
          <p:nvPr/>
        </p:nvSpPr>
        <p:spPr>
          <a:xfrm>
            <a:off x="548640" y="4023360"/>
            <a:ext cx="11064240" cy="1371600"/>
          </a:xfrm>
          <a:prstGeom prst="rect">
            <a:avLst/>
          </a:prstGeom>
          <a:noFill/>
          <a:ln/>
        </p:spPr>
        <p:txBody>
          <a:bodyPr wrap="square" rtlCol="0" anchor="ctr"/>
          <a:lstStyle/>
          <a:p>
            <a:pPr marL="342900" indent="-342900">
              <a:lnSpc>
                <a:spcPts val="1700"/>
              </a:lnSpc>
              <a:spcAft>
                <a:spcPts val="1000"/>
              </a:spcAft>
              <a:buSzPct val="100000"/>
              <a:buChar char="•"/>
            </a:pPr>
            <a:r>
              <a:rPr lang="en-US" sz="1250" dirty="0">
                <a:solidFill>
                  <a:srgbClr val="000000"/>
                </a:solidFill>
                <a:latin typeface="Calibri" pitchFamily="34" charset="0"/>
                <a:ea typeface="Calibri" pitchFamily="34" charset="-122"/>
                <a:cs typeface="Calibri" pitchFamily="34" charset="-120"/>
              </a:rPr>
              <a:t>End-to-end ownership: camera capture → detection → tracking → analytics → reporting → dashboard</a:t>
            </a:r>
            <a:endParaRPr lang="en-US" sz="1250" dirty="0"/>
          </a:p>
          <a:p>
            <a:pPr marL="342900" indent="-342900">
              <a:lnSpc>
                <a:spcPts val="1700"/>
              </a:lnSpc>
              <a:spcAft>
                <a:spcPts val="1000"/>
              </a:spcAft>
              <a:buSzPct val="100000"/>
              <a:buChar char="•"/>
            </a:pPr>
            <a:r>
              <a:rPr lang="en-US" sz="1250" dirty="0">
                <a:solidFill>
                  <a:srgbClr val="000000"/>
                </a:solidFill>
                <a:latin typeface="Calibri" pitchFamily="34" charset="0"/>
                <a:ea typeface="Calibri" pitchFamily="34" charset="-122"/>
                <a:cs typeface="Calibri" pitchFamily="34" charset="-120"/>
              </a:rPr>
              <a:t>Config-driven engineering discipline: thresholds, sizes and calibration live in settings, not scattered in code</a:t>
            </a:r>
            <a:endParaRPr lang="en-US" sz="1250" dirty="0"/>
          </a:p>
          <a:p>
            <a:pPr marL="342900" indent="-342900">
              <a:lnSpc>
                <a:spcPts val="1700"/>
              </a:lnSpc>
              <a:spcAft>
                <a:spcPts val="1000"/>
              </a:spcAft>
              <a:buSzPct val="100000"/>
              <a:buChar char="•"/>
            </a:pPr>
            <a:r>
              <a:rPr lang="en-US" sz="1250" dirty="0">
                <a:solidFill>
                  <a:srgbClr val="000000"/>
                </a:solidFill>
                <a:latin typeface="Calibri" pitchFamily="34" charset="0"/>
                <a:ea typeface="Calibri" pitchFamily="34" charset="-122"/>
                <a:cs typeface="Calibri" pitchFamily="34" charset="-120"/>
              </a:rPr>
              <a:t>Hands-on with the modern CV/analytics stack: YOLOv8, ByteTrack, OpenCV, Streamlit, FastAPI, SQLAlchemy</a:t>
            </a:r>
            <a:endParaRPr lang="en-US" sz="1250" dirty="0"/>
          </a:p>
        </p:txBody>
      </p:sp>
      <p:sp>
        <p:nvSpPr>
          <p:cNvPr id="7" name="Shape 5"/>
          <p:cNvSpPr/>
          <p:nvPr/>
        </p:nvSpPr>
        <p:spPr>
          <a:xfrm>
            <a:off x="548640" y="5532120"/>
            <a:ext cx="11064240" cy="868680"/>
          </a:xfrm>
          <a:prstGeom prst="roundRect">
            <a:avLst>
              <a:gd name="adj" fmla="val 8421"/>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sp>
        <p:nvSpPr>
          <p:cNvPr id="8" name="Text 6"/>
          <p:cNvSpPr/>
          <p:nvPr/>
        </p:nvSpPr>
        <p:spPr>
          <a:xfrm>
            <a:off x="822960" y="5669280"/>
            <a:ext cx="10515600" cy="594360"/>
          </a:xfrm>
          <a:prstGeom prst="rect">
            <a:avLst/>
          </a:prstGeom>
          <a:noFill/>
          <a:ln/>
        </p:spPr>
        <p:txBody>
          <a:bodyPr wrap="square" rtlCol="0" anchor="ctr"/>
          <a:lstStyle/>
          <a:p>
            <a:pPr marL="0" indent="0">
              <a:buNone/>
            </a:pPr>
            <a:r>
              <a:rPr lang="en-US" sz="1200" i="1" dirty="0">
                <a:solidFill>
                  <a:srgbClr val="AD84C6"/>
                </a:solidFill>
                <a:latin typeface="Calibri" pitchFamily="34" charset="0"/>
                <a:ea typeface="Calibri" pitchFamily="34" charset="-122"/>
                <a:cs typeface="Calibri" pitchFamily="34" charset="-120"/>
              </a:rPr>
              <a:t>This internship strengthened my practical skills in computer vision, real-time systems engineering and full-stack analytics delivery — exactly the toolkit a working AI engineer needs.</a:t>
            </a:r>
            <a:endParaRPr lang="en-US" sz="1200" dirty="0"/>
          </a:p>
        </p:txBody>
      </p:sp>
      <p:pic>
        <p:nvPicPr>
          <p:cNvPr id="11" name="Picture 10">
            <a:extLst>
              <a:ext uri="{FF2B5EF4-FFF2-40B4-BE49-F238E27FC236}">
                <a16:creationId xmlns:a16="http://schemas.microsoft.com/office/drawing/2014/main" id="{A08A1076-1D68-3E52-C53E-CED8842C6381}"/>
              </a:ext>
            </a:extLst>
          </p:cNvPr>
          <p:cNvPicPr>
            <a:picLocks noChangeAspect="1"/>
          </p:cNvPicPr>
          <p:nvPr/>
        </p:nvPicPr>
        <p:blipFill>
          <a:blip r:embed="rId3"/>
          <a:stretch>
            <a:fillRect/>
          </a:stretch>
        </p:blipFill>
        <p:spPr>
          <a:xfrm>
            <a:off x="9823938" y="150350"/>
            <a:ext cx="1064087" cy="80977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3000" b="1" dirty="0">
                <a:solidFill>
                  <a:srgbClr val="000000"/>
                </a:solidFill>
                <a:latin typeface="Calibri" pitchFamily="34" charset="0"/>
                <a:ea typeface="Calibri" pitchFamily="34" charset="-122"/>
                <a:cs typeface="Calibri" pitchFamily="34" charset="-120"/>
              </a:rPr>
              <a:t>Certificate — Internship Completion</a:t>
            </a:r>
            <a:endParaRPr lang="en-US" sz="30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400" dirty="0">
                <a:solidFill>
                  <a:srgbClr val="AD84C6"/>
                </a:solidFill>
                <a:latin typeface="Calibri" pitchFamily="34" charset="0"/>
                <a:ea typeface="Calibri" pitchFamily="34" charset="-122"/>
                <a:cs typeface="Calibri" pitchFamily="34" charset="-120"/>
              </a:rPr>
              <a:t>Codec Technologies · Artificial Intelligence Internship</a:t>
            </a:r>
            <a:endParaRPr lang="en-US" sz="1400" dirty="0"/>
          </a:p>
        </p:txBody>
      </p:sp>
      <p:sp>
        <p:nvSpPr>
          <p:cNvPr id="4" name="Shape 2"/>
          <p:cNvSpPr/>
          <p:nvPr/>
        </p:nvSpPr>
        <p:spPr>
          <a:xfrm>
            <a:off x="548640" y="1600200"/>
            <a:ext cx="11064240" cy="4434840"/>
          </a:xfrm>
          <a:prstGeom prst="roundRect">
            <a:avLst>
              <a:gd name="adj" fmla="val 1649"/>
            </a:avLst>
          </a:prstGeom>
          <a:solidFill>
            <a:srgbClr val="F3F1F7"/>
          </a:solidFill>
          <a:ln w="12700">
            <a:solidFill>
              <a:srgbClr val="5D739A"/>
            </a:solidFill>
            <a:prstDash val="solid"/>
          </a:ln>
          <a:effectLst>
            <a:outerShdw blurRad="101600" dist="38100" dir="5400000" algn="bl" rotWithShape="0">
              <a:srgbClr val="000000">
                <a:alpha val="35000"/>
              </a:srgbClr>
            </a:outerShdw>
          </a:effectLst>
        </p:spPr>
      </p:sp>
      <p:pic>
        <p:nvPicPr>
          <p:cNvPr id="17" name="Picture 16">
            <a:extLst>
              <a:ext uri="{FF2B5EF4-FFF2-40B4-BE49-F238E27FC236}">
                <a16:creationId xmlns:a16="http://schemas.microsoft.com/office/drawing/2014/main" id="{DAF56B1B-3FE9-3C06-F7C0-647B6563DF1F}"/>
              </a:ext>
            </a:extLst>
          </p:cNvPr>
          <p:cNvPicPr>
            <a:picLocks noChangeAspect="1"/>
          </p:cNvPicPr>
          <p:nvPr/>
        </p:nvPicPr>
        <p:blipFill>
          <a:blip r:embed="rId3"/>
          <a:stretch>
            <a:fillRect/>
          </a:stretch>
        </p:blipFill>
        <p:spPr>
          <a:xfrm>
            <a:off x="9823938" y="150350"/>
            <a:ext cx="1064087" cy="809770"/>
          </a:xfrm>
          <a:prstGeom prst="rect">
            <a:avLst/>
          </a:prstGeom>
        </p:spPr>
      </p:pic>
      <p:pic>
        <p:nvPicPr>
          <p:cNvPr id="18" name="Picture 17">
            <a:extLst>
              <a:ext uri="{FF2B5EF4-FFF2-40B4-BE49-F238E27FC236}">
                <a16:creationId xmlns:a16="http://schemas.microsoft.com/office/drawing/2014/main" id="{5FE9612B-107E-2690-0045-6E50A2B12C98}"/>
              </a:ext>
            </a:extLst>
          </p:cNvPr>
          <p:cNvPicPr>
            <a:picLocks noChangeAspect="1"/>
          </p:cNvPicPr>
          <p:nvPr/>
        </p:nvPicPr>
        <p:blipFill>
          <a:blip r:embed="rId4"/>
          <a:stretch>
            <a:fillRect/>
          </a:stretch>
        </p:blipFill>
        <p:spPr>
          <a:xfrm>
            <a:off x="928467" y="2123049"/>
            <a:ext cx="5275386" cy="3389142"/>
          </a:xfrm>
          <a:prstGeom prst="rect">
            <a:avLst/>
          </a:prstGeom>
        </p:spPr>
      </p:pic>
      <p:sp>
        <p:nvSpPr>
          <p:cNvPr id="19" name="TextBox 18">
            <a:extLst>
              <a:ext uri="{FF2B5EF4-FFF2-40B4-BE49-F238E27FC236}">
                <a16:creationId xmlns:a16="http://schemas.microsoft.com/office/drawing/2014/main" id="{3FE694E7-04B7-8044-E59F-BAA38BD937B3}"/>
              </a:ext>
            </a:extLst>
          </p:cNvPr>
          <p:cNvSpPr txBox="1"/>
          <p:nvPr/>
        </p:nvSpPr>
        <p:spPr>
          <a:xfrm>
            <a:off x="7268308" y="2109460"/>
            <a:ext cx="3704860" cy="3416320"/>
          </a:xfrm>
          <a:prstGeom prst="rect">
            <a:avLst/>
          </a:prstGeom>
          <a:noFill/>
        </p:spPr>
        <p:txBody>
          <a:bodyPr wrap="none" rtlCol="0">
            <a:spAutoFit/>
          </a:bodyPr>
          <a:lstStyle/>
          <a:p>
            <a:r>
              <a:rPr lang="en-US" sz="1800" b="1" u="sng" dirty="0">
                <a:latin typeface="Times New Roman" panose="02020603050405020304" pitchFamily="18" charset="0"/>
                <a:cs typeface="Times New Roman" panose="02020603050405020304" pitchFamily="18" charset="0"/>
              </a:rPr>
              <a:t>Offer Summary </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Name</a:t>
            </a:r>
            <a:r>
              <a:rPr lang="en-US" sz="1800" dirty="0">
                <a:latin typeface="Times New Roman" panose="02020603050405020304" pitchFamily="18" charset="0"/>
                <a:cs typeface="Times New Roman" panose="02020603050405020304" pitchFamily="18" charset="0"/>
              </a:rPr>
              <a:t>: Dhruv </a:t>
            </a:r>
            <a:r>
              <a:rPr lang="en-US" sz="1800" dirty="0" err="1">
                <a:latin typeface="Times New Roman" panose="02020603050405020304" pitchFamily="18" charset="0"/>
                <a:cs typeface="Times New Roman" panose="02020603050405020304" pitchFamily="18" charset="0"/>
              </a:rPr>
              <a:t>Hiteshbhai</a:t>
            </a:r>
            <a:r>
              <a:rPr lang="en-US" sz="1800" dirty="0">
                <a:latin typeface="Times New Roman" panose="02020603050405020304" pitchFamily="18" charset="0"/>
                <a:cs typeface="Times New Roman" panose="02020603050405020304" pitchFamily="18" charset="0"/>
              </a:rPr>
              <a:t> Trivedi</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Position</a:t>
            </a:r>
            <a:r>
              <a:rPr lang="en-US" sz="1800" dirty="0">
                <a:latin typeface="Times New Roman" panose="02020603050405020304" pitchFamily="18" charset="0"/>
                <a:cs typeface="Times New Roman" panose="02020603050405020304" pitchFamily="18" charset="0"/>
              </a:rPr>
              <a:t>: Artificial Intelligence Intern</a:t>
            </a:r>
          </a:p>
          <a:p>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Issued On</a:t>
            </a:r>
            <a:r>
              <a:rPr lang="en-IN" sz="1800" dirty="0">
                <a:latin typeface="Times New Roman" panose="02020603050405020304" pitchFamily="18" charset="0"/>
                <a:cs typeface="Times New Roman" panose="02020603050405020304" pitchFamily="18" charset="0"/>
              </a:rPr>
              <a:t>: 25 June 2026</a:t>
            </a:r>
          </a:p>
          <a:p>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Duration</a:t>
            </a:r>
            <a:r>
              <a:rPr lang="en-IN" sz="1800" dirty="0">
                <a:latin typeface="Times New Roman" panose="02020603050405020304" pitchFamily="18" charset="0"/>
                <a:cs typeface="Times New Roman" panose="02020603050405020304" pitchFamily="18" charset="0"/>
              </a:rPr>
              <a:t>: 1 Jun – 1 Aug</a:t>
            </a:r>
          </a:p>
          <a:p>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Mode</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Remote,Flexible</a:t>
            </a:r>
            <a:r>
              <a:rPr lang="en-IN" sz="1800" dirty="0">
                <a:latin typeface="Times New Roman" panose="02020603050405020304" pitchFamily="18" charset="0"/>
                <a:cs typeface="Times New Roman" panose="02020603050405020304" pitchFamily="18" charset="0"/>
              </a:rPr>
              <a:t> hours</a:t>
            </a:r>
          </a:p>
          <a:p>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7815"/>
            <a:ext cx="12188952" cy="6858000"/>
          </a:xfrm>
          <a:prstGeom prst="rect">
            <a:avLst/>
          </a:prstGeom>
          <a:solidFill>
            <a:srgbClr val="FFFFFF"/>
          </a:solidFill>
          <a:ln/>
        </p:spPr>
      </p:sp>
      <p:sp>
        <p:nvSpPr>
          <p:cNvPr id="4" name="Text 2"/>
          <p:cNvSpPr/>
          <p:nvPr/>
        </p:nvSpPr>
        <p:spPr>
          <a:xfrm>
            <a:off x="731520" y="2286000"/>
            <a:ext cx="9144000" cy="914400"/>
          </a:xfrm>
          <a:prstGeom prst="rect">
            <a:avLst/>
          </a:prstGeom>
          <a:noFill/>
          <a:ln/>
        </p:spPr>
        <p:txBody>
          <a:bodyPr wrap="square" rtlCol="0" anchor="ctr"/>
          <a:lstStyle/>
          <a:p>
            <a:pPr marL="0" indent="0">
              <a:buNone/>
            </a:pPr>
            <a:r>
              <a:rPr lang="en-US" sz="4600" b="1" dirty="0">
                <a:solidFill>
                  <a:srgbClr val="000000"/>
                </a:solidFill>
                <a:latin typeface="Calibri" pitchFamily="34" charset="0"/>
                <a:ea typeface="Calibri" pitchFamily="34" charset="-122"/>
                <a:cs typeface="Calibri" pitchFamily="34" charset="-120"/>
              </a:rPr>
              <a:t>Thank You</a:t>
            </a:r>
            <a:endParaRPr lang="en-US" sz="4600" dirty="0"/>
          </a:p>
        </p:txBody>
      </p:sp>
      <p:sp>
        <p:nvSpPr>
          <p:cNvPr id="5" name="Text 3"/>
          <p:cNvSpPr/>
          <p:nvPr/>
        </p:nvSpPr>
        <p:spPr>
          <a:xfrm>
            <a:off x="731520" y="3063240"/>
            <a:ext cx="9144000" cy="457200"/>
          </a:xfrm>
          <a:prstGeom prst="rect">
            <a:avLst/>
          </a:prstGeom>
          <a:noFill/>
          <a:ln/>
        </p:spPr>
        <p:txBody>
          <a:bodyPr wrap="square" rtlCol="0" anchor="ctr"/>
          <a:lstStyle/>
          <a:p>
            <a:pPr marL="0" indent="0">
              <a:buNone/>
            </a:pPr>
            <a:r>
              <a:rPr lang="en-US" sz="1600" dirty="0">
                <a:solidFill>
                  <a:srgbClr val="AD84C6"/>
                </a:solidFill>
                <a:latin typeface="Calibri" pitchFamily="34" charset="0"/>
                <a:ea typeface="Calibri" pitchFamily="34" charset="-122"/>
                <a:cs typeface="Calibri" pitchFamily="34" charset="-120"/>
              </a:rPr>
              <a:t>Questions &amp; Discussion Welcome</a:t>
            </a:r>
            <a:endParaRPr lang="en-US" sz="1600" dirty="0"/>
          </a:p>
        </p:txBody>
      </p:sp>
      <p:sp>
        <p:nvSpPr>
          <p:cNvPr id="6" name="Shape 4"/>
          <p:cNvSpPr/>
          <p:nvPr/>
        </p:nvSpPr>
        <p:spPr>
          <a:xfrm>
            <a:off x="731520" y="3703320"/>
            <a:ext cx="2743200" cy="0"/>
          </a:xfrm>
          <a:prstGeom prst="line">
            <a:avLst/>
          </a:prstGeom>
          <a:noFill/>
          <a:ln w="25400">
            <a:solidFill>
              <a:srgbClr val="AD84C6"/>
            </a:solidFill>
            <a:prstDash val="solid"/>
          </a:ln>
        </p:spPr>
      </p:sp>
      <p:sp>
        <p:nvSpPr>
          <p:cNvPr id="7" name="Text 5"/>
          <p:cNvSpPr/>
          <p:nvPr/>
        </p:nvSpPr>
        <p:spPr>
          <a:xfrm>
            <a:off x="731520" y="3977640"/>
            <a:ext cx="8229600" cy="2377440"/>
          </a:xfrm>
          <a:prstGeom prst="rect">
            <a:avLst/>
          </a:prstGeom>
          <a:noFill/>
          <a:ln/>
        </p:spPr>
        <p:txBody>
          <a:bodyPr wrap="square" rtlCol="0" anchor="ctr"/>
          <a:lstStyle/>
          <a:p>
            <a:pPr marL="0" indent="0">
              <a:lnSpc>
                <a:spcPts val="2000"/>
              </a:lnSpc>
              <a:buNone/>
            </a:pPr>
            <a:r>
              <a:rPr lang="en-US" sz="1100" dirty="0">
                <a:solidFill>
                  <a:srgbClr val="5D739A"/>
                </a:solidFill>
                <a:latin typeface="Calibri" pitchFamily="34" charset="0"/>
                <a:ea typeface="Calibri" pitchFamily="34" charset="-122"/>
                <a:cs typeface="Calibri" pitchFamily="34" charset="-120"/>
              </a:rPr>
              <a:t>Project
</a:t>
            </a:r>
            <a:r>
              <a:rPr lang="en-US" sz="1300" b="1" dirty="0">
                <a:solidFill>
                  <a:srgbClr val="000000"/>
                </a:solidFill>
                <a:latin typeface="Calibri" pitchFamily="34" charset="0"/>
                <a:ea typeface="Calibri" pitchFamily="34" charset="-122"/>
                <a:cs typeface="Calibri" pitchFamily="34" charset="-120"/>
              </a:rPr>
              <a:t>VisionTrack AI — Intelligent Real-Time Video Analytics
</a:t>
            </a:r>
            <a:r>
              <a:rPr lang="en-US" sz="1100" dirty="0">
                <a:solidFill>
                  <a:srgbClr val="5D739A"/>
                </a:solidFill>
                <a:latin typeface="Calibri" pitchFamily="34" charset="0"/>
                <a:ea typeface="Calibri" pitchFamily="34" charset="-122"/>
                <a:cs typeface="Calibri" pitchFamily="34" charset="-120"/>
              </a:rPr>
              <a:t>Internship
</a:t>
            </a:r>
            <a:r>
              <a:rPr lang="en-US" sz="1300" b="1" dirty="0">
                <a:solidFill>
                  <a:srgbClr val="000000"/>
                </a:solidFill>
                <a:latin typeface="Calibri" pitchFamily="34" charset="0"/>
                <a:ea typeface="Calibri" pitchFamily="34" charset="-122"/>
                <a:cs typeface="Calibri" pitchFamily="34" charset="-120"/>
              </a:rPr>
              <a:t>Codec Technologies — Artificial Intelligence Intern
</a:t>
            </a:r>
            <a:r>
              <a:rPr lang="en-US" sz="1600" b="1" dirty="0">
                <a:solidFill>
                  <a:srgbClr val="AD84C6"/>
                </a:solidFill>
                <a:latin typeface="Calibri" pitchFamily="34" charset="0"/>
                <a:ea typeface="Calibri" pitchFamily="34" charset="-122"/>
                <a:cs typeface="Calibri" pitchFamily="34" charset="-120"/>
              </a:rPr>
              <a:t>Dhruv Hiteshbhai Trivedi
</a:t>
            </a:r>
            <a:r>
              <a:rPr lang="en-US" sz="1200" dirty="0">
                <a:solidFill>
                  <a:srgbClr val="5D739A"/>
                </a:solidFill>
                <a:latin typeface="Calibri" pitchFamily="34" charset="0"/>
                <a:ea typeface="Calibri" pitchFamily="34" charset="-122"/>
                <a:cs typeface="Calibri" pitchFamily="34" charset="-120"/>
              </a:rPr>
              <a:t>Department of Computer Science and Engineering</a:t>
            </a:r>
            <a:endParaRPr lang="en-US" sz="1100" dirty="0"/>
          </a:p>
        </p:txBody>
      </p:sp>
      <p:sp>
        <p:nvSpPr>
          <p:cNvPr id="9" name="Text 7"/>
          <p:cNvSpPr/>
          <p:nvPr/>
        </p:nvSpPr>
        <p:spPr>
          <a:xfrm>
            <a:off x="11521440" y="6565392"/>
            <a:ext cx="548640" cy="274320"/>
          </a:xfrm>
          <a:prstGeom prst="rect">
            <a:avLst/>
          </a:prstGeom>
          <a:noFill/>
          <a:ln/>
        </p:spPr>
        <p:txBody>
          <a:bodyPr wrap="square" rtlCol="0" anchor="ctr"/>
          <a:lstStyle/>
          <a:p>
            <a:pPr marL="0" indent="0" algn="r">
              <a:buNone/>
            </a:pPr>
            <a:r>
              <a:rPr lang="en-US" sz="900" dirty="0">
                <a:solidFill>
                  <a:srgbClr val="5D739A"/>
                </a:solidFill>
                <a:latin typeface="Calibri" pitchFamily="34" charset="0"/>
                <a:ea typeface="Calibri" pitchFamily="34" charset="-122"/>
                <a:cs typeface="Calibri" pitchFamily="34" charset="-120"/>
              </a:rPr>
              <a:t>23</a:t>
            </a:r>
            <a:endParaRPr lang="en-US" sz="900" dirty="0"/>
          </a:p>
        </p:txBody>
      </p:sp>
      <p:pic>
        <p:nvPicPr>
          <p:cNvPr id="12" name="Picture 11">
            <a:extLst>
              <a:ext uri="{FF2B5EF4-FFF2-40B4-BE49-F238E27FC236}">
                <a16:creationId xmlns:a16="http://schemas.microsoft.com/office/drawing/2014/main" id="{31170772-A7D9-98C7-F971-871E30F1B075}"/>
              </a:ext>
            </a:extLst>
          </p:cNvPr>
          <p:cNvPicPr>
            <a:picLocks noChangeAspect="1"/>
          </p:cNvPicPr>
          <p:nvPr/>
        </p:nvPicPr>
        <p:blipFill>
          <a:blip r:embed="rId3"/>
          <a:stretch>
            <a:fillRect/>
          </a:stretch>
        </p:blipFill>
        <p:spPr>
          <a:xfrm>
            <a:off x="9816123" y="148492"/>
            <a:ext cx="2122850" cy="894207"/>
          </a:xfrm>
          <a:prstGeom prst="rect">
            <a:avLst/>
          </a:prstGeom>
        </p:spPr>
      </p:pic>
    </p:spTree>
  </p:cSld>
  <p:clrMapOvr>
    <a:masterClrMapping/>
  </p:clrMapOvr>
</p:sld>
</file>

<file path=ppt/theme/theme1.xml><?xml version="1.0" encoding="utf-8"?>
<a:theme xmlns:a="http://schemas.openxmlformats.org/drawingml/2006/main" name="Theme1">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F3132832-2F6B-49BC-8F86-9114BDEDF0BB}" vid="{1B93EF33-611A-4B46-AFFE-0796970E4849}"/>
    </a:ext>
  </a:ext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plate-AU">
  <a:themeElements>
    <a:clrScheme name="Adani University Color">
      <a:dk1>
        <a:sysClr val="windowText" lastClr="000000"/>
      </a:dk1>
      <a:lt1>
        <a:sysClr val="window" lastClr="FFFFFF"/>
      </a:lt1>
      <a:dk2>
        <a:srgbClr val="44546A"/>
      </a:dk2>
      <a:lt2>
        <a:srgbClr val="E7E6E6"/>
      </a:lt2>
      <a:accent1>
        <a:srgbClr val="006DB6"/>
      </a:accent1>
      <a:accent2>
        <a:srgbClr val="8E278F"/>
      </a:accent2>
      <a:accent3>
        <a:srgbClr val="F04C23"/>
      </a:accent3>
      <a:accent4>
        <a:srgbClr val="00B16B"/>
      </a:accent4>
      <a:accent5>
        <a:srgbClr val="000000"/>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ani_University_Presentation_Template_01" id="{D625591E-9D7E-1D4F-8056-9D9E30008783}" vid="{8DC53586-5BBC-224F-91CD-C3301491E63B}"/>
    </a:ext>
  </a:extLst>
</a:theme>
</file>

<file path=ppt/theme/theme4.xml><?xml version="1.0" encoding="utf-8"?>
<a:theme xmlns:a="http://schemas.openxmlformats.org/drawingml/2006/main" name="1_Theme1">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F3132832-2F6B-49BC-8F86-9114BDEDF0BB}" vid="{1B93EF33-611A-4B46-AFFE-0796970E4849}"/>
    </a:ext>
  </a:extLst>
</a:theme>
</file>

<file path=ppt/theme/theme5.xml><?xml version="1.0" encoding="utf-8"?>
<a:theme xmlns:a="http://schemas.openxmlformats.org/drawingml/2006/main" name="1_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Template-AU">
  <a:themeElements>
    <a:clrScheme name="Adani University Color">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ani_University_Presentation_Template_01" id="{D625591E-9D7E-1D4F-8056-9D9E30008783}" vid="{8DC53586-5BBC-224F-91CD-C3301491E63B}"/>
    </a:ext>
  </a:extLst>
</a:theme>
</file>

<file path=ppt/theme/theme7.xml><?xml version="1.0" encoding="utf-8"?>
<a:theme xmlns:a="http://schemas.openxmlformats.org/drawingml/2006/main" name="2_Theme1">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F3132832-2F6B-49BC-8F86-9114BDEDF0BB}" vid="{1B93EF33-611A-4B46-AFFE-0796970E4849}"/>
    </a:ext>
  </a:extLst>
</a:theme>
</file>

<file path=ppt/theme/theme8.xml><?xml version="1.0" encoding="utf-8"?>
<a:theme xmlns:a="http://schemas.openxmlformats.org/drawingml/2006/main" name="2_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2_Template-AU">
  <a:themeElements>
    <a:clrScheme name="Adani University Color">
      <a:dk1>
        <a:sysClr val="windowText" lastClr="000000"/>
      </a:dk1>
      <a:lt1>
        <a:sysClr val="window" lastClr="FFFFFF"/>
      </a:lt1>
      <a:dk2>
        <a:srgbClr val="44546A"/>
      </a:dk2>
      <a:lt2>
        <a:srgbClr val="E7E6E6"/>
      </a:lt2>
      <a:accent1>
        <a:srgbClr val="006DB6"/>
      </a:accent1>
      <a:accent2>
        <a:srgbClr val="8E278F"/>
      </a:accent2>
      <a:accent3>
        <a:srgbClr val="F04C23"/>
      </a:accent3>
      <a:accent4>
        <a:srgbClr val="00B16B"/>
      </a:accent4>
      <a:accent5>
        <a:srgbClr val="000000"/>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ani_University_Presentation_Template_01" id="{D625591E-9D7E-1D4F-8056-9D9E30008783}" vid="{8DC53586-5BBC-224F-91CD-C3301491E63B}"/>
    </a:ext>
  </a:extLst>
</a:theme>
</file>

<file path=ppt/theme/theme10.xml><?xml version="1.0" encoding="utf-8"?>
<a:theme xmlns:a="http://schemas.openxmlformats.org/drawingml/2006/main" name="Theme2">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AB057378-49D0-4D1F-9197-BADBD0611A7E}" vid="{2B6A6EBD-84F2-4E35-A2B3-E594C0DE3051}"/>
    </a:ext>
  </a:extLst>
</a:theme>
</file>

<file path=ppt/theme/theme11.xml><?xml version="1.0" encoding="utf-8"?>
<a:theme xmlns:a="http://schemas.openxmlformats.org/drawingml/2006/main" name="3_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3_Template-AU">
  <a:themeElements>
    <a:clrScheme name="Adani University Color">
      <a:dk1>
        <a:sysClr val="windowText" lastClr="000000"/>
      </a:dk1>
      <a:lt1>
        <a:sysClr val="window" lastClr="FFFFFF"/>
      </a:lt1>
      <a:dk2>
        <a:srgbClr val="44546A"/>
      </a:dk2>
      <a:lt2>
        <a:srgbClr val="E7E6E6"/>
      </a:lt2>
      <a:accent1>
        <a:srgbClr val="006DB6"/>
      </a:accent1>
      <a:accent2>
        <a:srgbClr val="8E278F"/>
      </a:accent2>
      <a:accent3>
        <a:srgbClr val="F04C23"/>
      </a:accent3>
      <a:accent4>
        <a:srgbClr val="00B16B"/>
      </a:accent4>
      <a:accent5>
        <a:srgbClr val="000000"/>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ani_University_Presentation_Template_01" id="{D625591E-9D7E-1D4F-8056-9D9E30008783}" vid="{8DC53586-5BBC-224F-91CD-C3301491E63B}"/>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Theme1</Template>
  <TotalTime>72</TotalTime>
  <Words>2903</Words>
  <Application>Microsoft Office PowerPoint</Application>
  <PresentationFormat>Widescreen</PresentationFormat>
  <Paragraphs>422</Paragraphs>
  <Slides>23</Slides>
  <Notes>22</Notes>
  <HiddenSlides>0</HiddenSlides>
  <MMClips>0</MMClips>
  <ScaleCrop>false</ScaleCrop>
  <HeadingPairs>
    <vt:vector size="6" baseType="variant">
      <vt:variant>
        <vt:lpstr>Fonts Used</vt:lpstr>
      </vt:variant>
      <vt:variant>
        <vt:i4>15</vt:i4>
      </vt:variant>
      <vt:variant>
        <vt:lpstr>Theme</vt:lpstr>
      </vt:variant>
      <vt:variant>
        <vt:i4>12</vt:i4>
      </vt:variant>
      <vt:variant>
        <vt:lpstr>Slide Titles</vt:lpstr>
      </vt:variant>
      <vt:variant>
        <vt:i4>23</vt:i4>
      </vt:variant>
    </vt:vector>
  </HeadingPairs>
  <TitlesOfParts>
    <vt:vector size="50" baseType="lpstr">
      <vt:lpstr>Adani Medium</vt:lpstr>
      <vt:lpstr>Adani Regular</vt:lpstr>
      <vt:lpstr>Anaheim</vt:lpstr>
      <vt:lpstr>Aptos</vt:lpstr>
      <vt:lpstr>Arial</vt:lpstr>
      <vt:lpstr>Calibri</vt:lpstr>
      <vt:lpstr>Consolas</vt:lpstr>
      <vt:lpstr>Inter</vt:lpstr>
      <vt:lpstr>Inter ExtraBold</vt:lpstr>
      <vt:lpstr>Merriweather Black</vt:lpstr>
      <vt:lpstr>Nunito</vt:lpstr>
      <vt:lpstr>Open Sans</vt:lpstr>
      <vt:lpstr>Proxima Nova</vt:lpstr>
      <vt:lpstr>Roboto Condensed Light</vt:lpstr>
      <vt:lpstr>Times New Roman</vt:lpstr>
      <vt:lpstr>Theme1</vt:lpstr>
      <vt:lpstr>Slidesgo Final Pages</vt:lpstr>
      <vt:lpstr>Template-AU</vt:lpstr>
      <vt:lpstr>1_Theme1</vt:lpstr>
      <vt:lpstr>1_Slidesgo Final Pages</vt:lpstr>
      <vt:lpstr>1_Template-AU</vt:lpstr>
      <vt:lpstr>2_Theme1</vt:lpstr>
      <vt:lpstr>2_Slidesgo Final Pages</vt:lpstr>
      <vt:lpstr>2_Template-AU</vt:lpstr>
      <vt:lpstr>Theme2</vt:lpstr>
      <vt:lpstr>3_Slidesgo Final Pages</vt:lpstr>
      <vt:lpstr>3_Template-AU</vt:lpstr>
      <vt:lpstr>PowerPoint Presentation</vt:lpstr>
      <vt:lpstr>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Dhruv Trivedi</cp:lastModifiedBy>
  <cp:revision>8</cp:revision>
  <dcterms:created xsi:type="dcterms:W3CDTF">2026-08-04T00:12:35Z</dcterms:created>
  <dcterms:modified xsi:type="dcterms:W3CDTF">2026-08-05T06:27:50Z</dcterms:modified>
</cp:coreProperties>
</file>